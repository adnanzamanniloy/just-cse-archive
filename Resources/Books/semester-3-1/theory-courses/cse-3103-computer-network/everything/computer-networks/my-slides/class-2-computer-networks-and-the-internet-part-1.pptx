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25"/>
  </p:notesMasterIdLst>
  <p:sldIdLst>
    <p:sldId id="256" r:id="rId2"/>
    <p:sldId id="297" r:id="rId3"/>
    <p:sldId id="298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10" r:id="rId15"/>
    <p:sldId id="309" r:id="rId16"/>
    <p:sldId id="311" r:id="rId17"/>
    <p:sldId id="312" r:id="rId18"/>
    <p:sldId id="313" r:id="rId19"/>
    <p:sldId id="314" r:id="rId20"/>
    <p:sldId id="317" r:id="rId21"/>
    <p:sldId id="318" r:id="rId22"/>
    <p:sldId id="315" r:id="rId23"/>
    <p:sldId id="316" r:id="rId24"/>
  </p:sldIdLst>
  <p:sldSz cx="9144000" cy="5143500" type="screen16x9"/>
  <p:notesSz cx="6858000" cy="9144000"/>
  <p:embeddedFontLst>
    <p:embeddedFont>
      <p:font typeface="Roboto Slab" panose="020B0604020202020204" charset="0"/>
      <p:regular r:id="rId26"/>
      <p:bold r:id="rId27"/>
    </p:embeddedFont>
    <p:embeddedFont>
      <p:font typeface="ＭＳ Ｐゴシック" panose="020B0600070205080204" pitchFamily="34" charset="-128"/>
      <p:regular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ＭＳ Ｐゴシック" panose="020B0600070205080204" pitchFamily="34" charset="-128"/>
      <p:regular r:id="rId28"/>
    </p:embeddedFont>
    <p:embeddedFont>
      <p:font typeface="Source Sans Pro" panose="020B060402020202020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01FB10D-A61A-4DE4-8506-F670E7A89527}">
  <a:tblStyle styleId="{701FB10D-A61A-4DE4-8506-F670E7A895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398DAF6-0271-4389-B3DC-BA433CC306D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89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660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85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06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64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347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13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745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59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3825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820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442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5870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4100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0552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0614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important points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distributed</a:t>
            </a:r>
            <a:r>
              <a:rPr lang="en-US" dirty="0"/>
              <a:t> entities, exchanging messages (governed by protocols)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Time going down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 over definition of protocol (showing format, order of messages sent and received, and actions taken)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We’ll see these kinds of diagrams a lot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767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700185" y="1991850"/>
            <a:ext cx="58074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337531" y="463007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0243" y="4182401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893253" y="3333348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71302" y="4923775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386266" y="50813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479460" y="2703980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261540" y="643097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507235" y="1080863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8314019" y="3625322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8882858" y="4186761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158313" y="1596559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396483" y="226428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617492" y="2000594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3425273" y="387880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8014029" y="4567546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483231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506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483231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562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93020"/>
            <a:ext cx="7886700" cy="3263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483231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262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9" r:id="rId2"/>
    <p:sldLayoutId id="2147483660" r:id="rId3"/>
    <p:sldLayoutId id="2147483661" r:id="rId4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jpe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jpeg"/><Relationship Id="rId3" Type="http://schemas.openxmlformats.org/officeDocument/2006/relationships/image" Target="../media/image30.jpeg"/><Relationship Id="rId7" Type="http://schemas.openxmlformats.org/officeDocument/2006/relationships/image" Target="../media/image29.png"/><Relationship Id="rId12" Type="http://schemas.openxmlformats.org/officeDocument/2006/relationships/image" Target="../media/image37.png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41.png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36.png"/><Relationship Id="rId5" Type="http://schemas.openxmlformats.org/officeDocument/2006/relationships/image" Target="../media/image32.jpe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31.png"/><Relationship Id="rId9" Type="http://schemas.openxmlformats.org/officeDocument/2006/relationships/image" Target="../media/image34.emf"/><Relationship Id="rId14" Type="http://schemas.openxmlformats.org/officeDocument/2006/relationships/image" Target="../media/image39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6.png"/><Relationship Id="rId18" Type="http://schemas.openxmlformats.org/officeDocument/2006/relationships/image" Target="../media/image19.png"/><Relationship Id="rId3" Type="http://schemas.openxmlformats.org/officeDocument/2006/relationships/image" Target="../media/image9.png"/><Relationship Id="rId21" Type="http://schemas.openxmlformats.org/officeDocument/2006/relationships/image" Target="../media/image13.png"/><Relationship Id="rId7" Type="http://schemas.openxmlformats.org/officeDocument/2006/relationships/image" Target="../media/image21.png"/><Relationship Id="rId12" Type="http://schemas.openxmlformats.org/officeDocument/2006/relationships/image" Target="../media/image17.png"/><Relationship Id="rId17" Type="http://schemas.openxmlformats.org/officeDocument/2006/relationships/image" Target="../media/image18.png"/><Relationship Id="rId2" Type="http://schemas.openxmlformats.org/officeDocument/2006/relationships/image" Target="../media/image23.png"/><Relationship Id="rId16" Type="http://schemas.openxmlformats.org/officeDocument/2006/relationships/image" Target="../media/image16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11" Type="http://schemas.openxmlformats.org/officeDocument/2006/relationships/image" Target="../media/image22.png"/><Relationship Id="rId5" Type="http://schemas.openxmlformats.org/officeDocument/2006/relationships/image" Target="../media/image14.png"/><Relationship Id="rId15" Type="http://schemas.openxmlformats.org/officeDocument/2006/relationships/image" Target="../media/image28.png"/><Relationship Id="rId10" Type="http://schemas.openxmlformats.org/officeDocument/2006/relationships/image" Target="../media/image20.png"/><Relationship Id="rId19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25.png"/><Relationship Id="rId14" Type="http://schemas.openxmlformats.org/officeDocument/2006/relationships/image" Target="../media/image27.png"/><Relationship Id="rId22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6.png"/><Relationship Id="rId18" Type="http://schemas.openxmlformats.org/officeDocument/2006/relationships/image" Target="../media/image19.png"/><Relationship Id="rId3" Type="http://schemas.openxmlformats.org/officeDocument/2006/relationships/image" Target="../media/image9.png"/><Relationship Id="rId21" Type="http://schemas.openxmlformats.org/officeDocument/2006/relationships/image" Target="../media/image13.png"/><Relationship Id="rId7" Type="http://schemas.openxmlformats.org/officeDocument/2006/relationships/image" Target="../media/image21.png"/><Relationship Id="rId12" Type="http://schemas.openxmlformats.org/officeDocument/2006/relationships/image" Target="../media/image17.png"/><Relationship Id="rId17" Type="http://schemas.openxmlformats.org/officeDocument/2006/relationships/image" Target="../media/image18.png"/><Relationship Id="rId2" Type="http://schemas.openxmlformats.org/officeDocument/2006/relationships/image" Target="../media/image23.png"/><Relationship Id="rId16" Type="http://schemas.openxmlformats.org/officeDocument/2006/relationships/image" Target="../media/image16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11" Type="http://schemas.openxmlformats.org/officeDocument/2006/relationships/image" Target="../media/image22.png"/><Relationship Id="rId5" Type="http://schemas.openxmlformats.org/officeDocument/2006/relationships/image" Target="../media/image14.png"/><Relationship Id="rId15" Type="http://schemas.openxmlformats.org/officeDocument/2006/relationships/image" Target="../media/image28.png"/><Relationship Id="rId10" Type="http://schemas.openxmlformats.org/officeDocument/2006/relationships/image" Target="../media/image20.png"/><Relationship Id="rId19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25.png"/><Relationship Id="rId14" Type="http://schemas.openxmlformats.org/officeDocument/2006/relationships/image" Target="../media/image27.png"/><Relationship Id="rId22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>
            <a:spLocks noGrp="1"/>
          </p:cNvSpPr>
          <p:nvPr>
            <p:ph type="ctrTitle"/>
          </p:nvPr>
        </p:nvSpPr>
        <p:spPr>
          <a:xfrm>
            <a:off x="1720966" y="1832522"/>
            <a:ext cx="6564052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 smtClean="0"/>
              <a:t/>
            </a:r>
            <a:br>
              <a:rPr lang="en" sz="2800" dirty="0" smtClean="0"/>
            </a:br>
            <a:endParaRPr sz="1800" dirty="0"/>
          </a:p>
        </p:txBody>
      </p:sp>
      <p:sp>
        <p:nvSpPr>
          <p:cNvPr id="3" name="Google Shape;70;p12"/>
          <p:cNvSpPr txBox="1">
            <a:spLocks/>
          </p:cNvSpPr>
          <p:nvPr/>
        </p:nvSpPr>
        <p:spPr>
          <a:xfrm>
            <a:off x="1720966" y="2177283"/>
            <a:ext cx="6564052" cy="470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3600" dirty="0" smtClean="0"/>
              <a:t>Computer Networking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+mj-lt"/>
                <a:cs typeface="Calibri" panose="020F0502020204030204" pitchFamily="34" charset="0"/>
              </a:rPr>
              <a:t>Chapter 1: </a:t>
            </a:r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Computer Networks and the Internet</a:t>
            </a:r>
            <a:endParaRPr lang="en-US" dirty="0">
              <a:latin typeface="+mj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99018" y="1060509"/>
            <a:ext cx="8122418" cy="359926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Overview/roadmap: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altLang="en-US" sz="1950" i="1"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n-US" altLang="ja-JP" sz="1950" dirty="0">
                <a:latin typeface="Calibri" panose="020F0502020204030204" pitchFamily="34" charset="0"/>
                <a:cs typeface="Calibri" panose="020F0502020204030204" pitchFamily="34" charset="0"/>
              </a:rPr>
              <a:t> the Internet?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en-US" altLang="en-US" sz="1950" i="1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altLang="ja-JP" sz="1950" dirty="0">
                <a:latin typeface="Calibri" panose="020F0502020204030204" pitchFamily="34" charset="0"/>
                <a:cs typeface="Calibri" panose="020F0502020204030204" pitchFamily="34" charset="0"/>
              </a:rPr>
              <a:t>a protocol?</a:t>
            </a:r>
          </a:p>
          <a:p>
            <a:pPr marL="302419" indent="-214313" algn="just"/>
            <a:r>
              <a:rPr lang="en-US" altLang="en-US" sz="1950" dirty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Network edge: </a:t>
            </a:r>
            <a:r>
              <a:rPr lang="en-US" altLang="en-US" sz="195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hosts, access network, physical media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Network </a:t>
            </a:r>
            <a:r>
              <a:rPr lang="en-US" altLang="en-US" sz="1950" dirty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core: </a:t>
            </a:r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packet/circuit switching, internet structure</a:t>
            </a:r>
          </a:p>
          <a:p>
            <a:pPr marL="302419" indent="-214313" algn="just"/>
            <a:r>
              <a:rPr lang="en-US" altLang="en-US" sz="1950" dirty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Performance: </a:t>
            </a:r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loss, delay, throughput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Security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Protocol layers, service models</a:t>
            </a:r>
          </a:p>
          <a:p>
            <a:pPr marL="302419" indent="-214313" algn="just"/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History of Computer Networking and the Internet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 dirty="0"/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124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Network and  Computer Networks</a:t>
            </a:r>
            <a:endParaRPr lang="en-US" dirty="0">
              <a:latin typeface="+mj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99018" y="1060509"/>
            <a:ext cx="8122418" cy="1703473"/>
          </a:xfrm>
        </p:spPr>
        <p:txBody>
          <a:bodyPr>
            <a:normAutofit fontScale="92500" lnSpcReduction="10000"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2400" i="1" dirty="0" smtClean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Network:</a:t>
            </a:r>
            <a:endParaRPr lang="en-US" altLang="en-US" sz="2400" i="1" dirty="0">
              <a:solidFill>
                <a:srgbClr val="CC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8106" indent="0" algn="just">
              <a:buNone/>
            </a:pPr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A collection of interconnected elements or nodes that </a:t>
            </a:r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communicate and </a:t>
            </a:r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interact with each other to achieve a specific purpose or </a:t>
            </a:r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to facilitate </a:t>
            </a:r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the exchange of information, resources, or services. </a:t>
            </a:r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Networks can </a:t>
            </a:r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take various forms and serve different </a:t>
            </a:r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functions.</a:t>
            </a:r>
            <a:endParaRPr lang="en-US" altLang="en-US" sz="1800" dirty="0"/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3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47509" y="2873830"/>
            <a:ext cx="8122418" cy="1400297"/>
          </a:xfrm>
        </p:spPr>
        <p:txBody>
          <a:bodyPr>
            <a:norm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2200" i="1" dirty="0" smtClean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Computer Network:</a:t>
            </a:r>
            <a:endParaRPr lang="en-US" altLang="en-US" sz="2200" i="1" dirty="0">
              <a:solidFill>
                <a:srgbClr val="CC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8106" indent="0" algn="just">
              <a:buNone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 system of interconnected computers and devices </a:t>
            </a: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that enable 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data and information sharing, such as the internet or a local area </a:t>
            </a: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network (LAN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345174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Different Type of Networks</a:t>
            </a:r>
            <a:endParaRPr lang="en-US" dirty="0">
              <a:latin typeface="+mj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99018" y="1060510"/>
            <a:ext cx="8122418" cy="1523364"/>
          </a:xfrm>
        </p:spPr>
        <p:txBody>
          <a:bodyPr>
            <a:norm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2200" i="1" dirty="0" smtClean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Social Network:</a:t>
            </a:r>
            <a:endParaRPr lang="en-US" altLang="en-US" sz="2200" i="1" dirty="0">
              <a:solidFill>
                <a:srgbClr val="CC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8106" indent="0" algn="just">
              <a:buNone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An online platform or community where individuals or </a:t>
            </a: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entities connect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communicate, and share information, often for social or </a:t>
            </a: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professional purposes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. Examples include Facebook, LinkedIn, and Twitter.</a:t>
            </a:r>
            <a:endParaRPr lang="en-US" altLang="en-US" sz="1800" dirty="0"/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4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47509" y="2873830"/>
            <a:ext cx="8122418" cy="1400297"/>
          </a:xfrm>
        </p:spPr>
        <p:txBody>
          <a:bodyPr>
            <a:norm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2200" i="1" dirty="0" smtClean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Transportation Network:</a:t>
            </a:r>
            <a:endParaRPr lang="en-US" altLang="en-US" sz="2200" i="1" dirty="0">
              <a:solidFill>
                <a:srgbClr val="CC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8106" indent="0" algn="just">
              <a:buNone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 system of roads, highways, railways, and other infrastructure </a:t>
            </a: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that enables 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the movement of people and goods from one location to another.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049458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Different Type of Networks</a:t>
            </a:r>
            <a:endParaRPr lang="en-US" dirty="0">
              <a:latin typeface="+mj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99018" y="1060510"/>
            <a:ext cx="8122418" cy="1523364"/>
          </a:xfrm>
        </p:spPr>
        <p:txBody>
          <a:bodyPr>
            <a:norm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2200" i="1" dirty="0" smtClean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Electrical Network:</a:t>
            </a:r>
            <a:endParaRPr lang="en-US" altLang="en-US" sz="2200" i="1" dirty="0">
              <a:solidFill>
                <a:srgbClr val="CC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8106" indent="0" algn="just">
              <a:buNone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 grid of interconnected electrical components (e.g., </a:t>
            </a: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power generators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transformers, power lines) that distribute electricity to </a:t>
            </a: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homes, businesses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and industries.</a:t>
            </a:r>
            <a:endParaRPr lang="en-US" altLang="en-US" sz="1800" dirty="0"/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5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47509" y="2873830"/>
            <a:ext cx="8122418" cy="1400297"/>
          </a:xfrm>
        </p:spPr>
        <p:txBody>
          <a:bodyPr>
            <a:norm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2200" i="1" dirty="0" smtClean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Communication Network:</a:t>
            </a:r>
            <a:endParaRPr lang="en-US" altLang="en-US" sz="2200" i="1" dirty="0">
              <a:solidFill>
                <a:srgbClr val="CC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8106" indent="0" algn="just">
              <a:buNone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 system that facilitates the transmission </a:t>
            </a: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of information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such as telecommunication networks for phone calls, text </a:t>
            </a: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messages, or 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data transmission</a:t>
            </a: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926680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Different Type of Networks</a:t>
            </a:r>
            <a:endParaRPr lang="en-US" dirty="0">
              <a:latin typeface="+mj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99018" y="1060510"/>
            <a:ext cx="8122418" cy="1523364"/>
          </a:xfrm>
        </p:spPr>
        <p:txBody>
          <a:bodyPr>
            <a:norm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2200" i="1" dirty="0" smtClean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Neural Network:</a:t>
            </a:r>
            <a:endParaRPr lang="en-US" altLang="en-US" sz="2200" i="1" dirty="0">
              <a:solidFill>
                <a:srgbClr val="CC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8106" indent="0" algn="just">
              <a:buNone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 computational model inspired by the structure and </a:t>
            </a: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function of 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the human brain, used in machine learning and artificial intelligence for </a:t>
            </a: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tasks like 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pattern recognition and decision-making.</a:t>
            </a:r>
            <a:endParaRPr lang="en-US" altLang="en-US" sz="1800" dirty="0"/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6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47509" y="2873830"/>
            <a:ext cx="8122418" cy="1400297"/>
          </a:xfrm>
        </p:spPr>
        <p:txBody>
          <a:bodyPr>
            <a:norm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2200" i="1" dirty="0" smtClean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Biological Network:</a:t>
            </a:r>
            <a:endParaRPr lang="en-US" altLang="en-US" sz="2200" i="1" dirty="0">
              <a:solidFill>
                <a:srgbClr val="CC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8106" indent="0" algn="just">
              <a:buNone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 network of biological elements, such as neurons </a:t>
            </a: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in the 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brain, genes in a genome, or species in an ecosystem, that interact </a:t>
            </a: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to perform 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biological functions</a:t>
            </a: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266694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Different Type of Networks</a:t>
            </a:r>
            <a:endParaRPr lang="en-US" dirty="0">
              <a:latin typeface="+mj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99018" y="1060510"/>
            <a:ext cx="8122418" cy="1523364"/>
          </a:xfrm>
        </p:spPr>
        <p:txBody>
          <a:bodyPr>
            <a:norm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2200" i="1" dirty="0" smtClean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Supply Chain Network:</a:t>
            </a:r>
            <a:endParaRPr lang="en-US" altLang="en-US" sz="2200" i="1" dirty="0">
              <a:solidFill>
                <a:srgbClr val="CC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8106" indent="0" algn="just">
              <a:buNone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 network of organizations, suppliers, </a:t>
            </a: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manufacturers, distributors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and retailers that collaborate to produce and deliver products </a:t>
            </a: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or services 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to consumers.</a:t>
            </a:r>
            <a:endParaRPr lang="en-US" altLang="en-US" sz="1800" dirty="0"/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7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47509" y="2873830"/>
            <a:ext cx="8122418" cy="1400297"/>
          </a:xfrm>
        </p:spPr>
        <p:txBody>
          <a:bodyPr>
            <a:norm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2200" i="1" dirty="0" smtClean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Social Infrastructure Network:</a:t>
            </a:r>
            <a:endParaRPr lang="en-US" altLang="en-US" sz="2200" i="1" dirty="0">
              <a:solidFill>
                <a:srgbClr val="CC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8106" indent="0" algn="just">
              <a:buNone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 system of facilities and services (e.g., </a:t>
            </a: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healthcare, education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utilities) that support and enhance the well-being of a community </a:t>
            </a: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or society.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864513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Different Type of Networks</a:t>
            </a:r>
            <a:endParaRPr lang="en-US" dirty="0">
              <a:latin typeface="+mj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99018" y="1060510"/>
            <a:ext cx="8122418" cy="1523364"/>
          </a:xfrm>
        </p:spPr>
        <p:txBody>
          <a:bodyPr>
            <a:norm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2200" i="1" dirty="0" smtClean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Peer-to-Peer (P2P) Network:</a:t>
            </a:r>
            <a:endParaRPr lang="en-US" altLang="en-US" sz="2200" i="1" dirty="0">
              <a:solidFill>
                <a:srgbClr val="CC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8106" indent="0" algn="just">
              <a:buNone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 decentralized network architecture in </a:t>
            </a: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which individual 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devices or nodes can directly communicate and share resources </a:t>
            </a: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without relying 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on a central server</a:t>
            </a: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en-US" sz="1800" dirty="0"/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8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513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Internet Applications</a:t>
            </a:r>
            <a:endParaRPr lang="en-US" dirty="0">
              <a:latin typeface="+mj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99018" y="935823"/>
            <a:ext cx="2074909" cy="3442217"/>
          </a:xfrm>
        </p:spPr>
        <p:txBody>
          <a:bodyPr>
            <a:no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1800" i="1" dirty="0" smtClean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Communication:</a:t>
            </a:r>
            <a:endParaRPr lang="en-US" altLang="en-US" sz="1800" i="1" dirty="0">
              <a:solidFill>
                <a:srgbClr val="CC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Line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Email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Skype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Google Meet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Zoom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WhatsApp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Facebook Messenger</a:t>
            </a:r>
            <a:endParaRPr lang="en-US" altLang="en-US" sz="1800" dirty="0"/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9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2905800" y="935822"/>
            <a:ext cx="2074909" cy="3442217"/>
          </a:xfrm>
        </p:spPr>
        <p:txBody>
          <a:bodyPr>
            <a:no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1800" i="1" dirty="0" smtClean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Job Search:</a:t>
            </a:r>
            <a:endParaRPr lang="en-US" altLang="en-US" sz="1800" i="1" dirty="0">
              <a:solidFill>
                <a:srgbClr val="CC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LinkedIn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Glassdoor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CareerBuilder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ZipRecruiter</a:t>
            </a:r>
            <a:endParaRPr lang="en-US" altLang="en-US" sz="180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900854" y="935821"/>
            <a:ext cx="2074909" cy="3442217"/>
          </a:xfrm>
        </p:spPr>
        <p:txBody>
          <a:bodyPr>
            <a:no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1800" i="1" dirty="0" smtClean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Online Shopping:</a:t>
            </a:r>
            <a:endParaRPr lang="en-US" altLang="en-US" sz="1800" i="1" dirty="0">
              <a:solidFill>
                <a:srgbClr val="CC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Amazon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eBay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Paytm Mall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Walmart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AliExpress</a:t>
            </a:r>
            <a:endParaRPr lang="en-US" altLang="en-US" sz="18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975763" y="935821"/>
            <a:ext cx="2168237" cy="3934057"/>
          </a:xfrm>
        </p:spPr>
        <p:txBody>
          <a:bodyPr>
            <a:no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1800" i="1" dirty="0" smtClean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 Browsing:</a:t>
            </a:r>
            <a:endParaRPr lang="en-US" altLang="en-US" sz="1800" i="1" dirty="0">
              <a:solidFill>
                <a:srgbClr val="CC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Internet Explorer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Google Chrome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Mozilla Firefox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Safari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Opera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Conqueror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Lynx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Tor Browser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UC Browser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Brave Browser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167448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Internet Applications</a:t>
            </a:r>
            <a:endParaRPr lang="en-US" dirty="0">
              <a:latin typeface="+mj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284018" y="935823"/>
            <a:ext cx="2389909" cy="3442217"/>
          </a:xfrm>
        </p:spPr>
        <p:txBody>
          <a:bodyPr>
            <a:no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1800" i="1" dirty="0" smtClean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Social Market Updates:</a:t>
            </a:r>
            <a:endParaRPr lang="en-US" altLang="en-US" sz="1800" i="1" dirty="0">
              <a:solidFill>
                <a:srgbClr val="CC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Bloomberg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CNBC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Market Watch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Investing.com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Stock Twits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Stock Edge</a:t>
            </a:r>
            <a:endParaRPr lang="en-US" altLang="en-US" sz="1800" dirty="0"/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10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2905800" y="935822"/>
            <a:ext cx="2074909" cy="3442217"/>
          </a:xfrm>
        </p:spPr>
        <p:txBody>
          <a:bodyPr>
            <a:no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1800" i="1" dirty="0" smtClean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Travel:</a:t>
            </a:r>
            <a:endParaRPr lang="en-US" altLang="en-US" sz="1800" i="1" dirty="0">
              <a:solidFill>
                <a:srgbClr val="CC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MakeMyTrip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Expedia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Airbnb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Skyscanner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Google Maps</a:t>
            </a:r>
            <a:endParaRPr lang="en-US" altLang="en-US" sz="180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900854" y="935821"/>
            <a:ext cx="2074909" cy="3684670"/>
          </a:xfrm>
        </p:spPr>
        <p:txBody>
          <a:bodyPr>
            <a:no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1800" i="1" dirty="0" smtClean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Research:</a:t>
            </a:r>
            <a:endParaRPr lang="en-US" altLang="en-US" sz="1800" i="1" dirty="0">
              <a:solidFill>
                <a:srgbClr val="CC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Google Scholar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Mendeley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Flipboard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Researcher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Google Keep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Curiosity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Paperity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Slack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DropBox</a:t>
            </a:r>
            <a:endParaRPr lang="en-US" altLang="en-US" sz="18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975763" y="935821"/>
            <a:ext cx="2168237" cy="3934057"/>
          </a:xfrm>
        </p:spPr>
        <p:txBody>
          <a:bodyPr>
            <a:no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1800" i="1" dirty="0" smtClean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E-Commerce:</a:t>
            </a:r>
            <a:endParaRPr lang="en-US" altLang="en-US" sz="1800" i="1" dirty="0">
              <a:solidFill>
                <a:srgbClr val="CC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Amazon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Paytm Mall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endParaRPr lang="en-US" altLang="en-US" sz="180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975763" y="2418259"/>
            <a:ext cx="2389909" cy="2451619"/>
          </a:xfrm>
        </p:spPr>
        <p:txBody>
          <a:bodyPr>
            <a:no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1800" i="1" dirty="0" smtClean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Online Payments:</a:t>
            </a:r>
            <a:endParaRPr lang="en-US" altLang="en-US" sz="1800" i="1" dirty="0">
              <a:solidFill>
                <a:srgbClr val="CC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Paypal</a:t>
            </a:r>
            <a:endParaRPr lang="en-US" altLang="en-US" sz="18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Paytm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Google Pay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Amazon Pay</a:t>
            </a:r>
          </a:p>
          <a:p>
            <a:pPr marL="373856" indent="-285750" algn="just"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Line Pay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936167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Internet Applications</a:t>
            </a:r>
            <a:endParaRPr lang="en-US" dirty="0">
              <a:latin typeface="+mj-lt"/>
            </a:endParaRPr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11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35781" y="935823"/>
            <a:ext cx="8688632" cy="2078840"/>
          </a:xfrm>
        </p:spPr>
        <p:txBody>
          <a:bodyPr>
            <a:no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1800" i="1" dirty="0" smtClean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Social Networking:</a:t>
            </a:r>
            <a:endParaRPr lang="en-US" altLang="en-US" sz="1800" i="1" dirty="0">
              <a:solidFill>
                <a:srgbClr val="CC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81" y="1414463"/>
            <a:ext cx="8688632" cy="1528753"/>
          </a:xfrm>
          <a:prstGeom prst="rect">
            <a:avLst/>
          </a:prstGeom>
        </p:spPr>
      </p:pic>
      <p:sp>
        <p:nvSpPr>
          <p:cNvPr id="15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35781" y="2943216"/>
            <a:ext cx="8688632" cy="2200284"/>
          </a:xfrm>
        </p:spPr>
        <p:txBody>
          <a:bodyPr>
            <a:no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1800" i="1" dirty="0" smtClean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Entertainment:</a:t>
            </a:r>
            <a:endParaRPr lang="en-US" altLang="en-US" sz="1800" i="1" dirty="0">
              <a:solidFill>
                <a:srgbClr val="CC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8876" y="3092174"/>
            <a:ext cx="4375182" cy="197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91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Internet Applications</a:t>
            </a:r>
            <a:endParaRPr lang="en-US" dirty="0">
              <a:latin typeface="+mj-lt"/>
            </a:endParaRPr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12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35781" y="935823"/>
            <a:ext cx="8688632" cy="3814028"/>
          </a:xfrm>
        </p:spPr>
        <p:txBody>
          <a:bodyPr>
            <a:no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1800" i="1" dirty="0" smtClean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E-Banking:</a:t>
            </a:r>
            <a:endParaRPr lang="en-US" altLang="en-US" sz="1800" i="1" dirty="0">
              <a:solidFill>
                <a:srgbClr val="CC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842" y="1503217"/>
            <a:ext cx="7788315" cy="337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090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Internet Applications</a:t>
            </a:r>
            <a:endParaRPr lang="en-US" dirty="0">
              <a:latin typeface="+mj-lt"/>
            </a:endParaRPr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13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35781" y="935823"/>
            <a:ext cx="8688632" cy="3814028"/>
          </a:xfrm>
        </p:spPr>
        <p:txBody>
          <a:bodyPr>
            <a:no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1800" i="1" dirty="0" smtClean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E-Learning:</a:t>
            </a:r>
            <a:endParaRPr lang="en-US" altLang="en-US" sz="1800" i="1" dirty="0">
              <a:solidFill>
                <a:srgbClr val="CC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1" y="1413165"/>
            <a:ext cx="7854140" cy="365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238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+mj-lt"/>
                <a:cs typeface="Calibri" panose="020F0502020204030204" pitchFamily="34" charset="0"/>
              </a:rPr>
              <a:t>Chapter 1: </a:t>
            </a:r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Computer Networks and the Internet</a:t>
            </a:r>
            <a:endParaRPr lang="en-US" dirty="0">
              <a:latin typeface="+mj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99018" y="1060509"/>
            <a:ext cx="8122418" cy="359926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Overview/roadmap: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altLang="en-US" sz="1950" i="1"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n-US" altLang="ja-JP" sz="1950" dirty="0">
                <a:latin typeface="Calibri" panose="020F0502020204030204" pitchFamily="34" charset="0"/>
                <a:cs typeface="Calibri" panose="020F0502020204030204" pitchFamily="34" charset="0"/>
              </a:rPr>
              <a:t> the Internet?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en-US" altLang="en-US" sz="1950" i="1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altLang="ja-JP" sz="1950" dirty="0">
                <a:latin typeface="Calibri" panose="020F0502020204030204" pitchFamily="34" charset="0"/>
                <a:cs typeface="Calibri" panose="020F0502020204030204" pitchFamily="34" charset="0"/>
              </a:rPr>
              <a:t>a protocol?</a:t>
            </a:r>
          </a:p>
          <a:p>
            <a:pPr marL="302419" indent="-214313" algn="just"/>
            <a:r>
              <a:rPr lang="en-US" altLang="en-US" sz="1950" dirty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Network edge: </a:t>
            </a:r>
            <a:r>
              <a:rPr lang="en-US" altLang="en-US" sz="195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hosts, access network, physical media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Network </a:t>
            </a:r>
            <a:r>
              <a:rPr lang="en-US" altLang="en-US" sz="1950" dirty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core: </a:t>
            </a:r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packet/circuit switching, internet structure</a:t>
            </a:r>
          </a:p>
          <a:p>
            <a:pPr marL="302419" indent="-214313" algn="just"/>
            <a:r>
              <a:rPr lang="en-US" altLang="en-US" sz="1950" dirty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Performance: </a:t>
            </a:r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loss, delay, throughput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Security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Protocol layers, service models</a:t>
            </a:r>
          </a:p>
          <a:p>
            <a:pPr marL="302419" indent="-214313" algn="just"/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History of Computer Networking and the Internet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 dirty="0"/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14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9873" y="1579419"/>
            <a:ext cx="2279072" cy="3077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036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Internet</a:t>
            </a:r>
            <a:endParaRPr lang="en-US" dirty="0">
              <a:latin typeface="+mj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99018" y="1060509"/>
            <a:ext cx="8122418" cy="1862799"/>
          </a:xfrm>
        </p:spPr>
        <p:txBody>
          <a:bodyPr>
            <a:no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sz="1800" i="1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Two ways to explain internet:</a:t>
            </a:r>
          </a:p>
          <a:p>
            <a:pPr marL="88106" indent="0" algn="just">
              <a:buNone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1. we can describe the nuts and bolts of the Internet, that is, the basic </a:t>
            </a: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hardware and 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software components that make up the Internet. </a:t>
            </a:r>
          </a:p>
          <a:p>
            <a:pPr marL="88106" indent="0" algn="just">
              <a:buNone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2. Second, we can describe the Internet in terms of a networking </a:t>
            </a:r>
            <a:r>
              <a:rPr lang="en-US" alt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infrastructure that 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provides services to distributed applications</a:t>
            </a:r>
            <a:endParaRPr lang="en-US" altLang="en-US" sz="1800" dirty="0"/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15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512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376764-E8EE-2343-BDE8-8A38CADB2B10}"/>
              </a:ext>
            </a:extLst>
          </p:cNvPr>
          <p:cNvSpPr txBox="1"/>
          <p:nvPr/>
        </p:nvSpPr>
        <p:spPr>
          <a:xfrm>
            <a:off x="6892830" y="2609707"/>
            <a:ext cx="109677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/>
              <a:t>Internet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DDBC9A-D563-454D-A345-7C56FB5C09DB}"/>
              </a:ext>
            </a:extLst>
          </p:cNvPr>
          <p:cNvSpPr/>
          <p:nvPr/>
        </p:nvSpPr>
        <p:spPr>
          <a:xfrm>
            <a:off x="6937727" y="2644896"/>
            <a:ext cx="1168691" cy="4042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171778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The Internet: a “nuts and bolts” view</a:t>
            </a:r>
            <a:endParaRPr lang="en-US" dirty="0"/>
          </a:p>
        </p:txBody>
      </p:sp>
      <p:grpSp>
        <p:nvGrpSpPr>
          <p:cNvPr id="801" name="Group 800">
            <a:extLst>
              <a:ext uri="{FF2B5EF4-FFF2-40B4-BE49-F238E27FC236}">
                <a16:creationId xmlns:a16="http://schemas.microsoft.com/office/drawing/2014/main" id="{120F2BC7-BB63-8D47-A127-7655CBFA7174}"/>
              </a:ext>
            </a:extLst>
          </p:cNvPr>
          <p:cNvGrpSpPr/>
          <p:nvPr/>
        </p:nvGrpSpPr>
        <p:grpSpPr>
          <a:xfrm>
            <a:off x="5404013" y="1116346"/>
            <a:ext cx="3477131" cy="3644971"/>
            <a:chOff x="7268561" y="1458365"/>
            <a:chExt cx="4636175" cy="4859961"/>
          </a:xfrm>
        </p:grpSpPr>
        <p:sp>
          <p:nvSpPr>
            <p:cNvPr id="371" name="Freeform 370">
              <a:extLst>
                <a:ext uri="{FF2B5EF4-FFF2-40B4-BE49-F238E27FC236}">
                  <a16:creationId xmlns:a16="http://schemas.microsoft.com/office/drawing/2014/main" id="{21662630-62BB-AE4A-A779-AEACD21E6D7C}"/>
                </a:ext>
              </a:extLst>
            </p:cNvPr>
            <p:cNvSpPr/>
            <p:nvPr/>
          </p:nvSpPr>
          <p:spPr>
            <a:xfrm>
              <a:off x="9048399" y="3035682"/>
              <a:ext cx="1124807" cy="1337915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82604 w 1558990"/>
                <a:gd name="connsiteY0" fmla="*/ 534641 h 1810599"/>
                <a:gd name="connsiteX1" fmla="*/ 22252 w 1558990"/>
                <a:gd name="connsiteY1" fmla="*/ 940200 h 1810599"/>
                <a:gd name="connsiteX2" fmla="*/ 167457 w 1558990"/>
                <a:gd name="connsiteY2" fmla="*/ 1672556 h 1810599"/>
                <a:gd name="connsiteX3" fmla="*/ 1208772 w 1558990"/>
                <a:gd name="connsiteY3" fmla="*/ 1775650 h 1810599"/>
                <a:gd name="connsiteX4" fmla="*/ 1543003 w 1558990"/>
                <a:gd name="connsiteY4" fmla="*/ 1257671 h 1810599"/>
                <a:gd name="connsiteX5" fmla="*/ 1490762 w 1558990"/>
                <a:gd name="connsiteY5" fmla="*/ 672856 h 1810599"/>
                <a:gd name="connsiteX6" fmla="*/ 1359176 w 1558990"/>
                <a:gd name="connsiteY6" fmla="*/ 154877 h 1810599"/>
                <a:gd name="connsiteX7" fmla="*/ 861336 w 1558990"/>
                <a:gd name="connsiteY7" fmla="*/ 21205 h 1810599"/>
                <a:gd name="connsiteX8" fmla="*/ 382604 w 1558990"/>
                <a:gd name="connsiteY8" fmla="*/ 534641 h 1810599"/>
                <a:gd name="connsiteX0" fmla="*/ 393458 w 1593840"/>
                <a:gd name="connsiteY0" fmla="*/ 534641 h 1793264"/>
                <a:gd name="connsiteX1" fmla="*/ 33106 w 1593840"/>
                <a:gd name="connsiteY1" fmla="*/ 940200 h 1793264"/>
                <a:gd name="connsiteX2" fmla="*/ 178311 w 1593840"/>
                <a:gd name="connsiteY2" fmla="*/ 1672556 h 1793264"/>
                <a:gd name="connsiteX3" fmla="*/ 1464139 w 1593840"/>
                <a:gd name="connsiteY3" fmla="*/ 1752440 h 1793264"/>
                <a:gd name="connsiteX4" fmla="*/ 1553857 w 1593840"/>
                <a:gd name="connsiteY4" fmla="*/ 1257671 h 1793264"/>
                <a:gd name="connsiteX5" fmla="*/ 1501616 w 1593840"/>
                <a:gd name="connsiteY5" fmla="*/ 672856 h 1793264"/>
                <a:gd name="connsiteX6" fmla="*/ 1370030 w 1593840"/>
                <a:gd name="connsiteY6" fmla="*/ 154877 h 1793264"/>
                <a:gd name="connsiteX7" fmla="*/ 872190 w 1593840"/>
                <a:gd name="connsiteY7" fmla="*/ 21205 h 1793264"/>
                <a:gd name="connsiteX8" fmla="*/ 393458 w 1593840"/>
                <a:gd name="connsiteY8" fmla="*/ 534641 h 1793264"/>
                <a:gd name="connsiteX0" fmla="*/ 393458 w 1566550"/>
                <a:gd name="connsiteY0" fmla="*/ 534641 h 1840341"/>
                <a:gd name="connsiteX1" fmla="*/ 33106 w 1566550"/>
                <a:gd name="connsiteY1" fmla="*/ 940200 h 1840341"/>
                <a:gd name="connsiteX2" fmla="*/ 178311 w 1566550"/>
                <a:gd name="connsiteY2" fmla="*/ 1672556 h 1840341"/>
                <a:gd name="connsiteX3" fmla="*/ 1464139 w 1566550"/>
                <a:gd name="connsiteY3" fmla="*/ 1752440 h 1840341"/>
                <a:gd name="connsiteX4" fmla="*/ 1553857 w 1566550"/>
                <a:gd name="connsiteY4" fmla="*/ 1257671 h 1840341"/>
                <a:gd name="connsiteX5" fmla="*/ 1501616 w 1566550"/>
                <a:gd name="connsiteY5" fmla="*/ 672856 h 1840341"/>
                <a:gd name="connsiteX6" fmla="*/ 1370030 w 1566550"/>
                <a:gd name="connsiteY6" fmla="*/ 154877 h 1840341"/>
                <a:gd name="connsiteX7" fmla="*/ 872190 w 1566550"/>
                <a:gd name="connsiteY7" fmla="*/ 21205 h 1840341"/>
                <a:gd name="connsiteX8" fmla="*/ 393458 w 1566550"/>
                <a:gd name="connsiteY8" fmla="*/ 534641 h 1840341"/>
                <a:gd name="connsiteX0" fmla="*/ 393458 w 1555557"/>
                <a:gd name="connsiteY0" fmla="*/ 534641 h 1787187"/>
                <a:gd name="connsiteX1" fmla="*/ 33106 w 1555557"/>
                <a:gd name="connsiteY1" fmla="*/ 940200 h 1787187"/>
                <a:gd name="connsiteX2" fmla="*/ 178311 w 1555557"/>
                <a:gd name="connsiteY2" fmla="*/ 1672556 h 1787187"/>
                <a:gd name="connsiteX3" fmla="*/ 1464139 w 1555557"/>
                <a:gd name="connsiteY3" fmla="*/ 1752440 h 1787187"/>
                <a:gd name="connsiteX4" fmla="*/ 1553857 w 1555557"/>
                <a:gd name="connsiteY4" fmla="*/ 1257671 h 1787187"/>
                <a:gd name="connsiteX5" fmla="*/ 1501616 w 1555557"/>
                <a:gd name="connsiteY5" fmla="*/ 672856 h 1787187"/>
                <a:gd name="connsiteX6" fmla="*/ 1370030 w 1555557"/>
                <a:gd name="connsiteY6" fmla="*/ 154877 h 1787187"/>
                <a:gd name="connsiteX7" fmla="*/ 872190 w 1555557"/>
                <a:gd name="connsiteY7" fmla="*/ 21205 h 1787187"/>
                <a:gd name="connsiteX8" fmla="*/ 393458 w 1555557"/>
                <a:gd name="connsiteY8" fmla="*/ 534641 h 1787187"/>
                <a:gd name="connsiteX0" fmla="*/ 401126 w 1664928"/>
                <a:gd name="connsiteY0" fmla="*/ 534641 h 1783934"/>
                <a:gd name="connsiteX1" fmla="*/ 40774 w 1664928"/>
                <a:gd name="connsiteY1" fmla="*/ 940200 h 1783934"/>
                <a:gd name="connsiteX2" fmla="*/ 185979 w 1664928"/>
                <a:gd name="connsiteY2" fmla="*/ 1672556 h 1783934"/>
                <a:gd name="connsiteX3" fmla="*/ 1618513 w 1664928"/>
                <a:gd name="connsiteY3" fmla="*/ 1747798 h 1783934"/>
                <a:gd name="connsiteX4" fmla="*/ 1561525 w 1664928"/>
                <a:gd name="connsiteY4" fmla="*/ 1257671 h 1783934"/>
                <a:gd name="connsiteX5" fmla="*/ 1509284 w 1664928"/>
                <a:gd name="connsiteY5" fmla="*/ 672856 h 1783934"/>
                <a:gd name="connsiteX6" fmla="*/ 1377698 w 1664928"/>
                <a:gd name="connsiteY6" fmla="*/ 154877 h 1783934"/>
                <a:gd name="connsiteX7" fmla="*/ 879858 w 1664928"/>
                <a:gd name="connsiteY7" fmla="*/ 21205 h 1783934"/>
                <a:gd name="connsiteX8" fmla="*/ 401126 w 1664928"/>
                <a:gd name="connsiteY8" fmla="*/ 534641 h 1783934"/>
                <a:gd name="connsiteX0" fmla="*/ 408119 w 1718774"/>
                <a:gd name="connsiteY0" fmla="*/ 534641 h 1826522"/>
                <a:gd name="connsiteX1" fmla="*/ 47767 w 1718774"/>
                <a:gd name="connsiteY1" fmla="*/ 940200 h 1826522"/>
                <a:gd name="connsiteX2" fmla="*/ 179001 w 1718774"/>
                <a:gd name="connsiteY2" fmla="*/ 1742186 h 1826522"/>
                <a:gd name="connsiteX3" fmla="*/ 1625506 w 1718774"/>
                <a:gd name="connsiteY3" fmla="*/ 1747798 h 1826522"/>
                <a:gd name="connsiteX4" fmla="*/ 1568518 w 1718774"/>
                <a:gd name="connsiteY4" fmla="*/ 1257671 h 1826522"/>
                <a:gd name="connsiteX5" fmla="*/ 1516277 w 1718774"/>
                <a:gd name="connsiteY5" fmla="*/ 672856 h 1826522"/>
                <a:gd name="connsiteX6" fmla="*/ 1384691 w 1718774"/>
                <a:gd name="connsiteY6" fmla="*/ 154877 h 1826522"/>
                <a:gd name="connsiteX7" fmla="*/ 886851 w 1718774"/>
                <a:gd name="connsiteY7" fmla="*/ 21205 h 1826522"/>
                <a:gd name="connsiteX8" fmla="*/ 408119 w 1718774"/>
                <a:gd name="connsiteY8" fmla="*/ 534641 h 1826522"/>
                <a:gd name="connsiteX0" fmla="*/ 477759 w 1796623"/>
                <a:gd name="connsiteY0" fmla="*/ 534641 h 1818043"/>
                <a:gd name="connsiteX1" fmla="*/ 117407 w 1796623"/>
                <a:gd name="connsiteY1" fmla="*/ 940200 h 1818043"/>
                <a:gd name="connsiteX2" fmla="*/ 136864 w 1796623"/>
                <a:gd name="connsiteY2" fmla="*/ 1728260 h 1818043"/>
                <a:gd name="connsiteX3" fmla="*/ 1695146 w 1796623"/>
                <a:gd name="connsiteY3" fmla="*/ 1747798 h 1818043"/>
                <a:gd name="connsiteX4" fmla="*/ 1638158 w 1796623"/>
                <a:gd name="connsiteY4" fmla="*/ 1257671 h 1818043"/>
                <a:gd name="connsiteX5" fmla="*/ 1585917 w 1796623"/>
                <a:gd name="connsiteY5" fmla="*/ 672856 h 1818043"/>
                <a:gd name="connsiteX6" fmla="*/ 1454331 w 1796623"/>
                <a:gd name="connsiteY6" fmla="*/ 154877 h 1818043"/>
                <a:gd name="connsiteX7" fmla="*/ 956491 w 1796623"/>
                <a:gd name="connsiteY7" fmla="*/ 21205 h 1818043"/>
                <a:gd name="connsiteX8" fmla="*/ 477759 w 1796623"/>
                <a:gd name="connsiteY8" fmla="*/ 534641 h 1818043"/>
                <a:gd name="connsiteX0" fmla="*/ 396783 w 1688820"/>
                <a:gd name="connsiteY0" fmla="*/ 534641 h 1815615"/>
                <a:gd name="connsiteX1" fmla="*/ 36431 w 1688820"/>
                <a:gd name="connsiteY1" fmla="*/ 940200 h 1815615"/>
                <a:gd name="connsiteX2" fmla="*/ 55888 w 1688820"/>
                <a:gd name="connsiteY2" fmla="*/ 1728260 h 1815615"/>
                <a:gd name="connsiteX3" fmla="*/ 421834 w 1688820"/>
                <a:gd name="connsiteY3" fmla="*/ 1798118 h 1815615"/>
                <a:gd name="connsiteX4" fmla="*/ 1614170 w 1688820"/>
                <a:gd name="connsiteY4" fmla="*/ 1747798 h 1815615"/>
                <a:gd name="connsiteX5" fmla="*/ 1557182 w 1688820"/>
                <a:gd name="connsiteY5" fmla="*/ 1257671 h 1815615"/>
                <a:gd name="connsiteX6" fmla="*/ 1504941 w 1688820"/>
                <a:gd name="connsiteY6" fmla="*/ 672856 h 1815615"/>
                <a:gd name="connsiteX7" fmla="*/ 1373355 w 1688820"/>
                <a:gd name="connsiteY7" fmla="*/ 154877 h 1815615"/>
                <a:gd name="connsiteX8" fmla="*/ 875515 w 1688820"/>
                <a:gd name="connsiteY8" fmla="*/ 21205 h 1815615"/>
                <a:gd name="connsiteX9" fmla="*/ 396783 w 1688820"/>
                <a:gd name="connsiteY9" fmla="*/ 534641 h 1815615"/>
                <a:gd name="connsiteX0" fmla="*/ 394951 w 1689541"/>
                <a:gd name="connsiteY0" fmla="*/ 534641 h 1877271"/>
                <a:gd name="connsiteX1" fmla="*/ 34599 w 1689541"/>
                <a:gd name="connsiteY1" fmla="*/ 940200 h 1877271"/>
                <a:gd name="connsiteX2" fmla="*/ 54056 w 1689541"/>
                <a:gd name="connsiteY2" fmla="*/ 1728260 h 1877271"/>
                <a:gd name="connsiteX3" fmla="*/ 385071 w 1689541"/>
                <a:gd name="connsiteY3" fmla="*/ 1877032 h 1877271"/>
                <a:gd name="connsiteX4" fmla="*/ 1612338 w 1689541"/>
                <a:gd name="connsiteY4" fmla="*/ 1747798 h 1877271"/>
                <a:gd name="connsiteX5" fmla="*/ 1555350 w 1689541"/>
                <a:gd name="connsiteY5" fmla="*/ 1257671 h 1877271"/>
                <a:gd name="connsiteX6" fmla="*/ 1503109 w 1689541"/>
                <a:gd name="connsiteY6" fmla="*/ 672856 h 1877271"/>
                <a:gd name="connsiteX7" fmla="*/ 1371523 w 1689541"/>
                <a:gd name="connsiteY7" fmla="*/ 154877 h 1877271"/>
                <a:gd name="connsiteX8" fmla="*/ 873683 w 1689541"/>
                <a:gd name="connsiteY8" fmla="*/ 21205 h 1877271"/>
                <a:gd name="connsiteX9" fmla="*/ 394951 w 1689541"/>
                <a:gd name="connsiteY9" fmla="*/ 534641 h 1877271"/>
                <a:gd name="connsiteX0" fmla="*/ 394949 w 1689541"/>
                <a:gd name="connsiteY0" fmla="*/ 534641 h 1877032"/>
                <a:gd name="connsiteX1" fmla="*/ 34597 w 1689541"/>
                <a:gd name="connsiteY1" fmla="*/ 940200 h 1877032"/>
                <a:gd name="connsiteX2" fmla="*/ 54054 w 1689541"/>
                <a:gd name="connsiteY2" fmla="*/ 1728260 h 1877032"/>
                <a:gd name="connsiteX3" fmla="*/ 385069 w 1689541"/>
                <a:gd name="connsiteY3" fmla="*/ 1877032 h 1877032"/>
                <a:gd name="connsiteX4" fmla="*/ 1612336 w 1689541"/>
                <a:gd name="connsiteY4" fmla="*/ 1747798 h 1877032"/>
                <a:gd name="connsiteX5" fmla="*/ 1555348 w 1689541"/>
                <a:gd name="connsiteY5" fmla="*/ 1257671 h 1877032"/>
                <a:gd name="connsiteX6" fmla="*/ 1503107 w 1689541"/>
                <a:gd name="connsiteY6" fmla="*/ 672856 h 1877032"/>
                <a:gd name="connsiteX7" fmla="*/ 1371521 w 1689541"/>
                <a:gd name="connsiteY7" fmla="*/ 154877 h 1877032"/>
                <a:gd name="connsiteX8" fmla="*/ 873681 w 1689541"/>
                <a:gd name="connsiteY8" fmla="*/ 21205 h 1877032"/>
                <a:gd name="connsiteX9" fmla="*/ 394949 w 1689541"/>
                <a:gd name="connsiteY9" fmla="*/ 534641 h 1877032"/>
                <a:gd name="connsiteX0" fmla="*/ 394949 w 1683795"/>
                <a:gd name="connsiteY0" fmla="*/ 534641 h 1877032"/>
                <a:gd name="connsiteX1" fmla="*/ 34597 w 1683795"/>
                <a:gd name="connsiteY1" fmla="*/ 940200 h 1877032"/>
                <a:gd name="connsiteX2" fmla="*/ 54054 w 1683795"/>
                <a:gd name="connsiteY2" fmla="*/ 1728260 h 1877032"/>
                <a:gd name="connsiteX3" fmla="*/ 385069 w 1683795"/>
                <a:gd name="connsiteY3" fmla="*/ 1877032 h 1877032"/>
                <a:gd name="connsiteX4" fmla="*/ 1605349 w 1683795"/>
                <a:gd name="connsiteY4" fmla="*/ 1798860 h 1877032"/>
                <a:gd name="connsiteX5" fmla="*/ 1555348 w 1683795"/>
                <a:gd name="connsiteY5" fmla="*/ 1257671 h 1877032"/>
                <a:gd name="connsiteX6" fmla="*/ 1503107 w 1683795"/>
                <a:gd name="connsiteY6" fmla="*/ 672856 h 1877032"/>
                <a:gd name="connsiteX7" fmla="*/ 1371521 w 1683795"/>
                <a:gd name="connsiteY7" fmla="*/ 154877 h 1877032"/>
                <a:gd name="connsiteX8" fmla="*/ 873681 w 1683795"/>
                <a:gd name="connsiteY8" fmla="*/ 21205 h 1877032"/>
                <a:gd name="connsiteX9" fmla="*/ 394949 w 1683795"/>
                <a:gd name="connsiteY9" fmla="*/ 534641 h 1877032"/>
                <a:gd name="connsiteX0" fmla="*/ 394949 w 1720794"/>
                <a:gd name="connsiteY0" fmla="*/ 534641 h 1877032"/>
                <a:gd name="connsiteX1" fmla="*/ 34597 w 1720794"/>
                <a:gd name="connsiteY1" fmla="*/ 940200 h 1877032"/>
                <a:gd name="connsiteX2" fmla="*/ 54054 w 1720794"/>
                <a:gd name="connsiteY2" fmla="*/ 1728260 h 1877032"/>
                <a:gd name="connsiteX3" fmla="*/ 385069 w 1720794"/>
                <a:gd name="connsiteY3" fmla="*/ 1877032 h 1877032"/>
                <a:gd name="connsiteX4" fmla="*/ 1605349 w 1720794"/>
                <a:gd name="connsiteY4" fmla="*/ 1798860 h 1877032"/>
                <a:gd name="connsiteX5" fmla="*/ 1555348 w 1720794"/>
                <a:gd name="connsiteY5" fmla="*/ 1257671 h 1877032"/>
                <a:gd name="connsiteX6" fmla="*/ 1503107 w 1720794"/>
                <a:gd name="connsiteY6" fmla="*/ 672856 h 1877032"/>
                <a:gd name="connsiteX7" fmla="*/ 1371521 w 1720794"/>
                <a:gd name="connsiteY7" fmla="*/ 154877 h 1877032"/>
                <a:gd name="connsiteX8" fmla="*/ 873681 w 1720794"/>
                <a:gd name="connsiteY8" fmla="*/ 21205 h 1877032"/>
                <a:gd name="connsiteX9" fmla="*/ 394949 w 1720794"/>
                <a:gd name="connsiteY9" fmla="*/ 534641 h 1877032"/>
                <a:gd name="connsiteX0" fmla="*/ 394949 w 1720794"/>
                <a:gd name="connsiteY0" fmla="*/ 534641 h 1877032"/>
                <a:gd name="connsiteX1" fmla="*/ 34597 w 1720794"/>
                <a:gd name="connsiteY1" fmla="*/ 940200 h 1877032"/>
                <a:gd name="connsiteX2" fmla="*/ 54054 w 1720794"/>
                <a:gd name="connsiteY2" fmla="*/ 1728260 h 1877032"/>
                <a:gd name="connsiteX3" fmla="*/ 385069 w 1720794"/>
                <a:gd name="connsiteY3" fmla="*/ 1877032 h 1877032"/>
                <a:gd name="connsiteX4" fmla="*/ 1605349 w 1720794"/>
                <a:gd name="connsiteY4" fmla="*/ 1798860 h 1877032"/>
                <a:gd name="connsiteX5" fmla="*/ 1555348 w 1720794"/>
                <a:gd name="connsiteY5" fmla="*/ 1257671 h 1877032"/>
                <a:gd name="connsiteX6" fmla="*/ 1503107 w 1720794"/>
                <a:gd name="connsiteY6" fmla="*/ 672856 h 1877032"/>
                <a:gd name="connsiteX7" fmla="*/ 1371521 w 1720794"/>
                <a:gd name="connsiteY7" fmla="*/ 154877 h 1877032"/>
                <a:gd name="connsiteX8" fmla="*/ 873681 w 1720794"/>
                <a:gd name="connsiteY8" fmla="*/ 21205 h 1877032"/>
                <a:gd name="connsiteX9" fmla="*/ 394949 w 1720794"/>
                <a:gd name="connsiteY9" fmla="*/ 534641 h 1877032"/>
                <a:gd name="connsiteX0" fmla="*/ 394949 w 1671512"/>
                <a:gd name="connsiteY0" fmla="*/ 534641 h 1877032"/>
                <a:gd name="connsiteX1" fmla="*/ 34597 w 1671512"/>
                <a:gd name="connsiteY1" fmla="*/ 940200 h 1877032"/>
                <a:gd name="connsiteX2" fmla="*/ 54054 w 1671512"/>
                <a:gd name="connsiteY2" fmla="*/ 1728260 h 1877032"/>
                <a:gd name="connsiteX3" fmla="*/ 385069 w 1671512"/>
                <a:gd name="connsiteY3" fmla="*/ 1877032 h 1877032"/>
                <a:gd name="connsiteX4" fmla="*/ 1605349 w 1671512"/>
                <a:gd name="connsiteY4" fmla="*/ 1798860 h 1877032"/>
                <a:gd name="connsiteX5" fmla="*/ 1555348 w 1671512"/>
                <a:gd name="connsiteY5" fmla="*/ 1257671 h 1877032"/>
                <a:gd name="connsiteX6" fmla="*/ 1503107 w 1671512"/>
                <a:gd name="connsiteY6" fmla="*/ 672856 h 1877032"/>
                <a:gd name="connsiteX7" fmla="*/ 1371521 w 1671512"/>
                <a:gd name="connsiteY7" fmla="*/ 154877 h 1877032"/>
                <a:gd name="connsiteX8" fmla="*/ 873681 w 1671512"/>
                <a:gd name="connsiteY8" fmla="*/ 21205 h 1877032"/>
                <a:gd name="connsiteX9" fmla="*/ 394949 w 1671512"/>
                <a:gd name="connsiteY9" fmla="*/ 534641 h 1877032"/>
                <a:gd name="connsiteX0" fmla="*/ 394949 w 1677296"/>
                <a:gd name="connsiteY0" fmla="*/ 534641 h 1877032"/>
                <a:gd name="connsiteX1" fmla="*/ 34597 w 1677296"/>
                <a:gd name="connsiteY1" fmla="*/ 940200 h 1877032"/>
                <a:gd name="connsiteX2" fmla="*/ 54054 w 1677296"/>
                <a:gd name="connsiteY2" fmla="*/ 1728260 h 1877032"/>
                <a:gd name="connsiteX3" fmla="*/ 385069 w 1677296"/>
                <a:gd name="connsiteY3" fmla="*/ 1877032 h 1877032"/>
                <a:gd name="connsiteX4" fmla="*/ 1612334 w 1677296"/>
                <a:gd name="connsiteY4" fmla="*/ 1840637 h 1877032"/>
                <a:gd name="connsiteX5" fmla="*/ 1555348 w 1677296"/>
                <a:gd name="connsiteY5" fmla="*/ 1257671 h 1877032"/>
                <a:gd name="connsiteX6" fmla="*/ 1503107 w 1677296"/>
                <a:gd name="connsiteY6" fmla="*/ 672856 h 1877032"/>
                <a:gd name="connsiteX7" fmla="*/ 1371521 w 1677296"/>
                <a:gd name="connsiteY7" fmla="*/ 154877 h 1877032"/>
                <a:gd name="connsiteX8" fmla="*/ 873681 w 1677296"/>
                <a:gd name="connsiteY8" fmla="*/ 21205 h 1877032"/>
                <a:gd name="connsiteX9" fmla="*/ 394949 w 1677296"/>
                <a:gd name="connsiteY9" fmla="*/ 534641 h 1877032"/>
                <a:gd name="connsiteX0" fmla="*/ 394949 w 1677298"/>
                <a:gd name="connsiteY0" fmla="*/ 534641 h 1877032"/>
                <a:gd name="connsiteX1" fmla="*/ 34597 w 1677298"/>
                <a:gd name="connsiteY1" fmla="*/ 940200 h 1877032"/>
                <a:gd name="connsiteX2" fmla="*/ 54054 w 1677298"/>
                <a:gd name="connsiteY2" fmla="*/ 1728260 h 1877032"/>
                <a:gd name="connsiteX3" fmla="*/ 385069 w 1677298"/>
                <a:gd name="connsiteY3" fmla="*/ 1877032 h 1877032"/>
                <a:gd name="connsiteX4" fmla="*/ 1612334 w 1677298"/>
                <a:gd name="connsiteY4" fmla="*/ 1840637 h 1877032"/>
                <a:gd name="connsiteX5" fmla="*/ 1555348 w 1677298"/>
                <a:gd name="connsiteY5" fmla="*/ 1257671 h 1877032"/>
                <a:gd name="connsiteX6" fmla="*/ 1503107 w 1677298"/>
                <a:gd name="connsiteY6" fmla="*/ 672856 h 1877032"/>
                <a:gd name="connsiteX7" fmla="*/ 1371521 w 1677298"/>
                <a:gd name="connsiteY7" fmla="*/ 154877 h 1877032"/>
                <a:gd name="connsiteX8" fmla="*/ 873681 w 1677298"/>
                <a:gd name="connsiteY8" fmla="*/ 21205 h 1877032"/>
                <a:gd name="connsiteX9" fmla="*/ 394949 w 1677298"/>
                <a:gd name="connsiteY9" fmla="*/ 534641 h 1877032"/>
                <a:gd name="connsiteX0" fmla="*/ 394949 w 1677296"/>
                <a:gd name="connsiteY0" fmla="*/ 534641 h 1904936"/>
                <a:gd name="connsiteX1" fmla="*/ 34597 w 1677296"/>
                <a:gd name="connsiteY1" fmla="*/ 940200 h 1904936"/>
                <a:gd name="connsiteX2" fmla="*/ 54054 w 1677296"/>
                <a:gd name="connsiteY2" fmla="*/ 1728260 h 1904936"/>
                <a:gd name="connsiteX3" fmla="*/ 385069 w 1677296"/>
                <a:gd name="connsiteY3" fmla="*/ 1877032 h 1904936"/>
                <a:gd name="connsiteX4" fmla="*/ 1612334 w 1677296"/>
                <a:gd name="connsiteY4" fmla="*/ 1840637 h 1904936"/>
                <a:gd name="connsiteX5" fmla="*/ 1555348 w 1677296"/>
                <a:gd name="connsiteY5" fmla="*/ 1257671 h 1904936"/>
                <a:gd name="connsiteX6" fmla="*/ 1503107 w 1677296"/>
                <a:gd name="connsiteY6" fmla="*/ 672856 h 1904936"/>
                <a:gd name="connsiteX7" fmla="*/ 1371521 w 1677296"/>
                <a:gd name="connsiteY7" fmla="*/ 154877 h 1904936"/>
                <a:gd name="connsiteX8" fmla="*/ 873681 w 1677296"/>
                <a:gd name="connsiteY8" fmla="*/ 21205 h 1904936"/>
                <a:gd name="connsiteX9" fmla="*/ 394949 w 1677296"/>
                <a:gd name="connsiteY9" fmla="*/ 534641 h 1904936"/>
                <a:gd name="connsiteX0" fmla="*/ 461539 w 1743887"/>
                <a:gd name="connsiteY0" fmla="*/ 534641 h 1904936"/>
                <a:gd name="connsiteX1" fmla="*/ 101187 w 1743887"/>
                <a:gd name="connsiteY1" fmla="*/ 940200 h 1904936"/>
                <a:gd name="connsiteX2" fmla="*/ 22840 w 1743887"/>
                <a:gd name="connsiteY2" fmla="*/ 1737812 h 1904936"/>
                <a:gd name="connsiteX3" fmla="*/ 451659 w 1743887"/>
                <a:gd name="connsiteY3" fmla="*/ 1877032 h 1904936"/>
                <a:gd name="connsiteX4" fmla="*/ 1678924 w 1743887"/>
                <a:gd name="connsiteY4" fmla="*/ 1840637 h 1904936"/>
                <a:gd name="connsiteX5" fmla="*/ 1621938 w 1743887"/>
                <a:gd name="connsiteY5" fmla="*/ 1257671 h 1904936"/>
                <a:gd name="connsiteX6" fmla="*/ 1569697 w 1743887"/>
                <a:gd name="connsiteY6" fmla="*/ 672856 h 1904936"/>
                <a:gd name="connsiteX7" fmla="*/ 1438111 w 1743887"/>
                <a:gd name="connsiteY7" fmla="*/ 154877 h 1904936"/>
                <a:gd name="connsiteX8" fmla="*/ 940271 w 1743887"/>
                <a:gd name="connsiteY8" fmla="*/ 21205 h 1904936"/>
                <a:gd name="connsiteX9" fmla="*/ 461539 w 1743887"/>
                <a:gd name="connsiteY9" fmla="*/ 534641 h 1904936"/>
                <a:gd name="connsiteX0" fmla="*/ 452050 w 1756359"/>
                <a:gd name="connsiteY0" fmla="*/ 534641 h 1891359"/>
                <a:gd name="connsiteX1" fmla="*/ 91698 w 1756359"/>
                <a:gd name="connsiteY1" fmla="*/ 940200 h 1891359"/>
                <a:gd name="connsiteX2" fmla="*/ 13351 w 1756359"/>
                <a:gd name="connsiteY2" fmla="*/ 1737812 h 1891359"/>
                <a:gd name="connsiteX3" fmla="*/ 309435 w 1756359"/>
                <a:gd name="connsiteY3" fmla="*/ 1891359 h 1891359"/>
                <a:gd name="connsiteX4" fmla="*/ 1669435 w 1756359"/>
                <a:gd name="connsiteY4" fmla="*/ 1840637 h 1891359"/>
                <a:gd name="connsiteX5" fmla="*/ 1612449 w 1756359"/>
                <a:gd name="connsiteY5" fmla="*/ 1257671 h 1891359"/>
                <a:gd name="connsiteX6" fmla="*/ 1560208 w 1756359"/>
                <a:gd name="connsiteY6" fmla="*/ 672856 h 1891359"/>
                <a:gd name="connsiteX7" fmla="*/ 1428622 w 1756359"/>
                <a:gd name="connsiteY7" fmla="*/ 154877 h 1891359"/>
                <a:gd name="connsiteX8" fmla="*/ 930782 w 1756359"/>
                <a:gd name="connsiteY8" fmla="*/ 21205 h 1891359"/>
                <a:gd name="connsiteX9" fmla="*/ 452050 w 1756359"/>
                <a:gd name="connsiteY9" fmla="*/ 534641 h 1891359"/>
                <a:gd name="connsiteX0" fmla="*/ 452050 w 1756257"/>
                <a:gd name="connsiteY0" fmla="*/ 534641 h 1891359"/>
                <a:gd name="connsiteX1" fmla="*/ 91698 w 1756257"/>
                <a:gd name="connsiteY1" fmla="*/ 940200 h 1891359"/>
                <a:gd name="connsiteX2" fmla="*/ 13351 w 1756257"/>
                <a:gd name="connsiteY2" fmla="*/ 1737812 h 1891359"/>
                <a:gd name="connsiteX3" fmla="*/ 309435 w 1756257"/>
                <a:gd name="connsiteY3" fmla="*/ 1891359 h 1891359"/>
                <a:gd name="connsiteX4" fmla="*/ 1669435 w 1756257"/>
                <a:gd name="connsiteY4" fmla="*/ 1840637 h 1891359"/>
                <a:gd name="connsiteX5" fmla="*/ 1612449 w 1756257"/>
                <a:gd name="connsiteY5" fmla="*/ 1257671 h 1891359"/>
                <a:gd name="connsiteX6" fmla="*/ 1563496 w 1756257"/>
                <a:gd name="connsiteY6" fmla="*/ 959631 h 1891359"/>
                <a:gd name="connsiteX7" fmla="*/ 1560208 w 1756257"/>
                <a:gd name="connsiteY7" fmla="*/ 672856 h 1891359"/>
                <a:gd name="connsiteX8" fmla="*/ 1428622 w 1756257"/>
                <a:gd name="connsiteY8" fmla="*/ 154877 h 1891359"/>
                <a:gd name="connsiteX9" fmla="*/ 930782 w 1756257"/>
                <a:gd name="connsiteY9" fmla="*/ 21205 h 1891359"/>
                <a:gd name="connsiteX10" fmla="*/ 452050 w 1756257"/>
                <a:gd name="connsiteY10" fmla="*/ 534641 h 1891359"/>
                <a:gd name="connsiteX0" fmla="*/ 452050 w 1764590"/>
                <a:gd name="connsiteY0" fmla="*/ 534641 h 1891359"/>
                <a:gd name="connsiteX1" fmla="*/ 91698 w 1764590"/>
                <a:gd name="connsiteY1" fmla="*/ 940200 h 1891359"/>
                <a:gd name="connsiteX2" fmla="*/ 13351 w 1764590"/>
                <a:gd name="connsiteY2" fmla="*/ 1737812 h 1891359"/>
                <a:gd name="connsiteX3" fmla="*/ 309435 w 1764590"/>
                <a:gd name="connsiteY3" fmla="*/ 1891359 h 1891359"/>
                <a:gd name="connsiteX4" fmla="*/ 1669435 w 1764590"/>
                <a:gd name="connsiteY4" fmla="*/ 1840637 h 1891359"/>
                <a:gd name="connsiteX5" fmla="*/ 1612449 w 1764590"/>
                <a:gd name="connsiteY5" fmla="*/ 1257671 h 1891359"/>
                <a:gd name="connsiteX6" fmla="*/ 1309780 w 1764590"/>
                <a:gd name="connsiteY6" fmla="*/ 1046341 h 1891359"/>
                <a:gd name="connsiteX7" fmla="*/ 1560208 w 1764590"/>
                <a:gd name="connsiteY7" fmla="*/ 672856 h 1891359"/>
                <a:gd name="connsiteX8" fmla="*/ 1428622 w 1764590"/>
                <a:gd name="connsiteY8" fmla="*/ 154877 h 1891359"/>
                <a:gd name="connsiteX9" fmla="*/ 930782 w 1764590"/>
                <a:gd name="connsiteY9" fmla="*/ 21205 h 1891359"/>
                <a:gd name="connsiteX10" fmla="*/ 452050 w 1764590"/>
                <a:gd name="connsiteY10" fmla="*/ 534641 h 1891359"/>
                <a:gd name="connsiteX0" fmla="*/ 452050 w 1764592"/>
                <a:gd name="connsiteY0" fmla="*/ 534641 h 1891359"/>
                <a:gd name="connsiteX1" fmla="*/ 91698 w 1764592"/>
                <a:gd name="connsiteY1" fmla="*/ 940200 h 1891359"/>
                <a:gd name="connsiteX2" fmla="*/ 13351 w 1764592"/>
                <a:gd name="connsiteY2" fmla="*/ 1737812 h 1891359"/>
                <a:gd name="connsiteX3" fmla="*/ 309435 w 1764592"/>
                <a:gd name="connsiteY3" fmla="*/ 1891359 h 1891359"/>
                <a:gd name="connsiteX4" fmla="*/ 1669435 w 1764592"/>
                <a:gd name="connsiteY4" fmla="*/ 1840637 h 1891359"/>
                <a:gd name="connsiteX5" fmla="*/ 1612449 w 1764592"/>
                <a:gd name="connsiteY5" fmla="*/ 1257671 h 1891359"/>
                <a:gd name="connsiteX6" fmla="*/ 1309780 w 1764592"/>
                <a:gd name="connsiteY6" fmla="*/ 1046341 h 1891359"/>
                <a:gd name="connsiteX7" fmla="*/ 1560208 w 1764592"/>
                <a:gd name="connsiteY7" fmla="*/ 672856 h 1891359"/>
                <a:gd name="connsiteX8" fmla="*/ 1428622 w 1764592"/>
                <a:gd name="connsiteY8" fmla="*/ 154877 h 1891359"/>
                <a:gd name="connsiteX9" fmla="*/ 930782 w 1764592"/>
                <a:gd name="connsiteY9" fmla="*/ 21205 h 1891359"/>
                <a:gd name="connsiteX10" fmla="*/ 452050 w 1764592"/>
                <a:gd name="connsiteY10" fmla="*/ 534641 h 1891359"/>
                <a:gd name="connsiteX0" fmla="*/ 452050 w 1764590"/>
                <a:gd name="connsiteY0" fmla="*/ 534641 h 1891359"/>
                <a:gd name="connsiteX1" fmla="*/ 91698 w 1764590"/>
                <a:gd name="connsiteY1" fmla="*/ 940200 h 1891359"/>
                <a:gd name="connsiteX2" fmla="*/ 13351 w 1764590"/>
                <a:gd name="connsiteY2" fmla="*/ 1737812 h 1891359"/>
                <a:gd name="connsiteX3" fmla="*/ 309435 w 1764590"/>
                <a:gd name="connsiteY3" fmla="*/ 1891359 h 1891359"/>
                <a:gd name="connsiteX4" fmla="*/ 1669435 w 1764590"/>
                <a:gd name="connsiteY4" fmla="*/ 1840637 h 1891359"/>
                <a:gd name="connsiteX5" fmla="*/ 1612449 w 1764590"/>
                <a:gd name="connsiteY5" fmla="*/ 1257671 h 1891359"/>
                <a:gd name="connsiteX6" fmla="*/ 1309780 w 1764590"/>
                <a:gd name="connsiteY6" fmla="*/ 1046341 h 1891359"/>
                <a:gd name="connsiteX7" fmla="*/ 1560208 w 1764590"/>
                <a:gd name="connsiteY7" fmla="*/ 672856 h 1891359"/>
                <a:gd name="connsiteX8" fmla="*/ 1428622 w 1764590"/>
                <a:gd name="connsiteY8" fmla="*/ 154877 h 1891359"/>
                <a:gd name="connsiteX9" fmla="*/ 930782 w 1764590"/>
                <a:gd name="connsiteY9" fmla="*/ 21205 h 1891359"/>
                <a:gd name="connsiteX10" fmla="*/ 452050 w 1764590"/>
                <a:gd name="connsiteY10" fmla="*/ 534641 h 1891359"/>
                <a:gd name="connsiteX0" fmla="*/ 452050 w 1792731"/>
                <a:gd name="connsiteY0" fmla="*/ 534641 h 1891359"/>
                <a:gd name="connsiteX1" fmla="*/ 91698 w 1792731"/>
                <a:gd name="connsiteY1" fmla="*/ 940200 h 1891359"/>
                <a:gd name="connsiteX2" fmla="*/ 13351 w 1792731"/>
                <a:gd name="connsiteY2" fmla="*/ 1737812 h 1891359"/>
                <a:gd name="connsiteX3" fmla="*/ 309435 w 1792731"/>
                <a:gd name="connsiteY3" fmla="*/ 1891359 h 1891359"/>
                <a:gd name="connsiteX4" fmla="*/ 1669435 w 1792731"/>
                <a:gd name="connsiteY4" fmla="*/ 1840637 h 1891359"/>
                <a:gd name="connsiteX5" fmla="*/ 1688563 w 1792731"/>
                <a:gd name="connsiteY5" fmla="*/ 1292355 h 1891359"/>
                <a:gd name="connsiteX6" fmla="*/ 1309780 w 1792731"/>
                <a:gd name="connsiteY6" fmla="*/ 1046341 h 1891359"/>
                <a:gd name="connsiteX7" fmla="*/ 1560208 w 1792731"/>
                <a:gd name="connsiteY7" fmla="*/ 672856 h 1891359"/>
                <a:gd name="connsiteX8" fmla="*/ 1428622 w 1792731"/>
                <a:gd name="connsiteY8" fmla="*/ 154877 h 1891359"/>
                <a:gd name="connsiteX9" fmla="*/ 930782 w 1792731"/>
                <a:gd name="connsiteY9" fmla="*/ 21205 h 1891359"/>
                <a:gd name="connsiteX10" fmla="*/ 452050 w 1792731"/>
                <a:gd name="connsiteY10" fmla="*/ 534641 h 1891359"/>
                <a:gd name="connsiteX0" fmla="*/ 452050 w 1814809"/>
                <a:gd name="connsiteY0" fmla="*/ 534641 h 1891359"/>
                <a:gd name="connsiteX1" fmla="*/ 91698 w 1814809"/>
                <a:gd name="connsiteY1" fmla="*/ 940200 h 1891359"/>
                <a:gd name="connsiteX2" fmla="*/ 13351 w 1814809"/>
                <a:gd name="connsiteY2" fmla="*/ 1737812 h 1891359"/>
                <a:gd name="connsiteX3" fmla="*/ 309435 w 1814809"/>
                <a:gd name="connsiteY3" fmla="*/ 1891359 h 1891359"/>
                <a:gd name="connsiteX4" fmla="*/ 1669435 w 1814809"/>
                <a:gd name="connsiteY4" fmla="*/ 1840637 h 1891359"/>
                <a:gd name="connsiteX5" fmla="*/ 1688563 w 1814809"/>
                <a:gd name="connsiteY5" fmla="*/ 1292355 h 1891359"/>
                <a:gd name="connsiteX6" fmla="*/ 1309780 w 1814809"/>
                <a:gd name="connsiteY6" fmla="*/ 1046341 h 1891359"/>
                <a:gd name="connsiteX7" fmla="*/ 1560208 w 1814809"/>
                <a:gd name="connsiteY7" fmla="*/ 672856 h 1891359"/>
                <a:gd name="connsiteX8" fmla="*/ 1428622 w 1814809"/>
                <a:gd name="connsiteY8" fmla="*/ 154877 h 1891359"/>
                <a:gd name="connsiteX9" fmla="*/ 930782 w 1814809"/>
                <a:gd name="connsiteY9" fmla="*/ 21205 h 1891359"/>
                <a:gd name="connsiteX10" fmla="*/ 452050 w 1814809"/>
                <a:gd name="connsiteY10" fmla="*/ 534641 h 1891359"/>
                <a:gd name="connsiteX0" fmla="*/ 452050 w 1814809"/>
                <a:gd name="connsiteY0" fmla="*/ 534641 h 1891359"/>
                <a:gd name="connsiteX1" fmla="*/ 91698 w 1814809"/>
                <a:gd name="connsiteY1" fmla="*/ 940200 h 1891359"/>
                <a:gd name="connsiteX2" fmla="*/ 13351 w 1814809"/>
                <a:gd name="connsiteY2" fmla="*/ 1737812 h 1891359"/>
                <a:gd name="connsiteX3" fmla="*/ 309435 w 1814809"/>
                <a:gd name="connsiteY3" fmla="*/ 1891359 h 1891359"/>
                <a:gd name="connsiteX4" fmla="*/ 1669435 w 1814809"/>
                <a:gd name="connsiteY4" fmla="*/ 1840637 h 1891359"/>
                <a:gd name="connsiteX5" fmla="*/ 1688563 w 1814809"/>
                <a:gd name="connsiteY5" fmla="*/ 1292355 h 1891359"/>
                <a:gd name="connsiteX6" fmla="*/ 1309780 w 1814809"/>
                <a:gd name="connsiteY6" fmla="*/ 1046341 h 1891359"/>
                <a:gd name="connsiteX7" fmla="*/ 1619996 w 1814809"/>
                <a:gd name="connsiteY7" fmla="*/ 526399 h 1891359"/>
                <a:gd name="connsiteX8" fmla="*/ 1428622 w 1814809"/>
                <a:gd name="connsiteY8" fmla="*/ 154877 h 1891359"/>
                <a:gd name="connsiteX9" fmla="*/ 930782 w 1814809"/>
                <a:gd name="connsiteY9" fmla="*/ 21205 h 1891359"/>
                <a:gd name="connsiteX10" fmla="*/ 452050 w 1814809"/>
                <a:gd name="connsiteY10" fmla="*/ 534641 h 1891359"/>
                <a:gd name="connsiteX0" fmla="*/ 452050 w 1814809"/>
                <a:gd name="connsiteY0" fmla="*/ 542872 h 1899590"/>
                <a:gd name="connsiteX1" fmla="*/ 91698 w 1814809"/>
                <a:gd name="connsiteY1" fmla="*/ 948431 h 1899590"/>
                <a:gd name="connsiteX2" fmla="*/ 13351 w 1814809"/>
                <a:gd name="connsiteY2" fmla="*/ 1746043 h 1899590"/>
                <a:gd name="connsiteX3" fmla="*/ 309435 w 1814809"/>
                <a:gd name="connsiteY3" fmla="*/ 1899590 h 1899590"/>
                <a:gd name="connsiteX4" fmla="*/ 1669435 w 1814809"/>
                <a:gd name="connsiteY4" fmla="*/ 1848868 h 1899590"/>
                <a:gd name="connsiteX5" fmla="*/ 1688563 w 1814809"/>
                <a:gd name="connsiteY5" fmla="*/ 1300586 h 1899590"/>
                <a:gd name="connsiteX6" fmla="*/ 1309780 w 1814809"/>
                <a:gd name="connsiteY6" fmla="*/ 1054572 h 1899590"/>
                <a:gd name="connsiteX7" fmla="*/ 1619996 w 1814809"/>
                <a:gd name="connsiteY7" fmla="*/ 534630 h 1899590"/>
                <a:gd name="connsiteX8" fmla="*/ 1488411 w 1814809"/>
                <a:gd name="connsiteY8" fmla="*/ 129049 h 1899590"/>
                <a:gd name="connsiteX9" fmla="*/ 930782 w 1814809"/>
                <a:gd name="connsiteY9" fmla="*/ 29436 h 1899590"/>
                <a:gd name="connsiteX10" fmla="*/ 452050 w 1814809"/>
                <a:gd name="connsiteY10" fmla="*/ 542872 h 1899590"/>
                <a:gd name="connsiteX0" fmla="*/ 452050 w 1814809"/>
                <a:gd name="connsiteY0" fmla="*/ 540513 h 1897231"/>
                <a:gd name="connsiteX1" fmla="*/ 91698 w 1814809"/>
                <a:gd name="connsiteY1" fmla="*/ 946072 h 1897231"/>
                <a:gd name="connsiteX2" fmla="*/ 13351 w 1814809"/>
                <a:gd name="connsiteY2" fmla="*/ 1743684 h 1897231"/>
                <a:gd name="connsiteX3" fmla="*/ 309435 w 1814809"/>
                <a:gd name="connsiteY3" fmla="*/ 1897231 h 1897231"/>
                <a:gd name="connsiteX4" fmla="*/ 1669435 w 1814809"/>
                <a:gd name="connsiteY4" fmla="*/ 1846509 h 1897231"/>
                <a:gd name="connsiteX5" fmla="*/ 1688563 w 1814809"/>
                <a:gd name="connsiteY5" fmla="*/ 1298227 h 1897231"/>
                <a:gd name="connsiteX6" fmla="*/ 1309780 w 1814809"/>
                <a:gd name="connsiteY6" fmla="*/ 1052213 h 1897231"/>
                <a:gd name="connsiteX7" fmla="*/ 1619996 w 1814809"/>
                <a:gd name="connsiteY7" fmla="*/ 532271 h 1897231"/>
                <a:gd name="connsiteX8" fmla="*/ 1488411 w 1814809"/>
                <a:gd name="connsiteY8" fmla="*/ 126690 h 1897231"/>
                <a:gd name="connsiteX9" fmla="*/ 930782 w 1814809"/>
                <a:gd name="connsiteY9" fmla="*/ 27077 h 1897231"/>
                <a:gd name="connsiteX10" fmla="*/ 452050 w 1814809"/>
                <a:gd name="connsiteY10" fmla="*/ 540513 h 1897231"/>
                <a:gd name="connsiteX0" fmla="*/ 452050 w 1814809"/>
                <a:gd name="connsiteY0" fmla="*/ 540513 h 1897231"/>
                <a:gd name="connsiteX1" fmla="*/ 91698 w 1814809"/>
                <a:gd name="connsiteY1" fmla="*/ 946072 h 1897231"/>
                <a:gd name="connsiteX2" fmla="*/ 13351 w 1814809"/>
                <a:gd name="connsiteY2" fmla="*/ 1743684 h 1897231"/>
                <a:gd name="connsiteX3" fmla="*/ 309435 w 1814809"/>
                <a:gd name="connsiteY3" fmla="*/ 1897231 h 1897231"/>
                <a:gd name="connsiteX4" fmla="*/ 1669435 w 1814809"/>
                <a:gd name="connsiteY4" fmla="*/ 1846509 h 1897231"/>
                <a:gd name="connsiteX5" fmla="*/ 1688563 w 1814809"/>
                <a:gd name="connsiteY5" fmla="*/ 1298227 h 1897231"/>
                <a:gd name="connsiteX6" fmla="*/ 1309780 w 1814809"/>
                <a:gd name="connsiteY6" fmla="*/ 1052213 h 1897231"/>
                <a:gd name="connsiteX7" fmla="*/ 1619996 w 1814809"/>
                <a:gd name="connsiteY7" fmla="*/ 532271 h 1897231"/>
                <a:gd name="connsiteX8" fmla="*/ 1488411 w 1814809"/>
                <a:gd name="connsiteY8" fmla="*/ 126690 h 1897231"/>
                <a:gd name="connsiteX9" fmla="*/ 930782 w 1814809"/>
                <a:gd name="connsiteY9" fmla="*/ 27077 h 1897231"/>
                <a:gd name="connsiteX10" fmla="*/ 452050 w 1814809"/>
                <a:gd name="connsiteY10" fmla="*/ 540513 h 1897231"/>
                <a:gd name="connsiteX0" fmla="*/ 288567 w 1811701"/>
                <a:gd name="connsiteY0" fmla="*/ 555674 h 1898251"/>
                <a:gd name="connsiteX1" fmla="*/ 88590 w 1811701"/>
                <a:gd name="connsiteY1" fmla="*/ 947092 h 1898251"/>
                <a:gd name="connsiteX2" fmla="*/ 10243 w 1811701"/>
                <a:gd name="connsiteY2" fmla="*/ 1744704 h 1898251"/>
                <a:gd name="connsiteX3" fmla="*/ 306327 w 1811701"/>
                <a:gd name="connsiteY3" fmla="*/ 1898251 h 1898251"/>
                <a:gd name="connsiteX4" fmla="*/ 1666327 w 1811701"/>
                <a:gd name="connsiteY4" fmla="*/ 1847529 h 1898251"/>
                <a:gd name="connsiteX5" fmla="*/ 1685455 w 1811701"/>
                <a:gd name="connsiteY5" fmla="*/ 1299247 h 1898251"/>
                <a:gd name="connsiteX6" fmla="*/ 1306672 w 1811701"/>
                <a:gd name="connsiteY6" fmla="*/ 1053233 h 1898251"/>
                <a:gd name="connsiteX7" fmla="*/ 1616888 w 1811701"/>
                <a:gd name="connsiteY7" fmla="*/ 533291 h 1898251"/>
                <a:gd name="connsiteX8" fmla="*/ 1485303 w 1811701"/>
                <a:gd name="connsiteY8" fmla="*/ 127710 h 1898251"/>
                <a:gd name="connsiteX9" fmla="*/ 927674 w 1811701"/>
                <a:gd name="connsiteY9" fmla="*/ 28097 h 1898251"/>
                <a:gd name="connsiteX10" fmla="*/ 288567 w 1811701"/>
                <a:gd name="connsiteY10" fmla="*/ 555674 h 1898251"/>
                <a:gd name="connsiteX0" fmla="*/ 288567 w 1811701"/>
                <a:gd name="connsiteY0" fmla="*/ 479828 h 1822405"/>
                <a:gd name="connsiteX1" fmla="*/ 88590 w 1811701"/>
                <a:gd name="connsiteY1" fmla="*/ 871246 h 1822405"/>
                <a:gd name="connsiteX2" fmla="*/ 10243 w 1811701"/>
                <a:gd name="connsiteY2" fmla="*/ 1668858 h 1822405"/>
                <a:gd name="connsiteX3" fmla="*/ 306327 w 1811701"/>
                <a:gd name="connsiteY3" fmla="*/ 1822405 h 1822405"/>
                <a:gd name="connsiteX4" fmla="*/ 1666327 w 1811701"/>
                <a:gd name="connsiteY4" fmla="*/ 1771683 h 1822405"/>
                <a:gd name="connsiteX5" fmla="*/ 1685455 w 1811701"/>
                <a:gd name="connsiteY5" fmla="*/ 1223401 h 1822405"/>
                <a:gd name="connsiteX6" fmla="*/ 1306672 w 1811701"/>
                <a:gd name="connsiteY6" fmla="*/ 977387 h 1822405"/>
                <a:gd name="connsiteX7" fmla="*/ 1616888 w 1811701"/>
                <a:gd name="connsiteY7" fmla="*/ 457445 h 1822405"/>
                <a:gd name="connsiteX8" fmla="*/ 1485303 w 1811701"/>
                <a:gd name="connsiteY8" fmla="*/ 51864 h 1822405"/>
                <a:gd name="connsiteX9" fmla="*/ 895599 w 1811701"/>
                <a:gd name="connsiteY9" fmla="*/ 79530 h 1822405"/>
                <a:gd name="connsiteX10" fmla="*/ 288567 w 1811701"/>
                <a:gd name="connsiteY10" fmla="*/ 479828 h 1822405"/>
                <a:gd name="connsiteX0" fmla="*/ 288567 w 1811701"/>
                <a:gd name="connsiteY0" fmla="*/ 419258 h 1761835"/>
                <a:gd name="connsiteX1" fmla="*/ 88590 w 1811701"/>
                <a:gd name="connsiteY1" fmla="*/ 810676 h 1761835"/>
                <a:gd name="connsiteX2" fmla="*/ 10243 w 1811701"/>
                <a:gd name="connsiteY2" fmla="*/ 1608288 h 1761835"/>
                <a:gd name="connsiteX3" fmla="*/ 306327 w 1811701"/>
                <a:gd name="connsiteY3" fmla="*/ 1761835 h 1761835"/>
                <a:gd name="connsiteX4" fmla="*/ 1666327 w 1811701"/>
                <a:gd name="connsiteY4" fmla="*/ 1711113 h 1761835"/>
                <a:gd name="connsiteX5" fmla="*/ 1685455 w 1811701"/>
                <a:gd name="connsiteY5" fmla="*/ 1162831 h 1761835"/>
                <a:gd name="connsiteX6" fmla="*/ 1306672 w 1811701"/>
                <a:gd name="connsiteY6" fmla="*/ 916817 h 1761835"/>
                <a:gd name="connsiteX7" fmla="*/ 1616888 w 1811701"/>
                <a:gd name="connsiteY7" fmla="*/ 396875 h 1761835"/>
                <a:gd name="connsiteX8" fmla="*/ 1373040 w 1811701"/>
                <a:gd name="connsiteY8" fmla="*/ 118574 h 1761835"/>
                <a:gd name="connsiteX9" fmla="*/ 895599 w 1811701"/>
                <a:gd name="connsiteY9" fmla="*/ 18960 h 1761835"/>
                <a:gd name="connsiteX10" fmla="*/ 288567 w 1811701"/>
                <a:gd name="connsiteY10" fmla="*/ 419258 h 1761835"/>
                <a:gd name="connsiteX0" fmla="*/ 288567 w 1811701"/>
                <a:gd name="connsiteY0" fmla="*/ 419258 h 1761835"/>
                <a:gd name="connsiteX1" fmla="*/ 88590 w 1811701"/>
                <a:gd name="connsiteY1" fmla="*/ 810676 h 1761835"/>
                <a:gd name="connsiteX2" fmla="*/ 10243 w 1811701"/>
                <a:gd name="connsiteY2" fmla="*/ 1608288 h 1761835"/>
                <a:gd name="connsiteX3" fmla="*/ 306327 w 1811701"/>
                <a:gd name="connsiteY3" fmla="*/ 1761835 h 1761835"/>
                <a:gd name="connsiteX4" fmla="*/ 1666327 w 1811701"/>
                <a:gd name="connsiteY4" fmla="*/ 1711113 h 1761835"/>
                <a:gd name="connsiteX5" fmla="*/ 1685455 w 1811701"/>
                <a:gd name="connsiteY5" fmla="*/ 1162831 h 1761835"/>
                <a:gd name="connsiteX6" fmla="*/ 1306672 w 1811701"/>
                <a:gd name="connsiteY6" fmla="*/ 916817 h 1761835"/>
                <a:gd name="connsiteX7" fmla="*/ 1584814 w 1811701"/>
                <a:gd name="connsiteY7" fmla="*/ 510012 h 1761835"/>
                <a:gd name="connsiteX8" fmla="*/ 1373040 w 1811701"/>
                <a:gd name="connsiteY8" fmla="*/ 118574 h 1761835"/>
                <a:gd name="connsiteX9" fmla="*/ 895599 w 1811701"/>
                <a:gd name="connsiteY9" fmla="*/ 18960 h 1761835"/>
                <a:gd name="connsiteX10" fmla="*/ 288567 w 1811701"/>
                <a:gd name="connsiteY10" fmla="*/ 419258 h 1761835"/>
                <a:gd name="connsiteX0" fmla="*/ 288567 w 1770444"/>
                <a:gd name="connsiteY0" fmla="*/ 419258 h 1761835"/>
                <a:gd name="connsiteX1" fmla="*/ 88590 w 1770444"/>
                <a:gd name="connsiteY1" fmla="*/ 810676 h 1761835"/>
                <a:gd name="connsiteX2" fmla="*/ 10243 w 1770444"/>
                <a:gd name="connsiteY2" fmla="*/ 1608288 h 1761835"/>
                <a:gd name="connsiteX3" fmla="*/ 306327 w 1770444"/>
                <a:gd name="connsiteY3" fmla="*/ 1761835 h 1761835"/>
                <a:gd name="connsiteX4" fmla="*/ 1666327 w 1770444"/>
                <a:gd name="connsiteY4" fmla="*/ 1711113 h 1761835"/>
                <a:gd name="connsiteX5" fmla="*/ 1589229 w 1770444"/>
                <a:gd name="connsiteY5" fmla="*/ 1176973 h 1761835"/>
                <a:gd name="connsiteX6" fmla="*/ 1306672 w 1770444"/>
                <a:gd name="connsiteY6" fmla="*/ 916817 h 1761835"/>
                <a:gd name="connsiteX7" fmla="*/ 1584814 w 1770444"/>
                <a:gd name="connsiteY7" fmla="*/ 510012 h 1761835"/>
                <a:gd name="connsiteX8" fmla="*/ 1373040 w 1770444"/>
                <a:gd name="connsiteY8" fmla="*/ 118574 h 1761835"/>
                <a:gd name="connsiteX9" fmla="*/ 895599 w 1770444"/>
                <a:gd name="connsiteY9" fmla="*/ 18960 h 1761835"/>
                <a:gd name="connsiteX10" fmla="*/ 288567 w 1770444"/>
                <a:gd name="connsiteY10" fmla="*/ 419258 h 1761835"/>
                <a:gd name="connsiteX0" fmla="*/ 288567 w 1592514"/>
                <a:gd name="connsiteY0" fmla="*/ 419258 h 1863058"/>
                <a:gd name="connsiteX1" fmla="*/ 88590 w 1592514"/>
                <a:gd name="connsiteY1" fmla="*/ 810676 h 1863058"/>
                <a:gd name="connsiteX2" fmla="*/ 10243 w 1592514"/>
                <a:gd name="connsiteY2" fmla="*/ 1608288 h 1863058"/>
                <a:gd name="connsiteX3" fmla="*/ 306327 w 1592514"/>
                <a:gd name="connsiteY3" fmla="*/ 1761835 h 1863058"/>
                <a:gd name="connsiteX4" fmla="*/ 1377650 w 1592514"/>
                <a:gd name="connsiteY4" fmla="*/ 1838393 h 1863058"/>
                <a:gd name="connsiteX5" fmla="*/ 1589229 w 1592514"/>
                <a:gd name="connsiteY5" fmla="*/ 1176973 h 1863058"/>
                <a:gd name="connsiteX6" fmla="*/ 1306672 w 1592514"/>
                <a:gd name="connsiteY6" fmla="*/ 916817 h 1863058"/>
                <a:gd name="connsiteX7" fmla="*/ 1584814 w 1592514"/>
                <a:gd name="connsiteY7" fmla="*/ 510012 h 1863058"/>
                <a:gd name="connsiteX8" fmla="*/ 1373040 w 1592514"/>
                <a:gd name="connsiteY8" fmla="*/ 118574 h 1863058"/>
                <a:gd name="connsiteX9" fmla="*/ 895599 w 1592514"/>
                <a:gd name="connsiteY9" fmla="*/ 18960 h 1863058"/>
                <a:gd name="connsiteX10" fmla="*/ 288567 w 1592514"/>
                <a:gd name="connsiteY10" fmla="*/ 419258 h 1863058"/>
                <a:gd name="connsiteX0" fmla="*/ 421322 w 1594935"/>
                <a:gd name="connsiteY0" fmla="*/ 616342 h 1876292"/>
                <a:gd name="connsiteX1" fmla="*/ 91011 w 1594935"/>
                <a:gd name="connsiteY1" fmla="*/ 823910 h 1876292"/>
                <a:gd name="connsiteX2" fmla="*/ 12664 w 1594935"/>
                <a:gd name="connsiteY2" fmla="*/ 1621522 h 1876292"/>
                <a:gd name="connsiteX3" fmla="*/ 308748 w 1594935"/>
                <a:gd name="connsiteY3" fmla="*/ 1775069 h 1876292"/>
                <a:gd name="connsiteX4" fmla="*/ 1380071 w 1594935"/>
                <a:gd name="connsiteY4" fmla="*/ 1851627 h 1876292"/>
                <a:gd name="connsiteX5" fmla="*/ 1591650 w 1594935"/>
                <a:gd name="connsiteY5" fmla="*/ 1190207 h 1876292"/>
                <a:gd name="connsiteX6" fmla="*/ 1309093 w 1594935"/>
                <a:gd name="connsiteY6" fmla="*/ 930051 h 1876292"/>
                <a:gd name="connsiteX7" fmla="*/ 1587235 w 1594935"/>
                <a:gd name="connsiteY7" fmla="*/ 523246 h 1876292"/>
                <a:gd name="connsiteX8" fmla="*/ 1375461 w 1594935"/>
                <a:gd name="connsiteY8" fmla="*/ 131808 h 1876292"/>
                <a:gd name="connsiteX9" fmla="*/ 898020 w 1594935"/>
                <a:gd name="connsiteY9" fmla="*/ 32194 h 1876292"/>
                <a:gd name="connsiteX10" fmla="*/ 421322 w 1594935"/>
                <a:gd name="connsiteY10" fmla="*/ 616342 h 1876292"/>
                <a:gd name="connsiteX0" fmla="*/ 413257 w 1586870"/>
                <a:gd name="connsiteY0" fmla="*/ 616342 h 1876292"/>
                <a:gd name="connsiteX1" fmla="*/ 140873 w 1586870"/>
                <a:gd name="connsiteY1" fmla="*/ 993617 h 1876292"/>
                <a:gd name="connsiteX2" fmla="*/ 4599 w 1586870"/>
                <a:gd name="connsiteY2" fmla="*/ 1621522 h 1876292"/>
                <a:gd name="connsiteX3" fmla="*/ 300683 w 1586870"/>
                <a:gd name="connsiteY3" fmla="*/ 1775069 h 1876292"/>
                <a:gd name="connsiteX4" fmla="*/ 1372006 w 1586870"/>
                <a:gd name="connsiteY4" fmla="*/ 1851627 h 1876292"/>
                <a:gd name="connsiteX5" fmla="*/ 1583585 w 1586870"/>
                <a:gd name="connsiteY5" fmla="*/ 1190207 h 1876292"/>
                <a:gd name="connsiteX6" fmla="*/ 1301028 w 1586870"/>
                <a:gd name="connsiteY6" fmla="*/ 930051 h 1876292"/>
                <a:gd name="connsiteX7" fmla="*/ 1579170 w 1586870"/>
                <a:gd name="connsiteY7" fmla="*/ 523246 h 1876292"/>
                <a:gd name="connsiteX8" fmla="*/ 1367396 w 1586870"/>
                <a:gd name="connsiteY8" fmla="*/ 131808 h 1876292"/>
                <a:gd name="connsiteX9" fmla="*/ 889955 w 1586870"/>
                <a:gd name="connsiteY9" fmla="*/ 32194 h 1876292"/>
                <a:gd name="connsiteX10" fmla="*/ 413257 w 1586870"/>
                <a:gd name="connsiteY10" fmla="*/ 616342 h 1876292"/>
                <a:gd name="connsiteX0" fmla="*/ 284962 w 1458575"/>
                <a:gd name="connsiteY0" fmla="*/ 616342 h 1908017"/>
                <a:gd name="connsiteX1" fmla="*/ 12578 w 1458575"/>
                <a:gd name="connsiteY1" fmla="*/ 993617 h 1908017"/>
                <a:gd name="connsiteX2" fmla="*/ 172388 w 1458575"/>
                <a:gd name="connsiteY2" fmla="*/ 1775069 h 1908017"/>
                <a:gd name="connsiteX3" fmla="*/ 1243711 w 1458575"/>
                <a:gd name="connsiteY3" fmla="*/ 1851627 h 1908017"/>
                <a:gd name="connsiteX4" fmla="*/ 1455290 w 1458575"/>
                <a:gd name="connsiteY4" fmla="*/ 1190207 h 1908017"/>
                <a:gd name="connsiteX5" fmla="*/ 1172733 w 1458575"/>
                <a:gd name="connsiteY5" fmla="*/ 930051 h 1908017"/>
                <a:gd name="connsiteX6" fmla="*/ 1450875 w 1458575"/>
                <a:gd name="connsiteY6" fmla="*/ 523246 h 1908017"/>
                <a:gd name="connsiteX7" fmla="*/ 1239101 w 1458575"/>
                <a:gd name="connsiteY7" fmla="*/ 131808 h 1908017"/>
                <a:gd name="connsiteX8" fmla="*/ 761660 w 1458575"/>
                <a:gd name="connsiteY8" fmla="*/ 32194 h 1908017"/>
                <a:gd name="connsiteX9" fmla="*/ 284962 w 1458575"/>
                <a:gd name="connsiteY9" fmla="*/ 616342 h 1908017"/>
                <a:gd name="connsiteX0" fmla="*/ 343858 w 1519131"/>
                <a:gd name="connsiteY0" fmla="*/ 616342 h 1885036"/>
                <a:gd name="connsiteX1" fmla="*/ 71474 w 1519131"/>
                <a:gd name="connsiteY1" fmla="*/ 993617 h 1885036"/>
                <a:gd name="connsiteX2" fmla="*/ 115432 w 1519131"/>
                <a:gd name="connsiteY2" fmla="*/ 1704358 h 1885036"/>
                <a:gd name="connsiteX3" fmla="*/ 1302607 w 1519131"/>
                <a:gd name="connsiteY3" fmla="*/ 1851627 h 1885036"/>
                <a:gd name="connsiteX4" fmla="*/ 1514186 w 1519131"/>
                <a:gd name="connsiteY4" fmla="*/ 1190207 h 1885036"/>
                <a:gd name="connsiteX5" fmla="*/ 1231629 w 1519131"/>
                <a:gd name="connsiteY5" fmla="*/ 930051 h 1885036"/>
                <a:gd name="connsiteX6" fmla="*/ 1509771 w 1519131"/>
                <a:gd name="connsiteY6" fmla="*/ 523246 h 1885036"/>
                <a:gd name="connsiteX7" fmla="*/ 1297997 w 1519131"/>
                <a:gd name="connsiteY7" fmla="*/ 131808 h 1885036"/>
                <a:gd name="connsiteX8" fmla="*/ 820556 w 1519131"/>
                <a:gd name="connsiteY8" fmla="*/ 32194 h 1885036"/>
                <a:gd name="connsiteX9" fmla="*/ 343858 w 1519131"/>
                <a:gd name="connsiteY9" fmla="*/ 616342 h 1885036"/>
                <a:gd name="connsiteX0" fmla="*/ 343858 w 1549812"/>
                <a:gd name="connsiteY0" fmla="*/ 616342 h 1800235"/>
                <a:gd name="connsiteX1" fmla="*/ 71474 w 1549812"/>
                <a:gd name="connsiteY1" fmla="*/ 993617 h 1800235"/>
                <a:gd name="connsiteX2" fmla="*/ 115432 w 1549812"/>
                <a:gd name="connsiteY2" fmla="*/ 1704358 h 1800235"/>
                <a:gd name="connsiteX3" fmla="*/ 1389496 w 1549812"/>
                <a:gd name="connsiteY3" fmla="*/ 1724347 h 1800235"/>
                <a:gd name="connsiteX4" fmla="*/ 1514186 w 1549812"/>
                <a:gd name="connsiteY4" fmla="*/ 1190207 h 1800235"/>
                <a:gd name="connsiteX5" fmla="*/ 1231629 w 1549812"/>
                <a:gd name="connsiteY5" fmla="*/ 930051 h 1800235"/>
                <a:gd name="connsiteX6" fmla="*/ 1509771 w 1549812"/>
                <a:gd name="connsiteY6" fmla="*/ 523246 h 1800235"/>
                <a:gd name="connsiteX7" fmla="*/ 1297997 w 1549812"/>
                <a:gd name="connsiteY7" fmla="*/ 131808 h 1800235"/>
                <a:gd name="connsiteX8" fmla="*/ 820556 w 1549812"/>
                <a:gd name="connsiteY8" fmla="*/ 32194 h 1800235"/>
                <a:gd name="connsiteX9" fmla="*/ 343858 w 1549812"/>
                <a:gd name="connsiteY9" fmla="*/ 616342 h 1800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49812" h="1800235">
                  <a:moveTo>
                    <a:pt x="343858" y="616342"/>
                  </a:moveTo>
                  <a:cubicBezTo>
                    <a:pt x="219011" y="776579"/>
                    <a:pt x="109545" y="812281"/>
                    <a:pt x="71474" y="993617"/>
                  </a:cubicBezTo>
                  <a:cubicBezTo>
                    <a:pt x="33403" y="1174953"/>
                    <a:pt x="-89757" y="1561356"/>
                    <a:pt x="115432" y="1704358"/>
                  </a:cubicBezTo>
                  <a:cubicBezTo>
                    <a:pt x="320621" y="1847360"/>
                    <a:pt x="1156371" y="1810039"/>
                    <a:pt x="1389496" y="1724347"/>
                  </a:cubicBezTo>
                  <a:cubicBezTo>
                    <a:pt x="1622621" y="1638655"/>
                    <a:pt x="1540497" y="1322590"/>
                    <a:pt x="1514186" y="1190207"/>
                  </a:cubicBezTo>
                  <a:cubicBezTo>
                    <a:pt x="1487875" y="1057824"/>
                    <a:pt x="1240336" y="1148914"/>
                    <a:pt x="1231629" y="930051"/>
                  </a:cubicBezTo>
                  <a:cubicBezTo>
                    <a:pt x="1248292" y="693847"/>
                    <a:pt x="1498710" y="656286"/>
                    <a:pt x="1509771" y="523246"/>
                  </a:cubicBezTo>
                  <a:cubicBezTo>
                    <a:pt x="1520832" y="390206"/>
                    <a:pt x="1431655" y="305130"/>
                    <a:pt x="1297997" y="131808"/>
                  </a:cubicBezTo>
                  <a:cubicBezTo>
                    <a:pt x="1189251" y="36824"/>
                    <a:pt x="979579" y="-48562"/>
                    <a:pt x="820556" y="32194"/>
                  </a:cubicBezTo>
                  <a:cubicBezTo>
                    <a:pt x="661533" y="112950"/>
                    <a:pt x="468705" y="456105"/>
                    <a:pt x="343858" y="616342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sp>
          <p:nvSpPr>
            <p:cNvPr id="13" name="Freeform 417">
              <a:extLst>
                <a:ext uri="{FF2B5EF4-FFF2-40B4-BE49-F238E27FC236}">
                  <a16:creationId xmlns:a16="http://schemas.microsoft.com/office/drawing/2014/main" id="{22352293-C7A6-4C41-9DD8-CAA48CB291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7287" y="1795939"/>
              <a:ext cx="1736725" cy="1317704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/>
            <a:lstStyle/>
            <a:p>
              <a:endParaRPr lang="en-US" sz="1050"/>
            </a:p>
          </p:txBody>
        </p:sp>
        <p:grpSp>
          <p:nvGrpSpPr>
            <p:cNvPr id="14" name="Group 418">
              <a:extLst>
                <a:ext uri="{FF2B5EF4-FFF2-40B4-BE49-F238E27FC236}">
                  <a16:creationId xmlns:a16="http://schemas.microsoft.com/office/drawing/2014/main" id="{BE0D451A-5CE4-4C4B-B3DF-A408288EDA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68561" y="3259155"/>
              <a:ext cx="1458912" cy="933450"/>
              <a:chOff x="2889" y="1631"/>
              <a:chExt cx="980" cy="743"/>
            </a:xfrm>
          </p:grpSpPr>
          <p:sp>
            <p:nvSpPr>
              <p:cNvPr id="369" name="Rectangle 419">
                <a:extLst>
                  <a:ext uri="{FF2B5EF4-FFF2-40B4-BE49-F238E27FC236}">
                    <a16:creationId xmlns:a16="http://schemas.microsoft.com/office/drawing/2014/main" id="{F39DA03D-3BDA-2344-B3D3-3A95FB5EE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9CDF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70" name="AutoShape 420">
                <a:extLst>
                  <a:ext uri="{FF2B5EF4-FFF2-40B4-BE49-F238E27FC236}">
                    <a16:creationId xmlns:a16="http://schemas.microsoft.com/office/drawing/2014/main" id="{579866B0-F884-A84A-B74A-EFEA50EBF8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9CDF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00CCFF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" name="Freeform 427">
              <a:extLst>
                <a:ext uri="{FF2B5EF4-FFF2-40B4-BE49-F238E27FC236}">
                  <a16:creationId xmlns:a16="http://schemas.microsoft.com/office/drawing/2014/main" id="{3F97D486-CCD5-C043-940C-EC1740EC7BA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5612" y="4653038"/>
              <a:ext cx="3079750" cy="1665288"/>
            </a:xfrm>
            <a:custGeom>
              <a:avLst/>
              <a:gdLst>
                <a:gd name="T0" fmla="*/ 2147483646 w 1940"/>
                <a:gd name="T1" fmla="*/ 2147483646 h 1049"/>
                <a:gd name="T2" fmla="*/ 2147483646 w 1940"/>
                <a:gd name="T3" fmla="*/ 2147483646 h 1049"/>
                <a:gd name="T4" fmla="*/ 2147483646 w 1940"/>
                <a:gd name="T5" fmla="*/ 2147483646 h 1049"/>
                <a:gd name="T6" fmla="*/ 2147483646 w 1940"/>
                <a:gd name="T7" fmla="*/ 2147483646 h 1049"/>
                <a:gd name="T8" fmla="*/ 2147483646 w 1940"/>
                <a:gd name="T9" fmla="*/ 2147483646 h 1049"/>
                <a:gd name="T10" fmla="*/ 2147483646 w 1940"/>
                <a:gd name="T11" fmla="*/ 2147483646 h 1049"/>
                <a:gd name="T12" fmla="*/ 2147483646 w 1940"/>
                <a:gd name="T13" fmla="*/ 2147483646 h 1049"/>
                <a:gd name="T14" fmla="*/ 2147483646 w 1940"/>
                <a:gd name="T15" fmla="*/ 2147483646 h 1049"/>
                <a:gd name="T16" fmla="*/ 2147483646 w 1940"/>
                <a:gd name="T17" fmla="*/ 2147483646 h 1049"/>
                <a:gd name="T18" fmla="*/ 2147483646 w 1940"/>
                <a:gd name="T19" fmla="*/ 2147483646 h 1049"/>
                <a:gd name="T20" fmla="*/ 2147483646 w 1940"/>
                <a:gd name="T21" fmla="*/ 2147483646 h 1049"/>
                <a:gd name="T22" fmla="*/ 2147483646 w 1940"/>
                <a:gd name="T23" fmla="*/ 2147483646 h 1049"/>
                <a:gd name="T24" fmla="*/ 2147483646 w 1940"/>
                <a:gd name="T25" fmla="*/ 2147483646 h 1049"/>
                <a:gd name="T26" fmla="*/ 2147483646 w 1940"/>
                <a:gd name="T27" fmla="*/ 2147483646 h 1049"/>
                <a:gd name="T28" fmla="*/ 2147483646 w 1940"/>
                <a:gd name="T29" fmla="*/ 2147483646 h 1049"/>
                <a:gd name="T30" fmla="*/ 2147483646 w 1940"/>
                <a:gd name="T31" fmla="*/ 214748364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66" name="Text Box 580">
              <a:extLst>
                <a:ext uri="{FF2B5EF4-FFF2-40B4-BE49-F238E27FC236}">
                  <a16:creationId xmlns:a16="http://schemas.microsoft.com/office/drawing/2014/main" id="{16C4E384-62E0-DC41-883F-EB2C4C99F8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2485" y="1458365"/>
              <a:ext cx="1458092" cy="338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 dirty="0">
                  <a:latin typeface="+mn-lt"/>
                </a:rPr>
                <a:t>mobile network</a:t>
              </a:r>
            </a:p>
          </p:txBody>
        </p:sp>
        <p:sp>
          <p:nvSpPr>
            <p:cNvPr id="69" name="Text Box 580">
              <a:extLst>
                <a:ext uri="{FF2B5EF4-FFF2-40B4-BE49-F238E27FC236}">
                  <a16:creationId xmlns:a16="http://schemas.microsoft.com/office/drawing/2014/main" id="{9AC056F8-729E-D344-BD7D-9178102179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4046" y="4161826"/>
              <a:ext cx="1955645" cy="295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 dirty="0">
                  <a:latin typeface="+mn-lt"/>
                </a:rPr>
                <a:t>home network</a:t>
              </a:r>
            </a:p>
          </p:txBody>
        </p:sp>
        <p:sp>
          <p:nvSpPr>
            <p:cNvPr id="70" name="Text Box 580">
              <a:extLst>
                <a:ext uri="{FF2B5EF4-FFF2-40B4-BE49-F238E27FC236}">
                  <a16:creationId xmlns:a16="http://schemas.microsoft.com/office/drawing/2014/main" id="{8A1A4F41-0243-4946-9F02-F301CBD596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0118" y="5749679"/>
              <a:ext cx="1368324" cy="4678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 dirty="0">
                  <a:latin typeface="+mn-lt"/>
                </a:rPr>
                <a:t>enterprise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 dirty="0">
                  <a:latin typeface="+mn-lt"/>
                </a:rPr>
                <a:t>          network</a:t>
              </a:r>
            </a:p>
          </p:txBody>
        </p:sp>
        <p:sp>
          <p:nvSpPr>
            <p:cNvPr id="372" name="Freeform 371">
              <a:extLst>
                <a:ext uri="{FF2B5EF4-FFF2-40B4-BE49-F238E27FC236}">
                  <a16:creationId xmlns:a16="http://schemas.microsoft.com/office/drawing/2014/main" id="{C89E7C56-1DE4-7143-8EEB-E5965035CC42}"/>
                </a:ext>
              </a:extLst>
            </p:cNvPr>
            <p:cNvSpPr/>
            <p:nvPr/>
          </p:nvSpPr>
          <p:spPr>
            <a:xfrm>
              <a:off x="10285357" y="3149444"/>
              <a:ext cx="1273167" cy="1935748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60355 w 1534770"/>
                <a:gd name="connsiteY0" fmla="*/ 553225 h 1800672"/>
                <a:gd name="connsiteX1" fmla="*/ 3 w 1534770"/>
                <a:gd name="connsiteY1" fmla="*/ 958784 h 1800672"/>
                <a:gd name="connsiteX2" fmla="*/ 367657 w 1534770"/>
                <a:gd name="connsiteY2" fmla="*/ 1526890 h 1800672"/>
                <a:gd name="connsiteX3" fmla="*/ 1186523 w 1534770"/>
                <a:gd name="connsiteY3" fmla="*/ 1794234 h 1800672"/>
                <a:gd name="connsiteX4" fmla="*/ 1520754 w 1534770"/>
                <a:gd name="connsiteY4" fmla="*/ 1276255 h 1800672"/>
                <a:gd name="connsiteX5" fmla="*/ 1468513 w 1534770"/>
                <a:gd name="connsiteY5" fmla="*/ 691440 h 1800672"/>
                <a:gd name="connsiteX6" fmla="*/ 1435794 w 1534770"/>
                <a:gd name="connsiteY6" fmla="*/ 107761 h 1800672"/>
                <a:gd name="connsiteX7" fmla="*/ 839087 w 1534770"/>
                <a:gd name="connsiteY7" fmla="*/ 39789 h 1800672"/>
                <a:gd name="connsiteX8" fmla="*/ 360355 w 1534770"/>
                <a:gd name="connsiteY8" fmla="*/ 553225 h 1800672"/>
                <a:gd name="connsiteX0" fmla="*/ 360355 w 1580585"/>
                <a:gd name="connsiteY0" fmla="*/ 553225 h 1880420"/>
                <a:gd name="connsiteX1" fmla="*/ 3 w 1580585"/>
                <a:gd name="connsiteY1" fmla="*/ 958784 h 1880420"/>
                <a:gd name="connsiteX2" fmla="*/ 367657 w 1580585"/>
                <a:gd name="connsiteY2" fmla="*/ 1526890 h 1880420"/>
                <a:gd name="connsiteX3" fmla="*/ 1186523 w 1580585"/>
                <a:gd name="connsiteY3" fmla="*/ 1794234 h 1880420"/>
                <a:gd name="connsiteX4" fmla="*/ 1570188 w 1580585"/>
                <a:gd name="connsiteY4" fmla="*/ 1785433 h 1880420"/>
                <a:gd name="connsiteX5" fmla="*/ 1468513 w 1580585"/>
                <a:gd name="connsiteY5" fmla="*/ 691440 h 1880420"/>
                <a:gd name="connsiteX6" fmla="*/ 1435794 w 1580585"/>
                <a:gd name="connsiteY6" fmla="*/ 107761 h 1880420"/>
                <a:gd name="connsiteX7" fmla="*/ 839087 w 1580585"/>
                <a:gd name="connsiteY7" fmla="*/ 39789 h 1880420"/>
                <a:gd name="connsiteX8" fmla="*/ 360355 w 1580585"/>
                <a:gd name="connsiteY8" fmla="*/ 553225 h 1880420"/>
                <a:gd name="connsiteX0" fmla="*/ 316588 w 1580732"/>
                <a:gd name="connsiteY0" fmla="*/ 359285 h 1867156"/>
                <a:gd name="connsiteX1" fmla="*/ 150 w 1580732"/>
                <a:gd name="connsiteY1" fmla="*/ 945520 h 1867156"/>
                <a:gd name="connsiteX2" fmla="*/ 367804 w 1580732"/>
                <a:gd name="connsiteY2" fmla="*/ 1513626 h 1867156"/>
                <a:gd name="connsiteX3" fmla="*/ 1186670 w 1580732"/>
                <a:gd name="connsiteY3" fmla="*/ 1780970 h 1867156"/>
                <a:gd name="connsiteX4" fmla="*/ 1570335 w 1580732"/>
                <a:gd name="connsiteY4" fmla="*/ 1772169 h 1867156"/>
                <a:gd name="connsiteX5" fmla="*/ 1468660 w 1580732"/>
                <a:gd name="connsiteY5" fmla="*/ 678176 h 1867156"/>
                <a:gd name="connsiteX6" fmla="*/ 1435941 w 1580732"/>
                <a:gd name="connsiteY6" fmla="*/ 94497 h 1867156"/>
                <a:gd name="connsiteX7" fmla="*/ 839234 w 1580732"/>
                <a:gd name="connsiteY7" fmla="*/ 26525 h 1867156"/>
                <a:gd name="connsiteX8" fmla="*/ 316588 w 1580732"/>
                <a:gd name="connsiteY8" fmla="*/ 359285 h 1867156"/>
                <a:gd name="connsiteX0" fmla="*/ 163575 w 1427719"/>
                <a:gd name="connsiteY0" fmla="*/ 359285 h 1867156"/>
                <a:gd name="connsiteX1" fmla="*/ 836 w 1427719"/>
                <a:gd name="connsiteY1" fmla="*/ 1076921 h 1867156"/>
                <a:gd name="connsiteX2" fmla="*/ 214791 w 1427719"/>
                <a:gd name="connsiteY2" fmla="*/ 1513626 h 1867156"/>
                <a:gd name="connsiteX3" fmla="*/ 1033657 w 1427719"/>
                <a:gd name="connsiteY3" fmla="*/ 1780970 h 1867156"/>
                <a:gd name="connsiteX4" fmla="*/ 1417322 w 1427719"/>
                <a:gd name="connsiteY4" fmla="*/ 1772169 h 1867156"/>
                <a:gd name="connsiteX5" fmla="*/ 1315647 w 1427719"/>
                <a:gd name="connsiteY5" fmla="*/ 678176 h 1867156"/>
                <a:gd name="connsiteX6" fmla="*/ 1282928 w 1427719"/>
                <a:gd name="connsiteY6" fmla="*/ 94497 h 1867156"/>
                <a:gd name="connsiteX7" fmla="*/ 686221 w 1427719"/>
                <a:gd name="connsiteY7" fmla="*/ 26525 h 1867156"/>
                <a:gd name="connsiteX8" fmla="*/ 163575 w 1427719"/>
                <a:gd name="connsiteY8" fmla="*/ 359285 h 1867156"/>
                <a:gd name="connsiteX0" fmla="*/ 163575 w 1426632"/>
                <a:gd name="connsiteY0" fmla="*/ 394322 h 1902193"/>
                <a:gd name="connsiteX1" fmla="*/ 836 w 1426632"/>
                <a:gd name="connsiteY1" fmla="*/ 1111958 h 1902193"/>
                <a:gd name="connsiteX2" fmla="*/ 214791 w 1426632"/>
                <a:gd name="connsiteY2" fmla="*/ 1548663 h 1902193"/>
                <a:gd name="connsiteX3" fmla="*/ 1033657 w 1426632"/>
                <a:gd name="connsiteY3" fmla="*/ 1816007 h 1902193"/>
                <a:gd name="connsiteX4" fmla="*/ 1417322 w 1426632"/>
                <a:gd name="connsiteY4" fmla="*/ 1807206 h 1902193"/>
                <a:gd name="connsiteX5" fmla="*/ 1315647 w 1426632"/>
                <a:gd name="connsiteY5" fmla="*/ 713213 h 1902193"/>
                <a:gd name="connsiteX6" fmla="*/ 1401843 w 1426632"/>
                <a:gd name="connsiteY6" fmla="*/ 63834 h 1902193"/>
                <a:gd name="connsiteX7" fmla="*/ 686221 w 1426632"/>
                <a:gd name="connsiteY7" fmla="*/ 61562 h 1902193"/>
                <a:gd name="connsiteX8" fmla="*/ 163575 w 1426632"/>
                <a:gd name="connsiteY8" fmla="*/ 394322 h 1902193"/>
                <a:gd name="connsiteX0" fmla="*/ 163575 w 1435249"/>
                <a:gd name="connsiteY0" fmla="*/ 394322 h 1885560"/>
                <a:gd name="connsiteX1" fmla="*/ 836 w 1435249"/>
                <a:gd name="connsiteY1" fmla="*/ 1111958 h 1885560"/>
                <a:gd name="connsiteX2" fmla="*/ 214791 w 1435249"/>
                <a:gd name="connsiteY2" fmla="*/ 1548663 h 1885560"/>
                <a:gd name="connsiteX3" fmla="*/ 1033657 w 1435249"/>
                <a:gd name="connsiteY3" fmla="*/ 1816007 h 1885560"/>
                <a:gd name="connsiteX4" fmla="*/ 1417322 w 1435249"/>
                <a:gd name="connsiteY4" fmla="*/ 1807206 h 1885560"/>
                <a:gd name="connsiteX5" fmla="*/ 1375103 w 1435249"/>
                <a:gd name="connsiteY5" fmla="*/ 943164 h 1885560"/>
                <a:gd name="connsiteX6" fmla="*/ 1401843 w 1435249"/>
                <a:gd name="connsiteY6" fmla="*/ 63834 h 1885560"/>
                <a:gd name="connsiteX7" fmla="*/ 686221 w 1435249"/>
                <a:gd name="connsiteY7" fmla="*/ 61562 h 1885560"/>
                <a:gd name="connsiteX8" fmla="*/ 163575 w 1435249"/>
                <a:gd name="connsiteY8" fmla="*/ 394322 h 1885560"/>
                <a:gd name="connsiteX0" fmla="*/ 128947 w 1438213"/>
                <a:gd name="connsiteY0" fmla="*/ 345176 h 1883146"/>
                <a:gd name="connsiteX1" fmla="*/ 3802 w 1438213"/>
                <a:gd name="connsiteY1" fmla="*/ 1109544 h 1883146"/>
                <a:gd name="connsiteX2" fmla="*/ 217757 w 1438213"/>
                <a:gd name="connsiteY2" fmla="*/ 1546249 h 1883146"/>
                <a:gd name="connsiteX3" fmla="*/ 1036623 w 1438213"/>
                <a:gd name="connsiteY3" fmla="*/ 1813593 h 1883146"/>
                <a:gd name="connsiteX4" fmla="*/ 1420288 w 1438213"/>
                <a:gd name="connsiteY4" fmla="*/ 1804792 h 1883146"/>
                <a:gd name="connsiteX5" fmla="*/ 1378069 w 1438213"/>
                <a:gd name="connsiteY5" fmla="*/ 940750 h 1883146"/>
                <a:gd name="connsiteX6" fmla="*/ 1404809 w 1438213"/>
                <a:gd name="connsiteY6" fmla="*/ 61420 h 1883146"/>
                <a:gd name="connsiteX7" fmla="*/ 689187 w 1438213"/>
                <a:gd name="connsiteY7" fmla="*/ 59148 h 1883146"/>
                <a:gd name="connsiteX8" fmla="*/ 128947 w 1438213"/>
                <a:gd name="connsiteY8" fmla="*/ 345176 h 1883146"/>
                <a:gd name="connsiteX0" fmla="*/ 126587 w 1435854"/>
                <a:gd name="connsiteY0" fmla="*/ 353278 h 1891248"/>
                <a:gd name="connsiteX1" fmla="*/ 1442 w 1435854"/>
                <a:gd name="connsiteY1" fmla="*/ 1117646 h 1891248"/>
                <a:gd name="connsiteX2" fmla="*/ 215397 w 1435854"/>
                <a:gd name="connsiteY2" fmla="*/ 1554351 h 1891248"/>
                <a:gd name="connsiteX3" fmla="*/ 1034263 w 1435854"/>
                <a:gd name="connsiteY3" fmla="*/ 1821695 h 1891248"/>
                <a:gd name="connsiteX4" fmla="*/ 1417928 w 1435854"/>
                <a:gd name="connsiteY4" fmla="*/ 1812894 h 1891248"/>
                <a:gd name="connsiteX5" fmla="*/ 1375709 w 1435854"/>
                <a:gd name="connsiteY5" fmla="*/ 948852 h 1891248"/>
                <a:gd name="connsiteX6" fmla="*/ 1402449 w 1435854"/>
                <a:gd name="connsiteY6" fmla="*/ 69522 h 1891248"/>
                <a:gd name="connsiteX7" fmla="*/ 221605 w 1435854"/>
                <a:gd name="connsiteY7" fmla="*/ 47778 h 1891248"/>
                <a:gd name="connsiteX8" fmla="*/ 126587 w 1435854"/>
                <a:gd name="connsiteY8" fmla="*/ 353278 h 1891248"/>
                <a:gd name="connsiteX0" fmla="*/ 35803 w 1453152"/>
                <a:gd name="connsiteY0" fmla="*/ 439993 h 1896181"/>
                <a:gd name="connsiteX1" fmla="*/ 18740 w 1453152"/>
                <a:gd name="connsiteY1" fmla="*/ 1122579 h 1896181"/>
                <a:gd name="connsiteX2" fmla="*/ 232695 w 1453152"/>
                <a:gd name="connsiteY2" fmla="*/ 1559284 h 1896181"/>
                <a:gd name="connsiteX3" fmla="*/ 1051561 w 1453152"/>
                <a:gd name="connsiteY3" fmla="*/ 1826628 h 1896181"/>
                <a:gd name="connsiteX4" fmla="*/ 1435226 w 1453152"/>
                <a:gd name="connsiteY4" fmla="*/ 1817827 h 1896181"/>
                <a:gd name="connsiteX5" fmla="*/ 1393007 w 1453152"/>
                <a:gd name="connsiteY5" fmla="*/ 953785 h 1896181"/>
                <a:gd name="connsiteX6" fmla="*/ 1419747 w 1453152"/>
                <a:gd name="connsiteY6" fmla="*/ 74455 h 1896181"/>
                <a:gd name="connsiteX7" fmla="*/ 238903 w 1453152"/>
                <a:gd name="connsiteY7" fmla="*/ 52711 h 1896181"/>
                <a:gd name="connsiteX8" fmla="*/ 35803 w 1453152"/>
                <a:gd name="connsiteY8" fmla="*/ 439993 h 1896181"/>
                <a:gd name="connsiteX0" fmla="*/ 35803 w 1447873"/>
                <a:gd name="connsiteY0" fmla="*/ 439993 h 1952840"/>
                <a:gd name="connsiteX1" fmla="*/ 18740 w 1447873"/>
                <a:gd name="connsiteY1" fmla="*/ 1122579 h 1952840"/>
                <a:gd name="connsiteX2" fmla="*/ 232695 w 1447873"/>
                <a:gd name="connsiteY2" fmla="*/ 1559284 h 1952840"/>
                <a:gd name="connsiteX3" fmla="*/ 1130848 w 1447873"/>
                <a:gd name="connsiteY3" fmla="*/ 1925181 h 1952840"/>
                <a:gd name="connsiteX4" fmla="*/ 1435226 w 1447873"/>
                <a:gd name="connsiteY4" fmla="*/ 1817827 h 1952840"/>
                <a:gd name="connsiteX5" fmla="*/ 1393007 w 1447873"/>
                <a:gd name="connsiteY5" fmla="*/ 953785 h 1952840"/>
                <a:gd name="connsiteX6" fmla="*/ 1419747 w 1447873"/>
                <a:gd name="connsiteY6" fmla="*/ 74455 h 1952840"/>
                <a:gd name="connsiteX7" fmla="*/ 238903 w 1447873"/>
                <a:gd name="connsiteY7" fmla="*/ 52711 h 1952840"/>
                <a:gd name="connsiteX8" fmla="*/ 35803 w 1447873"/>
                <a:gd name="connsiteY8" fmla="*/ 439993 h 1952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47873" h="1952840">
                  <a:moveTo>
                    <a:pt x="35803" y="439993"/>
                  </a:moveTo>
                  <a:cubicBezTo>
                    <a:pt x="-891" y="618304"/>
                    <a:pt x="-14075" y="936031"/>
                    <a:pt x="18740" y="1122579"/>
                  </a:cubicBezTo>
                  <a:cubicBezTo>
                    <a:pt x="51555" y="1309127"/>
                    <a:pt x="47344" y="1425517"/>
                    <a:pt x="232695" y="1559284"/>
                  </a:cubicBezTo>
                  <a:cubicBezTo>
                    <a:pt x="418046" y="1693051"/>
                    <a:pt x="930426" y="1882091"/>
                    <a:pt x="1130848" y="1925181"/>
                  </a:cubicBezTo>
                  <a:cubicBezTo>
                    <a:pt x="1331270" y="1968271"/>
                    <a:pt x="1391533" y="1979726"/>
                    <a:pt x="1435226" y="1817827"/>
                  </a:cubicBezTo>
                  <a:cubicBezTo>
                    <a:pt x="1478919" y="1655928"/>
                    <a:pt x="1395587" y="1244347"/>
                    <a:pt x="1393007" y="953785"/>
                  </a:cubicBezTo>
                  <a:cubicBezTo>
                    <a:pt x="1390427" y="663223"/>
                    <a:pt x="1458740" y="183063"/>
                    <a:pt x="1419747" y="74455"/>
                  </a:cubicBezTo>
                  <a:cubicBezTo>
                    <a:pt x="1380754" y="-34153"/>
                    <a:pt x="469560" y="-8212"/>
                    <a:pt x="238903" y="52711"/>
                  </a:cubicBezTo>
                  <a:cubicBezTo>
                    <a:pt x="8246" y="113634"/>
                    <a:pt x="72497" y="261682"/>
                    <a:pt x="35803" y="439993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CDFF9"/>
                </a:gs>
                <a:gs pos="100000">
                  <a:schemeClr val="bg1"/>
                </a:gs>
                <a:gs pos="59000">
                  <a:schemeClr val="accent5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96BCCD85-1D07-EF4E-A878-EC23CD23096A}"/>
                </a:ext>
              </a:extLst>
            </p:cNvPr>
            <p:cNvGrpSpPr/>
            <p:nvPr/>
          </p:nvGrpSpPr>
          <p:grpSpPr>
            <a:xfrm>
              <a:off x="10900911" y="3897954"/>
              <a:ext cx="687393" cy="721548"/>
              <a:chOff x="5203089" y="1751190"/>
              <a:chExt cx="858331" cy="662414"/>
            </a:xfrm>
          </p:grpSpPr>
          <p:sp>
            <p:nvSpPr>
              <p:cNvPr id="382" name="Freeform 381">
                <a:extLst>
                  <a:ext uri="{FF2B5EF4-FFF2-40B4-BE49-F238E27FC236}">
                    <a16:creationId xmlns:a16="http://schemas.microsoft.com/office/drawing/2014/main" id="{D6FAD5AB-6E93-5E47-BE32-4993FD767B8F}"/>
                  </a:ext>
                </a:extLst>
              </p:cNvPr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  <a:gd name="connsiteX0" fmla="*/ 3618 w 651290"/>
                  <a:gd name="connsiteY0" fmla="*/ 593378 h 593378"/>
                  <a:gd name="connsiteX1" fmla="*/ 0 w 651290"/>
                  <a:gd name="connsiteY1" fmla="*/ 242416 h 593378"/>
                  <a:gd name="connsiteX2" fmla="*/ 423338 w 651290"/>
                  <a:gd name="connsiteY2" fmla="*/ 101308 h 593378"/>
                  <a:gd name="connsiteX3" fmla="*/ 647672 w 651290"/>
                  <a:gd name="connsiteY3" fmla="*/ 0 h 593378"/>
                  <a:gd name="connsiteX4" fmla="*/ 651290 w 651290"/>
                  <a:gd name="connsiteY4" fmla="*/ 593378 h 593378"/>
                  <a:gd name="connsiteX5" fmla="*/ 3618 w 651290"/>
                  <a:gd name="connsiteY5" fmla="*/ 593378 h 593378"/>
                  <a:gd name="connsiteX0" fmla="*/ 3618 w 651290"/>
                  <a:gd name="connsiteY0" fmla="*/ 662124 h 662124"/>
                  <a:gd name="connsiteX1" fmla="*/ 0 w 651290"/>
                  <a:gd name="connsiteY1" fmla="*/ 311162 h 662124"/>
                  <a:gd name="connsiteX2" fmla="*/ 376300 w 651290"/>
                  <a:gd name="connsiteY2" fmla="*/ 0 h 662124"/>
                  <a:gd name="connsiteX3" fmla="*/ 647672 w 651290"/>
                  <a:gd name="connsiteY3" fmla="*/ 68746 h 662124"/>
                  <a:gd name="connsiteX4" fmla="*/ 651290 w 651290"/>
                  <a:gd name="connsiteY4" fmla="*/ 662124 h 662124"/>
                  <a:gd name="connsiteX5" fmla="*/ 3618 w 651290"/>
                  <a:gd name="connsiteY5" fmla="*/ 662124 h 662124"/>
                  <a:gd name="connsiteX0" fmla="*/ 0 w 647672"/>
                  <a:gd name="connsiteY0" fmla="*/ 662124 h 662124"/>
                  <a:gd name="connsiteX1" fmla="*/ 123021 w 647672"/>
                  <a:gd name="connsiteY1" fmla="*/ 83217 h 662124"/>
                  <a:gd name="connsiteX2" fmla="*/ 372682 w 647672"/>
                  <a:gd name="connsiteY2" fmla="*/ 0 h 662124"/>
                  <a:gd name="connsiteX3" fmla="*/ 644054 w 647672"/>
                  <a:gd name="connsiteY3" fmla="*/ 68746 h 662124"/>
                  <a:gd name="connsiteX4" fmla="*/ 647672 w 647672"/>
                  <a:gd name="connsiteY4" fmla="*/ 662124 h 662124"/>
                  <a:gd name="connsiteX5" fmla="*/ 0 w 647672"/>
                  <a:gd name="connsiteY5" fmla="*/ 662124 h 662124"/>
                  <a:gd name="connsiteX0" fmla="*/ 7238 w 524651"/>
                  <a:gd name="connsiteY0" fmla="*/ 669360 h 669360"/>
                  <a:gd name="connsiteX1" fmla="*/ 0 w 524651"/>
                  <a:gd name="connsiteY1" fmla="*/ 83217 h 669360"/>
                  <a:gd name="connsiteX2" fmla="*/ 249661 w 524651"/>
                  <a:gd name="connsiteY2" fmla="*/ 0 h 669360"/>
                  <a:gd name="connsiteX3" fmla="*/ 521033 w 524651"/>
                  <a:gd name="connsiteY3" fmla="*/ 68746 h 669360"/>
                  <a:gd name="connsiteX4" fmla="*/ 524651 w 524651"/>
                  <a:gd name="connsiteY4" fmla="*/ 662124 h 669360"/>
                  <a:gd name="connsiteX5" fmla="*/ 7238 w 524651"/>
                  <a:gd name="connsiteY5" fmla="*/ 669360 h 669360"/>
                  <a:gd name="connsiteX0" fmla="*/ 438 w 528706"/>
                  <a:gd name="connsiteY0" fmla="*/ 665742 h 665742"/>
                  <a:gd name="connsiteX1" fmla="*/ 4055 w 528706"/>
                  <a:gd name="connsiteY1" fmla="*/ 83217 h 665742"/>
                  <a:gd name="connsiteX2" fmla="*/ 253716 w 528706"/>
                  <a:gd name="connsiteY2" fmla="*/ 0 h 665742"/>
                  <a:gd name="connsiteX3" fmla="*/ 525088 w 528706"/>
                  <a:gd name="connsiteY3" fmla="*/ 68746 h 665742"/>
                  <a:gd name="connsiteX4" fmla="*/ 528706 w 528706"/>
                  <a:gd name="connsiteY4" fmla="*/ 662124 h 665742"/>
                  <a:gd name="connsiteX5" fmla="*/ 438 w 528706"/>
                  <a:gd name="connsiteY5" fmla="*/ 665742 h 665742"/>
                  <a:gd name="connsiteX0" fmla="*/ 155 w 546514"/>
                  <a:gd name="connsiteY0" fmla="*/ 662124 h 662124"/>
                  <a:gd name="connsiteX1" fmla="*/ 21863 w 546514"/>
                  <a:gd name="connsiteY1" fmla="*/ 83217 h 662124"/>
                  <a:gd name="connsiteX2" fmla="*/ 271524 w 546514"/>
                  <a:gd name="connsiteY2" fmla="*/ 0 h 662124"/>
                  <a:gd name="connsiteX3" fmla="*/ 542896 w 546514"/>
                  <a:gd name="connsiteY3" fmla="*/ 68746 h 662124"/>
                  <a:gd name="connsiteX4" fmla="*/ 546514 w 546514"/>
                  <a:gd name="connsiteY4" fmla="*/ 662124 h 662124"/>
                  <a:gd name="connsiteX5" fmla="*/ 155 w 546514"/>
                  <a:gd name="connsiteY5" fmla="*/ 662124 h 662124"/>
                  <a:gd name="connsiteX0" fmla="*/ 10856 w 524651"/>
                  <a:gd name="connsiteY0" fmla="*/ 658506 h 662124"/>
                  <a:gd name="connsiteX1" fmla="*/ 0 w 524651"/>
                  <a:gd name="connsiteY1" fmla="*/ 83217 h 662124"/>
                  <a:gd name="connsiteX2" fmla="*/ 249661 w 524651"/>
                  <a:gd name="connsiteY2" fmla="*/ 0 h 662124"/>
                  <a:gd name="connsiteX3" fmla="*/ 521033 w 524651"/>
                  <a:gd name="connsiteY3" fmla="*/ 68746 h 662124"/>
                  <a:gd name="connsiteX4" fmla="*/ 524651 w 524651"/>
                  <a:gd name="connsiteY4" fmla="*/ 662124 h 662124"/>
                  <a:gd name="connsiteX5" fmla="*/ 10856 w 524651"/>
                  <a:gd name="connsiteY5" fmla="*/ 658506 h 66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4651" h="662124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50"/>
              </a:p>
            </p:txBody>
          </p:sp>
          <p:sp>
            <p:nvSpPr>
              <p:cNvPr id="383" name="Freeform 382">
                <a:extLst>
                  <a:ext uri="{FF2B5EF4-FFF2-40B4-BE49-F238E27FC236}">
                    <a16:creationId xmlns:a16="http://schemas.microsoft.com/office/drawing/2014/main" id="{2A115C8B-7EC0-084D-A3CF-7AEF0487F301}"/>
                  </a:ext>
                </a:extLst>
              </p:cNvPr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1290" h="49207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50"/>
              </a:p>
            </p:txBody>
          </p:sp>
          <p:cxnSp>
            <p:nvCxnSpPr>
              <p:cNvPr id="384" name="Straight Connector 383">
                <a:extLst>
                  <a:ext uri="{FF2B5EF4-FFF2-40B4-BE49-F238E27FC236}">
                    <a16:creationId xmlns:a16="http://schemas.microsoft.com/office/drawing/2014/main" id="{16F8043F-8502-904C-9632-B3658D71B8BE}"/>
                  </a:ext>
                </a:extLst>
              </p:cNvPr>
              <p:cNvCxnSpPr/>
              <p:nvPr/>
            </p:nvCxnSpPr>
            <p:spPr>
              <a:xfrm flipV="1">
                <a:off x="5270526" y="2029553"/>
                <a:ext cx="295249" cy="73468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B4B3A6DE-2E70-F74C-8CA1-13247C912682}"/>
                  </a:ext>
                </a:extLst>
              </p:cNvPr>
              <p:cNvCxnSpPr/>
              <p:nvPr/>
            </p:nvCxnSpPr>
            <p:spPr>
              <a:xfrm flipV="1">
                <a:off x="5275406" y="2261710"/>
                <a:ext cx="290369" cy="1675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Straight Connector 385">
                <a:extLst>
                  <a:ext uri="{FF2B5EF4-FFF2-40B4-BE49-F238E27FC236}">
                    <a16:creationId xmlns:a16="http://schemas.microsoft.com/office/drawing/2014/main" id="{4B9DB078-BD58-F64A-B873-E1187205EB94}"/>
                  </a:ext>
                </a:extLst>
              </p:cNvPr>
              <p:cNvCxnSpPr/>
              <p:nvPr/>
            </p:nvCxnSpPr>
            <p:spPr>
              <a:xfrm flipV="1">
                <a:off x="5275406" y="2151772"/>
                <a:ext cx="290369" cy="4840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Straight Connector 386">
                <a:extLst>
                  <a:ext uri="{FF2B5EF4-FFF2-40B4-BE49-F238E27FC236}">
                    <a16:creationId xmlns:a16="http://schemas.microsoft.com/office/drawing/2014/main" id="{D321DD82-9D22-0B49-ADF9-8BE310E97E71}"/>
                  </a:ext>
                </a:extLst>
              </p:cNvPr>
              <p:cNvCxnSpPr/>
              <p:nvPr/>
            </p:nvCxnSpPr>
            <p:spPr>
              <a:xfrm>
                <a:off x="5270094" y="2354086"/>
                <a:ext cx="295681" cy="0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Straight Connector 387">
                <a:extLst>
                  <a:ext uri="{FF2B5EF4-FFF2-40B4-BE49-F238E27FC236}">
                    <a16:creationId xmlns:a16="http://schemas.microsoft.com/office/drawing/2014/main" id="{18A2FB0C-53B9-5248-AA65-9BA9B429FC4C}"/>
                  </a:ext>
                </a:extLst>
              </p:cNvPr>
              <p:cNvCxnSpPr/>
              <p:nvPr/>
            </p:nvCxnSpPr>
            <p:spPr>
              <a:xfrm flipV="1">
                <a:off x="5950242" y="1866900"/>
                <a:ext cx="0" cy="465273"/>
              </a:xfrm>
              <a:prstGeom prst="line">
                <a:avLst/>
              </a:prstGeom>
              <a:ln w="44450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Straight Connector 388">
                <a:extLst>
                  <a:ext uri="{FF2B5EF4-FFF2-40B4-BE49-F238E27FC236}">
                    <a16:creationId xmlns:a16="http://schemas.microsoft.com/office/drawing/2014/main" id="{44FBB965-69F3-F546-AE9F-4AD14078F37E}"/>
                  </a:ext>
                </a:extLst>
              </p:cNvPr>
              <p:cNvCxnSpPr/>
              <p:nvPr/>
            </p:nvCxnSpPr>
            <p:spPr>
              <a:xfrm>
                <a:off x="5628589" y="1936750"/>
                <a:ext cx="0" cy="476854"/>
              </a:xfrm>
              <a:prstGeom prst="line">
                <a:avLst/>
              </a:prstGeom>
              <a:ln w="15875">
                <a:solidFill>
                  <a:srgbClr val="0000A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1" name="Group 390">
              <a:extLst>
                <a:ext uri="{FF2B5EF4-FFF2-40B4-BE49-F238E27FC236}">
                  <a16:creationId xmlns:a16="http://schemas.microsoft.com/office/drawing/2014/main" id="{BDA3EF41-5873-7D4B-8A04-F8D62DFD2DB6}"/>
                </a:ext>
              </a:extLst>
            </p:cNvPr>
            <p:cNvGrpSpPr/>
            <p:nvPr/>
          </p:nvGrpSpPr>
          <p:grpSpPr>
            <a:xfrm>
              <a:off x="10834382" y="3164075"/>
              <a:ext cx="594613" cy="648336"/>
              <a:chOff x="5203089" y="1751190"/>
              <a:chExt cx="858331" cy="662414"/>
            </a:xfrm>
          </p:grpSpPr>
          <p:sp>
            <p:nvSpPr>
              <p:cNvPr id="399" name="Freeform 398">
                <a:extLst>
                  <a:ext uri="{FF2B5EF4-FFF2-40B4-BE49-F238E27FC236}">
                    <a16:creationId xmlns:a16="http://schemas.microsoft.com/office/drawing/2014/main" id="{325473B9-6F55-684D-B22D-FF70325540CE}"/>
                  </a:ext>
                </a:extLst>
              </p:cNvPr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  <a:gd name="connsiteX0" fmla="*/ 3618 w 651290"/>
                  <a:gd name="connsiteY0" fmla="*/ 593378 h 593378"/>
                  <a:gd name="connsiteX1" fmla="*/ 0 w 651290"/>
                  <a:gd name="connsiteY1" fmla="*/ 242416 h 593378"/>
                  <a:gd name="connsiteX2" fmla="*/ 423338 w 651290"/>
                  <a:gd name="connsiteY2" fmla="*/ 101308 h 593378"/>
                  <a:gd name="connsiteX3" fmla="*/ 647672 w 651290"/>
                  <a:gd name="connsiteY3" fmla="*/ 0 h 593378"/>
                  <a:gd name="connsiteX4" fmla="*/ 651290 w 651290"/>
                  <a:gd name="connsiteY4" fmla="*/ 593378 h 593378"/>
                  <a:gd name="connsiteX5" fmla="*/ 3618 w 651290"/>
                  <a:gd name="connsiteY5" fmla="*/ 593378 h 593378"/>
                  <a:gd name="connsiteX0" fmla="*/ 3618 w 651290"/>
                  <a:gd name="connsiteY0" fmla="*/ 662124 h 662124"/>
                  <a:gd name="connsiteX1" fmla="*/ 0 w 651290"/>
                  <a:gd name="connsiteY1" fmla="*/ 311162 h 662124"/>
                  <a:gd name="connsiteX2" fmla="*/ 376300 w 651290"/>
                  <a:gd name="connsiteY2" fmla="*/ 0 h 662124"/>
                  <a:gd name="connsiteX3" fmla="*/ 647672 w 651290"/>
                  <a:gd name="connsiteY3" fmla="*/ 68746 h 662124"/>
                  <a:gd name="connsiteX4" fmla="*/ 651290 w 651290"/>
                  <a:gd name="connsiteY4" fmla="*/ 662124 h 662124"/>
                  <a:gd name="connsiteX5" fmla="*/ 3618 w 651290"/>
                  <a:gd name="connsiteY5" fmla="*/ 662124 h 662124"/>
                  <a:gd name="connsiteX0" fmla="*/ 0 w 647672"/>
                  <a:gd name="connsiteY0" fmla="*/ 662124 h 662124"/>
                  <a:gd name="connsiteX1" fmla="*/ 123021 w 647672"/>
                  <a:gd name="connsiteY1" fmla="*/ 83217 h 662124"/>
                  <a:gd name="connsiteX2" fmla="*/ 372682 w 647672"/>
                  <a:gd name="connsiteY2" fmla="*/ 0 h 662124"/>
                  <a:gd name="connsiteX3" fmla="*/ 644054 w 647672"/>
                  <a:gd name="connsiteY3" fmla="*/ 68746 h 662124"/>
                  <a:gd name="connsiteX4" fmla="*/ 647672 w 647672"/>
                  <a:gd name="connsiteY4" fmla="*/ 662124 h 662124"/>
                  <a:gd name="connsiteX5" fmla="*/ 0 w 647672"/>
                  <a:gd name="connsiteY5" fmla="*/ 662124 h 662124"/>
                  <a:gd name="connsiteX0" fmla="*/ 7238 w 524651"/>
                  <a:gd name="connsiteY0" fmla="*/ 669360 h 669360"/>
                  <a:gd name="connsiteX1" fmla="*/ 0 w 524651"/>
                  <a:gd name="connsiteY1" fmla="*/ 83217 h 669360"/>
                  <a:gd name="connsiteX2" fmla="*/ 249661 w 524651"/>
                  <a:gd name="connsiteY2" fmla="*/ 0 h 669360"/>
                  <a:gd name="connsiteX3" fmla="*/ 521033 w 524651"/>
                  <a:gd name="connsiteY3" fmla="*/ 68746 h 669360"/>
                  <a:gd name="connsiteX4" fmla="*/ 524651 w 524651"/>
                  <a:gd name="connsiteY4" fmla="*/ 662124 h 669360"/>
                  <a:gd name="connsiteX5" fmla="*/ 7238 w 524651"/>
                  <a:gd name="connsiteY5" fmla="*/ 669360 h 669360"/>
                  <a:gd name="connsiteX0" fmla="*/ 438 w 528706"/>
                  <a:gd name="connsiteY0" fmla="*/ 665742 h 665742"/>
                  <a:gd name="connsiteX1" fmla="*/ 4055 w 528706"/>
                  <a:gd name="connsiteY1" fmla="*/ 83217 h 665742"/>
                  <a:gd name="connsiteX2" fmla="*/ 253716 w 528706"/>
                  <a:gd name="connsiteY2" fmla="*/ 0 h 665742"/>
                  <a:gd name="connsiteX3" fmla="*/ 525088 w 528706"/>
                  <a:gd name="connsiteY3" fmla="*/ 68746 h 665742"/>
                  <a:gd name="connsiteX4" fmla="*/ 528706 w 528706"/>
                  <a:gd name="connsiteY4" fmla="*/ 662124 h 665742"/>
                  <a:gd name="connsiteX5" fmla="*/ 438 w 528706"/>
                  <a:gd name="connsiteY5" fmla="*/ 665742 h 665742"/>
                  <a:gd name="connsiteX0" fmla="*/ 155 w 546514"/>
                  <a:gd name="connsiteY0" fmla="*/ 662124 h 662124"/>
                  <a:gd name="connsiteX1" fmla="*/ 21863 w 546514"/>
                  <a:gd name="connsiteY1" fmla="*/ 83217 h 662124"/>
                  <a:gd name="connsiteX2" fmla="*/ 271524 w 546514"/>
                  <a:gd name="connsiteY2" fmla="*/ 0 h 662124"/>
                  <a:gd name="connsiteX3" fmla="*/ 542896 w 546514"/>
                  <a:gd name="connsiteY3" fmla="*/ 68746 h 662124"/>
                  <a:gd name="connsiteX4" fmla="*/ 546514 w 546514"/>
                  <a:gd name="connsiteY4" fmla="*/ 662124 h 662124"/>
                  <a:gd name="connsiteX5" fmla="*/ 155 w 546514"/>
                  <a:gd name="connsiteY5" fmla="*/ 662124 h 662124"/>
                  <a:gd name="connsiteX0" fmla="*/ 10856 w 524651"/>
                  <a:gd name="connsiteY0" fmla="*/ 658506 h 662124"/>
                  <a:gd name="connsiteX1" fmla="*/ 0 w 524651"/>
                  <a:gd name="connsiteY1" fmla="*/ 83217 h 662124"/>
                  <a:gd name="connsiteX2" fmla="*/ 249661 w 524651"/>
                  <a:gd name="connsiteY2" fmla="*/ 0 h 662124"/>
                  <a:gd name="connsiteX3" fmla="*/ 521033 w 524651"/>
                  <a:gd name="connsiteY3" fmla="*/ 68746 h 662124"/>
                  <a:gd name="connsiteX4" fmla="*/ 524651 w 524651"/>
                  <a:gd name="connsiteY4" fmla="*/ 662124 h 662124"/>
                  <a:gd name="connsiteX5" fmla="*/ 10856 w 524651"/>
                  <a:gd name="connsiteY5" fmla="*/ 658506 h 66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4651" h="662124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50"/>
              </a:p>
            </p:txBody>
          </p:sp>
          <p:sp>
            <p:nvSpPr>
              <p:cNvPr id="400" name="Freeform 399">
                <a:extLst>
                  <a:ext uri="{FF2B5EF4-FFF2-40B4-BE49-F238E27FC236}">
                    <a16:creationId xmlns:a16="http://schemas.microsoft.com/office/drawing/2014/main" id="{06CE85F7-18B2-3947-975F-CEA32EE2FBA7}"/>
                  </a:ext>
                </a:extLst>
              </p:cNvPr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1290" h="49207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50"/>
              </a:p>
            </p:txBody>
          </p: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F3F3D0FA-374D-9147-8047-2B7B3AAF05DF}"/>
                  </a:ext>
                </a:extLst>
              </p:cNvPr>
              <p:cNvCxnSpPr/>
              <p:nvPr/>
            </p:nvCxnSpPr>
            <p:spPr>
              <a:xfrm flipV="1">
                <a:off x="5270526" y="2029553"/>
                <a:ext cx="295249" cy="73468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AFF00F79-7128-E243-BBD5-A97200EABABC}"/>
                  </a:ext>
                </a:extLst>
              </p:cNvPr>
              <p:cNvCxnSpPr/>
              <p:nvPr/>
            </p:nvCxnSpPr>
            <p:spPr>
              <a:xfrm flipV="1">
                <a:off x="5275406" y="2261710"/>
                <a:ext cx="290369" cy="1675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3" name="Straight Connector 402">
                <a:extLst>
                  <a:ext uri="{FF2B5EF4-FFF2-40B4-BE49-F238E27FC236}">
                    <a16:creationId xmlns:a16="http://schemas.microsoft.com/office/drawing/2014/main" id="{729D9C8D-B396-A049-9B7A-BE878812629D}"/>
                  </a:ext>
                </a:extLst>
              </p:cNvPr>
              <p:cNvCxnSpPr/>
              <p:nvPr/>
            </p:nvCxnSpPr>
            <p:spPr>
              <a:xfrm flipV="1">
                <a:off x="5275406" y="2151772"/>
                <a:ext cx="290369" cy="4840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4" name="Straight Connector 403">
                <a:extLst>
                  <a:ext uri="{FF2B5EF4-FFF2-40B4-BE49-F238E27FC236}">
                    <a16:creationId xmlns:a16="http://schemas.microsoft.com/office/drawing/2014/main" id="{4B32C41F-58E3-CC4F-9625-B6688BEB2140}"/>
                  </a:ext>
                </a:extLst>
              </p:cNvPr>
              <p:cNvCxnSpPr/>
              <p:nvPr/>
            </p:nvCxnSpPr>
            <p:spPr>
              <a:xfrm>
                <a:off x="5270094" y="2354086"/>
                <a:ext cx="295681" cy="0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>
                <a:extLst>
                  <a:ext uri="{FF2B5EF4-FFF2-40B4-BE49-F238E27FC236}">
                    <a16:creationId xmlns:a16="http://schemas.microsoft.com/office/drawing/2014/main" id="{58933865-B1C6-3244-A0F5-136E4C6DD92E}"/>
                  </a:ext>
                </a:extLst>
              </p:cNvPr>
              <p:cNvCxnSpPr/>
              <p:nvPr/>
            </p:nvCxnSpPr>
            <p:spPr>
              <a:xfrm flipV="1">
                <a:off x="5950242" y="1866900"/>
                <a:ext cx="0" cy="465273"/>
              </a:xfrm>
              <a:prstGeom prst="line">
                <a:avLst/>
              </a:prstGeom>
              <a:ln w="44450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Straight Connector 405">
                <a:extLst>
                  <a:ext uri="{FF2B5EF4-FFF2-40B4-BE49-F238E27FC236}">
                    <a16:creationId xmlns:a16="http://schemas.microsoft.com/office/drawing/2014/main" id="{76C939A7-C3F0-5A45-B81D-4E775CF1C92C}"/>
                  </a:ext>
                </a:extLst>
              </p:cNvPr>
              <p:cNvCxnSpPr/>
              <p:nvPr/>
            </p:nvCxnSpPr>
            <p:spPr>
              <a:xfrm>
                <a:off x="5628589" y="1936750"/>
                <a:ext cx="0" cy="476854"/>
              </a:xfrm>
              <a:prstGeom prst="line">
                <a:avLst/>
              </a:prstGeom>
              <a:ln w="15875">
                <a:solidFill>
                  <a:srgbClr val="0000A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2" name="Freeform 561">
              <a:extLst>
                <a:ext uri="{FF2B5EF4-FFF2-40B4-BE49-F238E27FC236}">
                  <a16:creationId xmlns:a16="http://schemas.microsoft.com/office/drawing/2014/main" id="{BE088278-C41B-3E4A-87CE-FD65749FA13D}"/>
                </a:ext>
              </a:extLst>
            </p:cNvPr>
            <p:cNvSpPr/>
            <p:nvPr/>
          </p:nvSpPr>
          <p:spPr>
            <a:xfrm>
              <a:off x="9604024" y="1751946"/>
              <a:ext cx="1497864" cy="1386455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60355 w 1494463"/>
                <a:gd name="connsiteY0" fmla="*/ 534641 h 1775651"/>
                <a:gd name="connsiteX1" fmla="*/ 3 w 1494463"/>
                <a:gd name="connsiteY1" fmla="*/ 940200 h 1775651"/>
                <a:gd name="connsiteX2" fmla="*/ 367657 w 1494463"/>
                <a:gd name="connsiteY2" fmla="*/ 1508306 h 1775651"/>
                <a:gd name="connsiteX3" fmla="*/ 1186523 w 1494463"/>
                <a:gd name="connsiteY3" fmla="*/ 1775650 h 1775651"/>
                <a:gd name="connsiteX4" fmla="*/ 1467465 w 1494463"/>
                <a:gd name="connsiteY4" fmla="*/ 1510813 h 1775651"/>
                <a:gd name="connsiteX5" fmla="*/ 1468513 w 1494463"/>
                <a:gd name="connsiteY5" fmla="*/ 672856 h 1775651"/>
                <a:gd name="connsiteX6" fmla="*/ 1336927 w 1494463"/>
                <a:gd name="connsiteY6" fmla="*/ 154877 h 1775651"/>
                <a:gd name="connsiteX7" fmla="*/ 839087 w 1494463"/>
                <a:gd name="connsiteY7" fmla="*/ 21205 h 1775651"/>
                <a:gd name="connsiteX8" fmla="*/ 360355 w 1494463"/>
                <a:gd name="connsiteY8" fmla="*/ 534641 h 1775651"/>
                <a:gd name="connsiteX0" fmla="*/ 360355 w 1491064"/>
                <a:gd name="connsiteY0" fmla="*/ 552327 h 1793337"/>
                <a:gd name="connsiteX1" fmla="*/ 3 w 1491064"/>
                <a:gd name="connsiteY1" fmla="*/ 957886 h 1793337"/>
                <a:gd name="connsiteX2" fmla="*/ 367657 w 1491064"/>
                <a:gd name="connsiteY2" fmla="*/ 1525992 h 1793337"/>
                <a:gd name="connsiteX3" fmla="*/ 1186523 w 1491064"/>
                <a:gd name="connsiteY3" fmla="*/ 1793336 h 1793337"/>
                <a:gd name="connsiteX4" fmla="*/ 1467465 w 1491064"/>
                <a:gd name="connsiteY4" fmla="*/ 1528499 h 1793337"/>
                <a:gd name="connsiteX5" fmla="*/ 1468513 w 1491064"/>
                <a:gd name="connsiteY5" fmla="*/ 690542 h 1793337"/>
                <a:gd name="connsiteX6" fmla="*/ 1407977 w 1491064"/>
                <a:gd name="connsiteY6" fmla="*/ 109278 h 1793337"/>
                <a:gd name="connsiteX7" fmla="*/ 839087 w 1491064"/>
                <a:gd name="connsiteY7" fmla="*/ 38891 h 1793337"/>
                <a:gd name="connsiteX8" fmla="*/ 360355 w 1491064"/>
                <a:gd name="connsiteY8" fmla="*/ 552327 h 1793337"/>
                <a:gd name="connsiteX0" fmla="*/ 360355 w 1502818"/>
                <a:gd name="connsiteY0" fmla="*/ 552327 h 1612281"/>
                <a:gd name="connsiteX1" fmla="*/ 3 w 1502818"/>
                <a:gd name="connsiteY1" fmla="*/ 957886 h 1612281"/>
                <a:gd name="connsiteX2" fmla="*/ 367657 w 1502818"/>
                <a:gd name="connsiteY2" fmla="*/ 1525992 h 1612281"/>
                <a:gd name="connsiteX3" fmla="*/ 1026659 w 1502818"/>
                <a:gd name="connsiteY3" fmla="*/ 1582385 h 1612281"/>
                <a:gd name="connsiteX4" fmla="*/ 1467465 w 1502818"/>
                <a:gd name="connsiteY4" fmla="*/ 1528499 h 1612281"/>
                <a:gd name="connsiteX5" fmla="*/ 1468513 w 1502818"/>
                <a:gd name="connsiteY5" fmla="*/ 690542 h 1612281"/>
                <a:gd name="connsiteX6" fmla="*/ 1407977 w 1502818"/>
                <a:gd name="connsiteY6" fmla="*/ 109278 h 1612281"/>
                <a:gd name="connsiteX7" fmla="*/ 839087 w 1502818"/>
                <a:gd name="connsiteY7" fmla="*/ 38891 h 1612281"/>
                <a:gd name="connsiteX8" fmla="*/ 360355 w 1502818"/>
                <a:gd name="connsiteY8" fmla="*/ 552327 h 1612281"/>
                <a:gd name="connsiteX0" fmla="*/ 360384 w 1502847"/>
                <a:gd name="connsiteY0" fmla="*/ 552327 h 1803602"/>
                <a:gd name="connsiteX1" fmla="*/ 32 w 1502847"/>
                <a:gd name="connsiteY1" fmla="*/ 957886 h 1803602"/>
                <a:gd name="connsiteX2" fmla="*/ 385448 w 1502847"/>
                <a:gd name="connsiteY2" fmla="*/ 1779134 h 1803602"/>
                <a:gd name="connsiteX3" fmla="*/ 1026688 w 1502847"/>
                <a:gd name="connsiteY3" fmla="*/ 1582385 h 1803602"/>
                <a:gd name="connsiteX4" fmla="*/ 1467494 w 1502847"/>
                <a:gd name="connsiteY4" fmla="*/ 1528499 h 1803602"/>
                <a:gd name="connsiteX5" fmla="*/ 1468542 w 1502847"/>
                <a:gd name="connsiteY5" fmla="*/ 690542 h 1803602"/>
                <a:gd name="connsiteX6" fmla="*/ 1408006 w 1502847"/>
                <a:gd name="connsiteY6" fmla="*/ 109278 h 1803602"/>
                <a:gd name="connsiteX7" fmla="*/ 839116 w 1502847"/>
                <a:gd name="connsiteY7" fmla="*/ 38891 h 1803602"/>
                <a:gd name="connsiteX8" fmla="*/ 360384 w 1502847"/>
                <a:gd name="connsiteY8" fmla="*/ 552327 h 1803602"/>
                <a:gd name="connsiteX0" fmla="*/ 360384 w 1502847"/>
                <a:gd name="connsiteY0" fmla="*/ 552327 h 1826319"/>
                <a:gd name="connsiteX1" fmla="*/ 32 w 1502847"/>
                <a:gd name="connsiteY1" fmla="*/ 957886 h 1826319"/>
                <a:gd name="connsiteX2" fmla="*/ 385448 w 1502847"/>
                <a:gd name="connsiteY2" fmla="*/ 1779134 h 1826319"/>
                <a:gd name="connsiteX3" fmla="*/ 1026688 w 1502847"/>
                <a:gd name="connsiteY3" fmla="*/ 1582385 h 1826319"/>
                <a:gd name="connsiteX4" fmla="*/ 1467494 w 1502847"/>
                <a:gd name="connsiteY4" fmla="*/ 1528499 h 1826319"/>
                <a:gd name="connsiteX5" fmla="*/ 1468542 w 1502847"/>
                <a:gd name="connsiteY5" fmla="*/ 690542 h 1826319"/>
                <a:gd name="connsiteX6" fmla="*/ 1408006 w 1502847"/>
                <a:gd name="connsiteY6" fmla="*/ 109278 h 1826319"/>
                <a:gd name="connsiteX7" fmla="*/ 839116 w 1502847"/>
                <a:gd name="connsiteY7" fmla="*/ 38891 h 1826319"/>
                <a:gd name="connsiteX8" fmla="*/ 360384 w 1502847"/>
                <a:gd name="connsiteY8" fmla="*/ 552327 h 1826319"/>
                <a:gd name="connsiteX0" fmla="*/ 289852 w 1503366"/>
                <a:gd name="connsiteY0" fmla="*/ 461730 h 1820101"/>
                <a:gd name="connsiteX1" fmla="*/ 551 w 1503366"/>
                <a:gd name="connsiteY1" fmla="*/ 951668 h 1820101"/>
                <a:gd name="connsiteX2" fmla="*/ 385967 w 1503366"/>
                <a:gd name="connsiteY2" fmla="*/ 1772916 h 1820101"/>
                <a:gd name="connsiteX3" fmla="*/ 1027207 w 1503366"/>
                <a:gd name="connsiteY3" fmla="*/ 1576167 h 1820101"/>
                <a:gd name="connsiteX4" fmla="*/ 1468013 w 1503366"/>
                <a:gd name="connsiteY4" fmla="*/ 1522281 h 1820101"/>
                <a:gd name="connsiteX5" fmla="*/ 1469061 w 1503366"/>
                <a:gd name="connsiteY5" fmla="*/ 684324 h 1820101"/>
                <a:gd name="connsiteX6" fmla="*/ 1408525 w 1503366"/>
                <a:gd name="connsiteY6" fmla="*/ 103060 h 1820101"/>
                <a:gd name="connsiteX7" fmla="*/ 839635 w 1503366"/>
                <a:gd name="connsiteY7" fmla="*/ 32673 h 1820101"/>
                <a:gd name="connsiteX8" fmla="*/ 289852 w 1503366"/>
                <a:gd name="connsiteY8" fmla="*/ 461730 h 1820101"/>
                <a:gd name="connsiteX0" fmla="*/ 293376 w 1506890"/>
                <a:gd name="connsiteY0" fmla="*/ 461730 h 1820101"/>
                <a:gd name="connsiteX1" fmla="*/ 4075 w 1506890"/>
                <a:gd name="connsiteY1" fmla="*/ 951668 h 1820101"/>
                <a:gd name="connsiteX2" fmla="*/ 389491 w 1506890"/>
                <a:gd name="connsiteY2" fmla="*/ 1772916 h 1820101"/>
                <a:gd name="connsiteX3" fmla="*/ 1030731 w 1506890"/>
                <a:gd name="connsiteY3" fmla="*/ 1576167 h 1820101"/>
                <a:gd name="connsiteX4" fmla="*/ 1471537 w 1506890"/>
                <a:gd name="connsiteY4" fmla="*/ 1522281 h 1820101"/>
                <a:gd name="connsiteX5" fmla="*/ 1472585 w 1506890"/>
                <a:gd name="connsiteY5" fmla="*/ 684324 h 1820101"/>
                <a:gd name="connsiteX6" fmla="*/ 1412049 w 1506890"/>
                <a:gd name="connsiteY6" fmla="*/ 103060 h 1820101"/>
                <a:gd name="connsiteX7" fmla="*/ 843159 w 1506890"/>
                <a:gd name="connsiteY7" fmla="*/ 32673 h 1820101"/>
                <a:gd name="connsiteX8" fmla="*/ 293376 w 1506890"/>
                <a:gd name="connsiteY8" fmla="*/ 461730 h 1820101"/>
                <a:gd name="connsiteX0" fmla="*/ 203955 w 1545103"/>
                <a:gd name="connsiteY0" fmla="*/ 206126 h 1802639"/>
                <a:gd name="connsiteX1" fmla="*/ 42288 w 1545103"/>
                <a:gd name="connsiteY1" fmla="*/ 934206 h 1802639"/>
                <a:gd name="connsiteX2" fmla="*/ 427704 w 1545103"/>
                <a:gd name="connsiteY2" fmla="*/ 1755454 h 1802639"/>
                <a:gd name="connsiteX3" fmla="*/ 1068944 w 1545103"/>
                <a:gd name="connsiteY3" fmla="*/ 1558705 h 1802639"/>
                <a:gd name="connsiteX4" fmla="*/ 1509750 w 1545103"/>
                <a:gd name="connsiteY4" fmla="*/ 1504819 h 1802639"/>
                <a:gd name="connsiteX5" fmla="*/ 1510798 w 1545103"/>
                <a:gd name="connsiteY5" fmla="*/ 666862 h 1802639"/>
                <a:gd name="connsiteX6" fmla="*/ 1450262 w 1545103"/>
                <a:gd name="connsiteY6" fmla="*/ 85598 h 1802639"/>
                <a:gd name="connsiteX7" fmla="*/ 881372 w 1545103"/>
                <a:gd name="connsiteY7" fmla="*/ 15211 h 1802639"/>
                <a:gd name="connsiteX8" fmla="*/ 203955 w 1545103"/>
                <a:gd name="connsiteY8" fmla="*/ 206126 h 1802639"/>
                <a:gd name="connsiteX0" fmla="*/ 147252 w 1634267"/>
                <a:gd name="connsiteY0" fmla="*/ 113266 h 1796376"/>
                <a:gd name="connsiteX1" fmla="*/ 131452 w 1634267"/>
                <a:gd name="connsiteY1" fmla="*/ 927943 h 1796376"/>
                <a:gd name="connsiteX2" fmla="*/ 516868 w 1634267"/>
                <a:gd name="connsiteY2" fmla="*/ 1749191 h 1796376"/>
                <a:gd name="connsiteX3" fmla="*/ 1158108 w 1634267"/>
                <a:gd name="connsiteY3" fmla="*/ 1552442 h 1796376"/>
                <a:gd name="connsiteX4" fmla="*/ 1598914 w 1634267"/>
                <a:gd name="connsiteY4" fmla="*/ 1498556 h 1796376"/>
                <a:gd name="connsiteX5" fmla="*/ 1599962 w 1634267"/>
                <a:gd name="connsiteY5" fmla="*/ 660599 h 1796376"/>
                <a:gd name="connsiteX6" fmla="*/ 1539426 w 1634267"/>
                <a:gd name="connsiteY6" fmla="*/ 79335 h 1796376"/>
                <a:gd name="connsiteX7" fmla="*/ 970536 w 1634267"/>
                <a:gd name="connsiteY7" fmla="*/ 8948 h 1796376"/>
                <a:gd name="connsiteX8" fmla="*/ 147252 w 1634267"/>
                <a:gd name="connsiteY8" fmla="*/ 113266 h 179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34267" h="1796376">
                  <a:moveTo>
                    <a:pt x="147252" y="113266"/>
                  </a:moveTo>
                  <a:cubicBezTo>
                    <a:pt x="-139307" y="245497"/>
                    <a:pt x="69849" y="655289"/>
                    <a:pt x="131452" y="927943"/>
                  </a:cubicBezTo>
                  <a:cubicBezTo>
                    <a:pt x="193055" y="1200597"/>
                    <a:pt x="345759" y="1645108"/>
                    <a:pt x="516868" y="1749191"/>
                  </a:cubicBezTo>
                  <a:cubicBezTo>
                    <a:pt x="687977" y="1853274"/>
                    <a:pt x="1013294" y="1784070"/>
                    <a:pt x="1158108" y="1552442"/>
                  </a:cubicBezTo>
                  <a:cubicBezTo>
                    <a:pt x="1302922" y="1320814"/>
                    <a:pt x="1525272" y="1647197"/>
                    <a:pt x="1598914" y="1498556"/>
                  </a:cubicBezTo>
                  <a:cubicBezTo>
                    <a:pt x="1672556" y="1349916"/>
                    <a:pt x="1609877" y="897136"/>
                    <a:pt x="1599962" y="660599"/>
                  </a:cubicBezTo>
                  <a:cubicBezTo>
                    <a:pt x="1590047" y="424062"/>
                    <a:pt x="1578419" y="187943"/>
                    <a:pt x="1539426" y="79335"/>
                  </a:cubicBezTo>
                  <a:cubicBezTo>
                    <a:pt x="1500433" y="-29273"/>
                    <a:pt x="1202565" y="3293"/>
                    <a:pt x="970536" y="8948"/>
                  </a:cubicBezTo>
                  <a:cubicBezTo>
                    <a:pt x="738507" y="14603"/>
                    <a:pt x="433811" y="-18965"/>
                    <a:pt x="147252" y="1132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CDFF9"/>
                </a:gs>
                <a:gs pos="100000">
                  <a:schemeClr val="bg1"/>
                </a:gs>
                <a:gs pos="57000">
                  <a:schemeClr val="accent5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sp>
          <p:nvSpPr>
            <p:cNvPr id="573" name="TextBox 572">
              <a:extLst>
                <a:ext uri="{FF2B5EF4-FFF2-40B4-BE49-F238E27FC236}">
                  <a16:creationId xmlns:a16="http://schemas.microsoft.com/office/drawing/2014/main" id="{59DB778E-F23D-6C41-8A2D-8F08BD46CBCB}"/>
                </a:ext>
              </a:extLst>
            </p:cNvPr>
            <p:cNvSpPr txBox="1"/>
            <p:nvPr/>
          </p:nvSpPr>
          <p:spPr>
            <a:xfrm>
              <a:off x="9490412" y="1821100"/>
              <a:ext cx="1958229" cy="3170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50" dirty="0"/>
                <a:t>national or global ISP</a:t>
              </a:r>
            </a:p>
          </p:txBody>
        </p:sp>
        <p:sp>
          <p:nvSpPr>
            <p:cNvPr id="655" name="Rectangle 654">
              <a:extLst>
                <a:ext uri="{FF2B5EF4-FFF2-40B4-BE49-F238E27FC236}">
                  <a16:creationId xmlns:a16="http://schemas.microsoft.com/office/drawing/2014/main" id="{2DCB9395-41DC-D844-A0B1-59B5BDD3151F}"/>
                </a:ext>
              </a:extLst>
            </p:cNvPr>
            <p:cNvSpPr/>
            <p:nvPr/>
          </p:nvSpPr>
          <p:spPr>
            <a:xfrm>
              <a:off x="9342279" y="3647812"/>
              <a:ext cx="305749" cy="197847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53" name="TextBox 652">
              <a:extLst>
                <a:ext uri="{FF2B5EF4-FFF2-40B4-BE49-F238E27FC236}">
                  <a16:creationId xmlns:a16="http://schemas.microsoft.com/office/drawing/2014/main" id="{C34CA97E-4007-3540-925A-3C739C254049}"/>
                </a:ext>
              </a:extLst>
            </p:cNvPr>
            <p:cNvSpPr txBox="1"/>
            <p:nvPr/>
          </p:nvSpPr>
          <p:spPr>
            <a:xfrm>
              <a:off x="8829373" y="3417824"/>
              <a:ext cx="1040639" cy="7048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50" dirty="0"/>
                <a:t>local or regional ISP</a:t>
              </a:r>
            </a:p>
          </p:txBody>
        </p:sp>
        <p:sp>
          <p:nvSpPr>
            <p:cNvPr id="657" name="TextBox 656">
              <a:extLst>
                <a:ext uri="{FF2B5EF4-FFF2-40B4-BE49-F238E27FC236}">
                  <a16:creationId xmlns:a16="http://schemas.microsoft.com/office/drawing/2014/main" id="{7DCF99E9-1DFC-0241-B2E7-471998268663}"/>
                </a:ext>
              </a:extLst>
            </p:cNvPr>
            <p:cNvSpPr txBox="1"/>
            <p:nvPr/>
          </p:nvSpPr>
          <p:spPr>
            <a:xfrm>
              <a:off x="10980979" y="4647841"/>
              <a:ext cx="923757" cy="4141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788" dirty="0"/>
                <a:t>datacenter </a:t>
              </a:r>
            </a:p>
            <a:p>
              <a:pPr>
                <a:lnSpc>
                  <a:spcPct val="90000"/>
                </a:lnSpc>
              </a:pPr>
              <a:r>
                <a:rPr lang="en-US" sz="788" dirty="0"/>
                <a:t>network</a:t>
              </a:r>
            </a:p>
          </p:txBody>
        </p:sp>
        <p:sp>
          <p:nvSpPr>
            <p:cNvPr id="658" name="TextBox 657">
              <a:extLst>
                <a:ext uri="{FF2B5EF4-FFF2-40B4-BE49-F238E27FC236}">
                  <a16:creationId xmlns:a16="http://schemas.microsoft.com/office/drawing/2014/main" id="{173BD163-3F4D-944E-B86B-3275B779D5A8}"/>
                </a:ext>
              </a:extLst>
            </p:cNvPr>
            <p:cNvSpPr txBox="1"/>
            <p:nvPr/>
          </p:nvSpPr>
          <p:spPr>
            <a:xfrm>
              <a:off x="10126229" y="4198151"/>
              <a:ext cx="947268" cy="7048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50" dirty="0"/>
                <a:t>content </a:t>
              </a:r>
            </a:p>
            <a:p>
              <a:pPr>
                <a:lnSpc>
                  <a:spcPct val="90000"/>
                </a:lnSpc>
              </a:pPr>
              <a:r>
                <a:rPr lang="en-US" sz="1050" dirty="0"/>
                <a:t>provider </a:t>
              </a:r>
            </a:p>
            <a:p>
              <a:pPr>
                <a:lnSpc>
                  <a:spcPct val="90000"/>
                </a:lnSpc>
              </a:pPr>
              <a:r>
                <a:rPr lang="en-US" sz="1050" dirty="0"/>
                <a:t>network</a:t>
              </a:r>
              <a:endParaRPr lang="en-US" sz="750" dirty="0"/>
            </a:p>
          </p:txBody>
        </p:sp>
      </p:grp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54348108-FD66-5941-95B5-3AA9BB3E9A2D}"/>
              </a:ext>
            </a:extLst>
          </p:cNvPr>
          <p:cNvGrpSpPr/>
          <p:nvPr/>
        </p:nvGrpSpPr>
        <p:grpSpPr>
          <a:xfrm>
            <a:off x="973435" y="2351243"/>
            <a:ext cx="4217401" cy="978808"/>
            <a:chOff x="1297913" y="3209940"/>
            <a:chExt cx="5623201" cy="1305077"/>
          </a:xfrm>
        </p:grpSpPr>
        <p:sp>
          <p:nvSpPr>
            <p:cNvPr id="666" name="Content Placeholder 2">
              <a:extLst>
                <a:ext uri="{FF2B5EF4-FFF2-40B4-BE49-F238E27FC236}">
                  <a16:creationId xmlns:a16="http://schemas.microsoft.com/office/drawing/2014/main" id="{B356736A-B49C-8045-8159-87CAE4974452}"/>
                </a:ext>
              </a:extLst>
            </p:cNvPr>
            <p:cNvSpPr txBox="1">
              <a:spLocks/>
            </p:cNvSpPr>
            <p:nvPr/>
          </p:nvSpPr>
          <p:spPr>
            <a:xfrm>
              <a:off x="3142962" y="3209940"/>
              <a:ext cx="3778152" cy="1305077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347472" indent="-347472" algn="l" defTabSz="914400" rtl="0" eaLnBrk="1" latinLnBrk="0" hangingPunct="1">
                <a:lnSpc>
                  <a:spcPct val="90000"/>
                </a:lnSpc>
                <a:spcBef>
                  <a:spcPts val="672"/>
                </a:spcBef>
                <a:buClr>
                  <a:srgbClr val="002E8A"/>
                </a:buClr>
                <a:buSzPct val="100000"/>
                <a:buFont typeface="Wingdings" panose="05000000000000000000" pitchFamily="2" charset="2"/>
                <a:buChar char="§"/>
                <a:defRPr sz="2800" kern="1200">
                  <a:solidFill>
                    <a:schemeClr val="tx1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1pPr>
              <a:lvl2pPr marL="740664" indent="-283464" algn="l" defTabSz="914400" rtl="0" eaLnBrk="1" latinLnBrk="0" hangingPunct="1">
                <a:lnSpc>
                  <a:spcPct val="90000"/>
                </a:lnSpc>
                <a:spcBef>
                  <a:spcPts val="528"/>
                </a:spcBef>
                <a:buClr>
                  <a:srgbClr val="C00000"/>
                </a:buClr>
                <a:buSzPct val="100000"/>
                <a:buFont typeface="Wingdings" panose="05000000000000000000" pitchFamily="2" charset="2"/>
                <a:buChar char="§"/>
                <a:defRPr sz="2400" kern="1200">
                  <a:solidFill>
                    <a:srgbClr val="0070C0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2">
                    <a:lumMod val="75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sz="2200" kern="1200">
                  <a:solidFill>
                    <a:schemeClr val="accent2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70C0"/>
                </a:buClr>
                <a:buSzPct val="100000"/>
                <a:buFont typeface="Wingdings" panose="05000000000000000000" pitchFamily="2" charset="2"/>
                <a:buChar char="§"/>
                <a:defRPr sz="2000" kern="1200">
                  <a:solidFill>
                    <a:srgbClr val="7030A0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27242"/>
                </a:buClr>
                <a:buSzPct val="100000"/>
                <a:buFont typeface="Wingdings" panose="05000000000000000000" pitchFamily="2" charset="2"/>
                <a:buChar char="§"/>
                <a:defRPr sz="1800" kern="1200">
                  <a:solidFill>
                    <a:schemeClr val="accent6">
                      <a:lumMod val="50000"/>
                    </a:schemeClr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 baseline="0">
                  <a:solidFill>
                    <a:schemeClr val="accent4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144" indent="0">
                <a:buNone/>
              </a:pPr>
              <a:r>
                <a:rPr lang="en-US" altLang="en-US" sz="1800" i="1" dirty="0">
                  <a:solidFill>
                    <a:srgbClr val="C00000"/>
                  </a:solidFill>
                  <a:latin typeface="+mn-lt"/>
                </a:rPr>
                <a:t>Packet switches</a:t>
              </a:r>
              <a:r>
                <a:rPr lang="en-US" altLang="en-US" sz="1800" dirty="0">
                  <a:latin typeface="+mn-lt"/>
                </a:rPr>
                <a:t>: forward packets (chunks of data)</a:t>
              </a:r>
            </a:p>
            <a:p>
              <a:pPr marL="259556" lvl="1" indent="-173831">
                <a:buClr>
                  <a:srgbClr val="0000A8"/>
                </a:buClr>
              </a:pPr>
              <a:r>
                <a:rPr lang="en-US" altLang="en-US" sz="1500" i="1" dirty="0">
                  <a:solidFill>
                    <a:schemeClr val="tx1"/>
                  </a:solidFill>
                  <a:latin typeface="+mn-lt"/>
                </a:rPr>
                <a:t>routers</a:t>
              </a:r>
              <a:r>
                <a:rPr lang="en-US" altLang="en-US" sz="1500" dirty="0">
                  <a:solidFill>
                    <a:schemeClr val="tx1"/>
                  </a:solidFill>
                  <a:latin typeface="+mn-lt"/>
                </a:rPr>
                <a:t>, </a:t>
              </a:r>
              <a:r>
                <a:rPr lang="en-US" altLang="en-US" sz="1500" i="1" dirty="0">
                  <a:solidFill>
                    <a:schemeClr val="tx1"/>
                  </a:solidFill>
                  <a:latin typeface="+mn-lt"/>
                </a:rPr>
                <a:t>switches</a:t>
              </a:r>
              <a:endParaRPr lang="en-US" sz="1800" dirty="0">
                <a:solidFill>
                  <a:schemeClr val="tx1"/>
                </a:solidFill>
                <a:latin typeface="+mn-lt"/>
              </a:endParaRPr>
            </a:p>
          </p:txBody>
        </p:sp>
        <p:grpSp>
          <p:nvGrpSpPr>
            <p:cNvPr id="1029" name="Group 1028">
              <a:extLst>
                <a:ext uri="{FF2B5EF4-FFF2-40B4-BE49-F238E27FC236}">
                  <a16:creationId xmlns:a16="http://schemas.microsoft.com/office/drawing/2014/main" id="{324B3D7B-0A87-684A-8AD5-E426CBAB8D91}"/>
                </a:ext>
              </a:extLst>
            </p:cNvPr>
            <p:cNvGrpSpPr/>
            <p:nvPr/>
          </p:nvGrpSpPr>
          <p:grpSpPr>
            <a:xfrm>
              <a:off x="1297913" y="3389820"/>
              <a:ext cx="1370315" cy="390629"/>
              <a:chOff x="1220207" y="3379800"/>
              <a:chExt cx="1448022" cy="400649"/>
            </a:xfrm>
          </p:grpSpPr>
          <p:grpSp>
            <p:nvGrpSpPr>
              <p:cNvPr id="745" name="Group 744">
                <a:extLst>
                  <a:ext uri="{FF2B5EF4-FFF2-40B4-BE49-F238E27FC236}">
                    <a16:creationId xmlns:a16="http://schemas.microsoft.com/office/drawing/2014/main" id="{BBA75EB6-A2DF-8442-902E-889D709A01F1}"/>
                  </a:ext>
                </a:extLst>
              </p:cNvPr>
              <p:cNvGrpSpPr/>
              <p:nvPr/>
            </p:nvGrpSpPr>
            <p:grpSpPr>
              <a:xfrm>
                <a:off x="1220207" y="3403733"/>
                <a:ext cx="608897" cy="339238"/>
                <a:chOff x="7493876" y="2774731"/>
                <a:chExt cx="1481958" cy="894622"/>
              </a:xfrm>
            </p:grpSpPr>
            <p:sp>
              <p:nvSpPr>
                <p:cNvPr id="746" name="Freeform 745">
                  <a:extLst>
                    <a:ext uri="{FF2B5EF4-FFF2-40B4-BE49-F238E27FC236}">
                      <a16:creationId xmlns:a16="http://schemas.microsoft.com/office/drawing/2014/main" id="{57ECBDF9-CECF-C743-928A-01551F1149AC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     </a:t>
                  </a:r>
                </a:p>
              </p:txBody>
            </p:sp>
            <p:sp>
              <p:nvSpPr>
                <p:cNvPr id="747" name="Oval 746">
                  <a:extLst>
                    <a:ext uri="{FF2B5EF4-FFF2-40B4-BE49-F238E27FC236}">
                      <a16:creationId xmlns:a16="http://schemas.microsoft.com/office/drawing/2014/main" id="{2CED8E12-8866-B24C-8ADD-B298A9E92CB3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</a:t>
                  </a:r>
                </a:p>
              </p:txBody>
            </p:sp>
            <p:grpSp>
              <p:nvGrpSpPr>
                <p:cNvPr id="748" name="Group 747">
                  <a:extLst>
                    <a:ext uri="{FF2B5EF4-FFF2-40B4-BE49-F238E27FC236}">
                      <a16:creationId xmlns:a16="http://schemas.microsoft.com/office/drawing/2014/main" id="{B88578A5-178A-394F-A0E8-E56A6CA32F70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749" name="Freeform 748">
                    <a:extLst>
                      <a:ext uri="{FF2B5EF4-FFF2-40B4-BE49-F238E27FC236}">
                        <a16:creationId xmlns:a16="http://schemas.microsoft.com/office/drawing/2014/main" id="{C0BC3D29-EE76-8343-B65A-EA82E9B3D477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750" name="Freeform 749">
                    <a:extLst>
                      <a:ext uri="{FF2B5EF4-FFF2-40B4-BE49-F238E27FC236}">
                        <a16:creationId xmlns:a16="http://schemas.microsoft.com/office/drawing/2014/main" id="{0CE947DD-742E-DB41-8709-8C742E1F3157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751" name="Freeform 750">
                    <a:extLst>
                      <a:ext uri="{FF2B5EF4-FFF2-40B4-BE49-F238E27FC236}">
                        <a16:creationId xmlns:a16="http://schemas.microsoft.com/office/drawing/2014/main" id="{4327083F-593C-164C-8B48-4EAC6FFF6263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752" name="Freeform 751">
                    <a:extLst>
                      <a:ext uri="{FF2B5EF4-FFF2-40B4-BE49-F238E27FC236}">
                        <a16:creationId xmlns:a16="http://schemas.microsoft.com/office/drawing/2014/main" id="{872F4F49-B007-CF47-9AE7-A2818399B5A0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</p:grpSp>
          </p:grpSp>
          <p:grpSp>
            <p:nvGrpSpPr>
              <p:cNvPr id="753" name="Group 752">
                <a:extLst>
                  <a:ext uri="{FF2B5EF4-FFF2-40B4-BE49-F238E27FC236}">
                    <a16:creationId xmlns:a16="http://schemas.microsoft.com/office/drawing/2014/main" id="{ABB80B22-84B3-E44D-B158-999620842AA7}"/>
                  </a:ext>
                </a:extLst>
              </p:cNvPr>
              <p:cNvGrpSpPr/>
              <p:nvPr/>
            </p:nvGrpSpPr>
            <p:grpSpPr>
              <a:xfrm>
                <a:off x="2172962" y="3379800"/>
                <a:ext cx="495267" cy="400649"/>
                <a:chOff x="3668110" y="2448910"/>
                <a:chExt cx="3794234" cy="2165130"/>
              </a:xfrm>
            </p:grpSpPr>
            <p:sp>
              <p:nvSpPr>
                <p:cNvPr id="754" name="Rectangle 753">
                  <a:extLst>
                    <a:ext uri="{FF2B5EF4-FFF2-40B4-BE49-F238E27FC236}">
                      <a16:creationId xmlns:a16="http://schemas.microsoft.com/office/drawing/2014/main" id="{87ED6994-8AAE-CE4F-9382-5B72DC8DF390}"/>
                    </a:ext>
                  </a:extLst>
                </p:cNvPr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755" name="Freeform 754">
                  <a:extLst>
                    <a:ext uri="{FF2B5EF4-FFF2-40B4-BE49-F238E27FC236}">
                      <a16:creationId xmlns:a16="http://schemas.microsoft.com/office/drawing/2014/main" id="{784A6571-0523-1D4B-BC2E-19620F5C60E1}"/>
                    </a:ext>
                  </a:extLst>
                </p:cNvPr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avLst/>
                  <a:gdLst>
                    <a:gd name="connsiteX0" fmla="*/ 0 w 3783724"/>
                    <a:gd name="connsiteY0" fmla="*/ 1313793 h 1324303"/>
                    <a:gd name="connsiteX1" fmla="*/ 0 w 3783724"/>
                    <a:gd name="connsiteY1" fmla="*/ 1313793 h 1324303"/>
                    <a:gd name="connsiteX2" fmla="*/ 252248 w 3783724"/>
                    <a:gd name="connsiteY2" fmla="*/ 0 h 1324303"/>
                    <a:gd name="connsiteX3" fmla="*/ 3415862 w 3783724"/>
                    <a:gd name="connsiteY3" fmla="*/ 21020 h 1324303"/>
                    <a:gd name="connsiteX4" fmla="*/ 3783724 w 3783724"/>
                    <a:gd name="connsiteY4" fmla="*/ 1324303 h 1324303"/>
                    <a:gd name="connsiteX5" fmla="*/ 0 w 3783724"/>
                    <a:gd name="connsiteY5" fmla="*/ 1313793 h 1324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83724" h="1324303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040EF2EE-7544-044B-8B2E-5E76FBF3EC47}"/>
                    </a:ext>
                  </a:extLst>
                </p:cNvPr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757" name="Freeform 756">
                    <a:extLst>
                      <a:ext uri="{FF2B5EF4-FFF2-40B4-BE49-F238E27FC236}">
                        <a16:creationId xmlns:a16="http://schemas.microsoft.com/office/drawing/2014/main" id="{E671E855-462B-9F48-9621-5EEE15B39357}"/>
                      </a:ext>
                    </a:extLst>
                  </p:cNvPr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758" name="Freeform 757">
                    <a:extLst>
                      <a:ext uri="{FF2B5EF4-FFF2-40B4-BE49-F238E27FC236}">
                        <a16:creationId xmlns:a16="http://schemas.microsoft.com/office/drawing/2014/main" id="{E5AE17A8-6FB1-3241-8C26-DCA5087F65E5}"/>
                      </a:ext>
                    </a:extLst>
                  </p:cNvPr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759" name="Freeform 758">
                    <a:extLst>
                      <a:ext uri="{FF2B5EF4-FFF2-40B4-BE49-F238E27FC236}">
                        <a16:creationId xmlns:a16="http://schemas.microsoft.com/office/drawing/2014/main" id="{105030C8-02D0-8E46-B13A-AC9E5D59E2C5}"/>
                      </a:ext>
                    </a:extLst>
                  </p:cNvPr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760" name="Freeform 759">
                    <a:extLst>
                      <a:ext uri="{FF2B5EF4-FFF2-40B4-BE49-F238E27FC236}">
                        <a16:creationId xmlns:a16="http://schemas.microsoft.com/office/drawing/2014/main" id="{F4B9D081-C772-7E49-BCB3-B3BD733377DA}"/>
                      </a:ext>
                    </a:extLst>
                  </p:cNvPr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</p:grpSp>
          </p:grpSp>
        </p:grpSp>
      </p:grp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D0CE68AC-9608-4542-887A-2F687C3134E7}"/>
              </a:ext>
            </a:extLst>
          </p:cNvPr>
          <p:cNvGrpSpPr/>
          <p:nvPr/>
        </p:nvGrpSpPr>
        <p:grpSpPr>
          <a:xfrm>
            <a:off x="729636" y="2915679"/>
            <a:ext cx="4459694" cy="1495811"/>
            <a:chOff x="972848" y="3947532"/>
            <a:chExt cx="5946258" cy="1994414"/>
          </a:xfrm>
        </p:grpSpPr>
        <p:sp>
          <p:nvSpPr>
            <p:cNvPr id="665" name="Content Placeholder 2">
              <a:extLst>
                <a:ext uri="{FF2B5EF4-FFF2-40B4-BE49-F238E27FC236}">
                  <a16:creationId xmlns:a16="http://schemas.microsoft.com/office/drawing/2014/main" id="{56DCFF71-4A93-554C-87E6-E1CF58A6C86F}"/>
                </a:ext>
              </a:extLst>
            </p:cNvPr>
            <p:cNvSpPr txBox="1">
              <a:spLocks/>
            </p:cNvSpPr>
            <p:nvPr/>
          </p:nvSpPr>
          <p:spPr>
            <a:xfrm>
              <a:off x="3140954" y="3947532"/>
              <a:ext cx="3778152" cy="1994414"/>
            </a:xfrm>
            <a:prstGeom prst="rect">
              <a:avLst/>
            </a:prstGeom>
          </p:spPr>
          <p:txBody>
            <a:bodyPr>
              <a:normAutofit fontScale="92500"/>
            </a:bodyPr>
            <a:lstStyle>
              <a:lvl1pPr marL="347472" indent="-347472" algn="l" defTabSz="914400" rtl="0" eaLnBrk="1" latinLnBrk="0" hangingPunct="1">
                <a:lnSpc>
                  <a:spcPct val="90000"/>
                </a:lnSpc>
                <a:spcBef>
                  <a:spcPts val="672"/>
                </a:spcBef>
                <a:buClr>
                  <a:srgbClr val="002E8A"/>
                </a:buClr>
                <a:buSzPct val="100000"/>
                <a:buFont typeface="Wingdings" panose="05000000000000000000" pitchFamily="2" charset="2"/>
                <a:buChar char="§"/>
                <a:defRPr sz="2800" kern="1200">
                  <a:solidFill>
                    <a:schemeClr val="tx1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1pPr>
              <a:lvl2pPr marL="740664" indent="-283464" algn="l" defTabSz="914400" rtl="0" eaLnBrk="1" latinLnBrk="0" hangingPunct="1">
                <a:lnSpc>
                  <a:spcPct val="90000"/>
                </a:lnSpc>
                <a:spcBef>
                  <a:spcPts val="528"/>
                </a:spcBef>
                <a:buClr>
                  <a:srgbClr val="C00000"/>
                </a:buClr>
                <a:buSzPct val="100000"/>
                <a:buFont typeface="Wingdings" panose="05000000000000000000" pitchFamily="2" charset="2"/>
                <a:buChar char="§"/>
                <a:defRPr sz="2400" kern="1200">
                  <a:solidFill>
                    <a:srgbClr val="0070C0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2">
                    <a:lumMod val="75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sz="2200" kern="1200">
                  <a:solidFill>
                    <a:schemeClr val="accent2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70C0"/>
                </a:buClr>
                <a:buSzPct val="100000"/>
                <a:buFont typeface="Wingdings" panose="05000000000000000000" pitchFamily="2" charset="2"/>
                <a:buChar char="§"/>
                <a:defRPr sz="2000" kern="1200">
                  <a:solidFill>
                    <a:srgbClr val="7030A0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27242"/>
                </a:buClr>
                <a:buSzPct val="100000"/>
                <a:buFont typeface="Wingdings" panose="05000000000000000000" pitchFamily="2" charset="2"/>
                <a:buChar char="§"/>
                <a:defRPr sz="1800" kern="1200">
                  <a:solidFill>
                    <a:schemeClr val="accent6">
                      <a:lumMod val="50000"/>
                    </a:schemeClr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 baseline="0">
                  <a:solidFill>
                    <a:schemeClr val="accent4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144" indent="0">
                <a:buNone/>
              </a:pPr>
              <a:endParaRPr lang="en-US" altLang="en-US" sz="2100" dirty="0">
                <a:latin typeface="+mn-lt"/>
                <a:ea typeface="Arial" panose="020B0604020202020204" pitchFamily="34" charset="0"/>
              </a:endParaRPr>
            </a:p>
            <a:p>
              <a:pPr marL="5144" indent="0">
                <a:buClr>
                  <a:srgbClr val="0000A8"/>
                </a:buClr>
                <a:buNone/>
              </a:pPr>
              <a:r>
                <a:rPr lang="en-US" altLang="en-US" sz="1800" i="1" dirty="0">
                  <a:solidFill>
                    <a:srgbClr val="C00000"/>
                  </a:solidFill>
                  <a:latin typeface="+mn-lt"/>
                  <a:ea typeface="Arial" panose="020B0604020202020204" pitchFamily="34" charset="0"/>
                </a:rPr>
                <a:t>Communication links</a:t>
              </a:r>
            </a:p>
            <a:p>
              <a:pPr marL="259556" lvl="1" indent="-173831">
                <a:buClr>
                  <a:srgbClr val="0000A3"/>
                </a:buClr>
              </a:pPr>
              <a:r>
                <a:rPr lang="en-US" altLang="en-US" sz="1500" dirty="0">
                  <a:solidFill>
                    <a:schemeClr val="tx1"/>
                  </a:solidFill>
                  <a:latin typeface="+mn-lt"/>
                  <a:ea typeface="Arial" panose="020B0604020202020204" pitchFamily="34" charset="0"/>
                </a:rPr>
                <a:t>fiber, copper, radio, satellite</a:t>
              </a:r>
            </a:p>
            <a:p>
              <a:pPr marL="259556" lvl="1" indent="-173831">
                <a:buClr>
                  <a:srgbClr val="0000A3"/>
                </a:buClr>
              </a:pPr>
              <a:r>
                <a:rPr lang="en-US" altLang="en-US" sz="1500" dirty="0">
                  <a:solidFill>
                    <a:schemeClr val="tx1"/>
                  </a:solidFill>
                  <a:latin typeface="+mn-lt"/>
                  <a:ea typeface="Arial" panose="020B0604020202020204" pitchFamily="34" charset="0"/>
                </a:rPr>
                <a:t>transmission rate: </a:t>
              </a:r>
              <a:r>
                <a:rPr lang="en-US" altLang="en-US" sz="1500" i="1" dirty="0">
                  <a:solidFill>
                    <a:schemeClr val="tx1"/>
                  </a:solidFill>
                  <a:latin typeface="+mn-lt"/>
                  <a:ea typeface="Arial" panose="020B0604020202020204" pitchFamily="34" charset="0"/>
                </a:rPr>
                <a:t>bandwidth</a:t>
              </a:r>
              <a:r>
                <a:rPr lang="en-US" altLang="en-US" sz="1500" i="1" dirty="0">
                  <a:solidFill>
                    <a:srgbClr val="C00000"/>
                  </a:solidFill>
                  <a:latin typeface="+mn-lt"/>
                  <a:ea typeface="Arial" panose="020B0604020202020204" pitchFamily="34" charset="0"/>
                </a:rPr>
                <a:t/>
              </a:r>
              <a:br>
                <a:rPr lang="en-US" altLang="en-US" sz="1500" i="1" dirty="0">
                  <a:solidFill>
                    <a:srgbClr val="C00000"/>
                  </a:solidFill>
                  <a:latin typeface="+mn-lt"/>
                  <a:ea typeface="Arial" panose="020B0604020202020204" pitchFamily="34" charset="0"/>
                </a:rPr>
              </a:br>
              <a:endParaRPr lang="en-US" sz="1800" dirty="0">
                <a:solidFill>
                  <a:schemeClr val="tx1"/>
                </a:solidFill>
                <a:latin typeface="+mn-lt"/>
              </a:endParaRPr>
            </a:p>
          </p:txBody>
        </p:sp>
        <p:grpSp>
          <p:nvGrpSpPr>
            <p:cNvPr id="761" name="Group 523">
              <a:extLst>
                <a:ext uri="{FF2B5EF4-FFF2-40B4-BE49-F238E27FC236}">
                  <a16:creationId xmlns:a16="http://schemas.microsoft.com/office/drawing/2014/main" id="{3CE85344-DD21-5E4F-AD4D-61319F4B7B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8229" y="4382136"/>
              <a:ext cx="457200" cy="733152"/>
              <a:chOff x="6061075" y="1844675"/>
              <a:chExt cx="457200" cy="733152"/>
            </a:xfrm>
          </p:grpSpPr>
          <p:sp>
            <p:nvSpPr>
              <p:cNvPr id="762" name="Line 426">
                <a:extLst>
                  <a:ext uri="{FF2B5EF4-FFF2-40B4-BE49-F238E27FC236}">
                    <a16:creationId xmlns:a16="http://schemas.microsoft.com/office/drawing/2014/main" id="{9888E198-7917-2646-B0B1-5204D8AB12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89675" y="2403475"/>
                <a:ext cx="227964" cy="1743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grpSp>
            <p:nvGrpSpPr>
              <p:cNvPr id="763" name="Group 782">
                <a:extLst>
                  <a:ext uri="{FF2B5EF4-FFF2-40B4-BE49-F238E27FC236}">
                    <a16:creationId xmlns:a16="http://schemas.microsoft.com/office/drawing/2014/main" id="{58FC930D-315E-7643-B53D-BAC68BA239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61075" y="1844675"/>
                <a:ext cx="457200" cy="631825"/>
                <a:chOff x="742" y="2409"/>
                <a:chExt cx="576" cy="881"/>
              </a:xfrm>
            </p:grpSpPr>
            <p:grpSp>
              <p:nvGrpSpPr>
                <p:cNvPr id="764" name="Group 783">
                  <a:extLst>
                    <a:ext uri="{FF2B5EF4-FFF2-40B4-BE49-F238E27FC236}">
                      <a16:creationId xmlns:a16="http://schemas.microsoft.com/office/drawing/2014/main" id="{A47EEDDE-0CD1-D349-A579-20E32B19F18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2" y="2643"/>
                  <a:ext cx="376" cy="647"/>
                  <a:chOff x="3130" y="3288"/>
                  <a:chExt cx="410" cy="742"/>
                </a:xfrm>
              </p:grpSpPr>
              <p:sp>
                <p:nvSpPr>
                  <p:cNvPr id="767" name="Line 270">
                    <a:extLst>
                      <a:ext uri="{FF2B5EF4-FFF2-40B4-BE49-F238E27FC236}">
                        <a16:creationId xmlns:a16="http://schemas.microsoft.com/office/drawing/2014/main" id="{3180512C-4B0B-7F46-8A7F-667DFFD95C9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130" y="3288"/>
                    <a:ext cx="205" cy="67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sz="1050"/>
                  </a:p>
                </p:txBody>
              </p:sp>
              <p:sp>
                <p:nvSpPr>
                  <p:cNvPr id="768" name="Line 271">
                    <a:extLst>
                      <a:ext uri="{FF2B5EF4-FFF2-40B4-BE49-F238E27FC236}">
                        <a16:creationId xmlns:a16="http://schemas.microsoft.com/office/drawing/2014/main" id="{1D8B57FC-DE75-6140-998D-E59C7767794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35" y="3288"/>
                    <a:ext cx="205" cy="669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sz="1050"/>
                  </a:p>
                </p:txBody>
              </p:sp>
              <p:sp>
                <p:nvSpPr>
                  <p:cNvPr id="769" name="Line 272">
                    <a:extLst>
                      <a:ext uri="{FF2B5EF4-FFF2-40B4-BE49-F238E27FC236}">
                        <a16:creationId xmlns:a16="http://schemas.microsoft.com/office/drawing/2014/main" id="{0E3A10FA-121E-8F49-BD9A-8D316F46440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30" y="3957"/>
                    <a:ext cx="205" cy="7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sz="1050"/>
                  </a:p>
                </p:txBody>
              </p:sp>
              <p:sp>
                <p:nvSpPr>
                  <p:cNvPr id="770" name="Line 273">
                    <a:extLst>
                      <a:ext uri="{FF2B5EF4-FFF2-40B4-BE49-F238E27FC236}">
                        <a16:creationId xmlns:a16="http://schemas.microsoft.com/office/drawing/2014/main" id="{B03955E7-72EA-E645-BD1F-3A51313D1C0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35" y="3957"/>
                    <a:ext cx="205" cy="7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sz="1050"/>
                  </a:p>
                </p:txBody>
              </p:sp>
              <p:sp>
                <p:nvSpPr>
                  <p:cNvPr id="771" name="Line 274">
                    <a:extLst>
                      <a:ext uri="{FF2B5EF4-FFF2-40B4-BE49-F238E27FC236}">
                        <a16:creationId xmlns:a16="http://schemas.microsoft.com/office/drawing/2014/main" id="{987291A3-F28E-B54C-9A3A-6A39ECE4F6F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35" y="3303"/>
                    <a:ext cx="0" cy="727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sz="1050"/>
                  </a:p>
                </p:txBody>
              </p:sp>
              <p:sp>
                <p:nvSpPr>
                  <p:cNvPr id="772" name="Line 275">
                    <a:extLst>
                      <a:ext uri="{FF2B5EF4-FFF2-40B4-BE49-F238E27FC236}">
                        <a16:creationId xmlns:a16="http://schemas.microsoft.com/office/drawing/2014/main" id="{628A289C-66A4-B640-8048-E92DF98B9F4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30" y="3888"/>
                    <a:ext cx="205" cy="7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sz="1050"/>
                  </a:p>
                </p:txBody>
              </p:sp>
              <p:sp>
                <p:nvSpPr>
                  <p:cNvPr id="773" name="Line 276">
                    <a:extLst>
                      <a:ext uri="{FF2B5EF4-FFF2-40B4-BE49-F238E27FC236}">
                        <a16:creationId xmlns:a16="http://schemas.microsoft.com/office/drawing/2014/main" id="{D4C14A7E-7E0D-1A4E-BDD8-CE26384AD65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335" y="3888"/>
                    <a:ext cx="205" cy="69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sz="1050"/>
                  </a:p>
                </p:txBody>
              </p:sp>
              <p:sp>
                <p:nvSpPr>
                  <p:cNvPr id="774" name="Line 277">
                    <a:extLst>
                      <a:ext uri="{FF2B5EF4-FFF2-40B4-BE49-F238E27FC236}">
                        <a16:creationId xmlns:a16="http://schemas.microsoft.com/office/drawing/2014/main" id="{4292F8B0-C0F4-1245-BD1E-5A8D246809C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17" y="3668"/>
                    <a:ext cx="118" cy="5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sz="1050"/>
                  </a:p>
                </p:txBody>
              </p:sp>
              <p:sp>
                <p:nvSpPr>
                  <p:cNvPr id="775" name="Line 278">
                    <a:extLst>
                      <a:ext uri="{FF2B5EF4-FFF2-40B4-BE49-F238E27FC236}">
                        <a16:creationId xmlns:a16="http://schemas.microsoft.com/office/drawing/2014/main" id="{86843223-BFA3-8941-8F39-7E3A1DF1989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35" y="3668"/>
                    <a:ext cx="124" cy="5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sz="1050"/>
                  </a:p>
                </p:txBody>
              </p:sp>
              <p:sp>
                <p:nvSpPr>
                  <p:cNvPr id="776" name="Line 279">
                    <a:extLst>
                      <a:ext uri="{FF2B5EF4-FFF2-40B4-BE49-F238E27FC236}">
                        <a16:creationId xmlns:a16="http://schemas.microsoft.com/office/drawing/2014/main" id="{EB2A9D49-3E36-D849-8C87-89AF5AD76B5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78" y="3766"/>
                    <a:ext cx="152" cy="7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sz="1050"/>
                  </a:p>
                </p:txBody>
              </p:sp>
              <p:sp>
                <p:nvSpPr>
                  <p:cNvPr id="777" name="Line 280">
                    <a:extLst>
                      <a:ext uri="{FF2B5EF4-FFF2-40B4-BE49-F238E27FC236}">
                        <a16:creationId xmlns:a16="http://schemas.microsoft.com/office/drawing/2014/main" id="{76DF3186-C8BB-8C47-B549-17970E80E67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35" y="3781"/>
                    <a:ext cx="153" cy="6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sz="1050"/>
                  </a:p>
                </p:txBody>
              </p:sp>
              <p:sp>
                <p:nvSpPr>
                  <p:cNvPr id="778" name="Line 281">
                    <a:extLst>
                      <a:ext uri="{FF2B5EF4-FFF2-40B4-BE49-F238E27FC236}">
                        <a16:creationId xmlns:a16="http://schemas.microsoft.com/office/drawing/2014/main" id="{5B3421DE-180E-CD4B-B22F-7BCD908C8CB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35" y="3567"/>
                    <a:ext cx="78" cy="27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sz="1050"/>
                  </a:p>
                </p:txBody>
              </p:sp>
              <p:sp>
                <p:nvSpPr>
                  <p:cNvPr id="779" name="Line 282">
                    <a:extLst>
                      <a:ext uri="{FF2B5EF4-FFF2-40B4-BE49-F238E27FC236}">
                        <a16:creationId xmlns:a16="http://schemas.microsoft.com/office/drawing/2014/main" id="{8771C100-8213-7D42-865F-6E0936A209A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35" y="3428"/>
                    <a:ext cx="49" cy="21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sz="1050"/>
                  </a:p>
                </p:txBody>
              </p:sp>
              <p:sp>
                <p:nvSpPr>
                  <p:cNvPr id="780" name="Line 283">
                    <a:extLst>
                      <a:ext uri="{FF2B5EF4-FFF2-40B4-BE49-F238E27FC236}">
                        <a16:creationId xmlns:a16="http://schemas.microsoft.com/office/drawing/2014/main" id="{D8E2062E-A026-E143-A095-B86CAAABCA8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47" y="3558"/>
                    <a:ext cx="95" cy="3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sz="1050"/>
                  </a:p>
                </p:txBody>
              </p:sp>
              <p:sp>
                <p:nvSpPr>
                  <p:cNvPr id="781" name="Line 284">
                    <a:extLst>
                      <a:ext uri="{FF2B5EF4-FFF2-40B4-BE49-F238E27FC236}">
                        <a16:creationId xmlns:a16="http://schemas.microsoft.com/office/drawing/2014/main" id="{EA0BC754-B5B5-1E4B-B9C6-EAFBFE7E448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89" y="3422"/>
                    <a:ext cx="55" cy="3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sz="1050"/>
                  </a:p>
                </p:txBody>
              </p:sp>
            </p:grpSp>
            <p:pic>
              <p:nvPicPr>
                <p:cNvPr id="765" name="Picture 799" descr="cell_tower_radiation copy">
                  <a:extLst>
                    <a:ext uri="{FF2B5EF4-FFF2-40B4-BE49-F238E27FC236}">
                      <a16:creationId xmlns:a16="http://schemas.microsoft.com/office/drawing/2014/main" id="{AED3D0BD-C212-E844-B1BC-E1FA00DEC09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2" y="2409"/>
                  <a:ext cx="576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66" name="Oval 800">
                  <a:extLst>
                    <a:ext uri="{FF2B5EF4-FFF2-40B4-BE49-F238E27FC236}">
                      <a16:creationId xmlns:a16="http://schemas.microsoft.com/office/drawing/2014/main" id="{36C4F605-E562-D44F-B04E-2154B84D38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6" y="2597"/>
                  <a:ext cx="66" cy="69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782" name="Group 779">
              <a:extLst>
                <a:ext uri="{FF2B5EF4-FFF2-40B4-BE49-F238E27FC236}">
                  <a16:creationId xmlns:a16="http://schemas.microsoft.com/office/drawing/2014/main" id="{4D090097-C44B-8A45-AB77-7AF215F1B5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2848" y="4585926"/>
              <a:ext cx="452014" cy="316353"/>
              <a:chOff x="2967" y="478"/>
              <a:chExt cx="788" cy="625"/>
            </a:xfrm>
          </p:grpSpPr>
          <p:pic>
            <p:nvPicPr>
              <p:cNvPr id="783" name="Picture 780" descr="access_point_stylized_small">
                <a:extLst>
                  <a:ext uri="{FF2B5EF4-FFF2-40B4-BE49-F238E27FC236}">
                    <a16:creationId xmlns:a16="http://schemas.microsoft.com/office/drawing/2014/main" id="{1F07554B-D715-0D4E-AAF0-488CEBA86E3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84" name="Picture 781" descr="antenna_radiation_stylized">
                <a:extLst>
                  <a:ext uri="{FF2B5EF4-FFF2-40B4-BE49-F238E27FC236}">
                    <a16:creationId xmlns:a16="http://schemas.microsoft.com/office/drawing/2014/main" id="{8C3F87E8-E561-1F45-A0CC-59530C690E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028" name="Picture 4" descr="Image result for Ethernet cable">
              <a:extLst>
                <a:ext uri="{FF2B5EF4-FFF2-40B4-BE49-F238E27FC236}">
                  <a16:creationId xmlns:a16="http://schemas.microsoft.com/office/drawing/2014/main" id="{4D6709F1-B65B-CB40-900E-0CC03ABDCB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6310" y="4560750"/>
              <a:ext cx="874495" cy="5133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8E9854E9-7803-5740-9C99-B136AC17E35E}"/>
              </a:ext>
            </a:extLst>
          </p:cNvPr>
          <p:cNvGrpSpPr/>
          <p:nvPr/>
        </p:nvGrpSpPr>
        <p:grpSpPr>
          <a:xfrm>
            <a:off x="310166" y="988681"/>
            <a:ext cx="4963597" cy="1279096"/>
            <a:chOff x="413554" y="1318241"/>
            <a:chExt cx="6618129" cy="1705461"/>
          </a:xfrm>
        </p:grpSpPr>
        <p:sp>
          <p:nvSpPr>
            <p:cNvPr id="664" name="Content Placeholder 2">
              <a:extLst>
                <a:ext uri="{FF2B5EF4-FFF2-40B4-BE49-F238E27FC236}">
                  <a16:creationId xmlns:a16="http://schemas.microsoft.com/office/drawing/2014/main" id="{DCE6B56E-C2B5-5B4B-AB11-E2D353C0D14D}"/>
                </a:ext>
              </a:extLst>
            </p:cNvPr>
            <p:cNvSpPr txBox="1">
              <a:spLocks/>
            </p:cNvSpPr>
            <p:nvPr/>
          </p:nvSpPr>
          <p:spPr>
            <a:xfrm>
              <a:off x="3142484" y="1318241"/>
              <a:ext cx="3889199" cy="1705461"/>
            </a:xfrm>
            <a:prstGeom prst="rect">
              <a:avLst/>
            </a:prstGeom>
          </p:spPr>
          <p:txBody>
            <a:bodyPr>
              <a:normAutofit lnSpcReduction="10000"/>
            </a:bodyPr>
            <a:lstStyle>
              <a:lvl1pPr marL="347472" indent="-347472" algn="l" defTabSz="914400" rtl="0" eaLnBrk="1" latinLnBrk="0" hangingPunct="1">
                <a:lnSpc>
                  <a:spcPct val="90000"/>
                </a:lnSpc>
                <a:spcBef>
                  <a:spcPts val="672"/>
                </a:spcBef>
                <a:buClr>
                  <a:srgbClr val="002E8A"/>
                </a:buClr>
                <a:buSzPct val="100000"/>
                <a:buFont typeface="Wingdings" panose="05000000000000000000" pitchFamily="2" charset="2"/>
                <a:buChar char="§"/>
                <a:defRPr sz="2800" kern="1200">
                  <a:solidFill>
                    <a:schemeClr val="tx1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1pPr>
              <a:lvl2pPr marL="740664" indent="-283464" algn="l" defTabSz="914400" rtl="0" eaLnBrk="1" latinLnBrk="0" hangingPunct="1">
                <a:lnSpc>
                  <a:spcPct val="90000"/>
                </a:lnSpc>
                <a:spcBef>
                  <a:spcPts val="528"/>
                </a:spcBef>
                <a:buClr>
                  <a:srgbClr val="C00000"/>
                </a:buClr>
                <a:buSzPct val="100000"/>
                <a:buFont typeface="Wingdings" panose="05000000000000000000" pitchFamily="2" charset="2"/>
                <a:buChar char="§"/>
                <a:defRPr sz="2400" kern="1200">
                  <a:solidFill>
                    <a:srgbClr val="0070C0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2">
                    <a:lumMod val="75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sz="2200" kern="1200">
                  <a:solidFill>
                    <a:schemeClr val="accent2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70C0"/>
                </a:buClr>
                <a:buSzPct val="100000"/>
                <a:buFont typeface="Wingdings" panose="05000000000000000000" pitchFamily="2" charset="2"/>
                <a:buChar char="§"/>
                <a:defRPr sz="2000" kern="1200">
                  <a:solidFill>
                    <a:srgbClr val="7030A0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27242"/>
                </a:buClr>
                <a:buSzPct val="100000"/>
                <a:buFont typeface="Wingdings" panose="05000000000000000000" pitchFamily="2" charset="2"/>
                <a:buChar char="§"/>
                <a:defRPr sz="1800" kern="1200">
                  <a:solidFill>
                    <a:schemeClr val="accent6">
                      <a:lumMod val="50000"/>
                    </a:schemeClr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 baseline="0">
                  <a:solidFill>
                    <a:schemeClr val="accent4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ct val="15000"/>
                </a:spcBef>
                <a:buClr>
                  <a:srgbClr val="0000A8"/>
                </a:buClr>
                <a:buNone/>
              </a:pPr>
              <a:r>
                <a:rPr lang="en-US" altLang="en-US" sz="1800" dirty="0">
                  <a:latin typeface="+mn-lt"/>
                </a:rPr>
                <a:t>Billions of connected computing </a:t>
              </a:r>
              <a:r>
                <a:rPr lang="en-US" altLang="en-US" sz="1800" i="1" dirty="0">
                  <a:solidFill>
                    <a:srgbClr val="C00000"/>
                  </a:solidFill>
                  <a:latin typeface="+mn-lt"/>
                </a:rPr>
                <a:t>devices</a:t>
              </a:r>
              <a:r>
                <a:rPr lang="en-US" altLang="en-US" sz="1800" dirty="0">
                  <a:latin typeface="+mn-lt"/>
                </a:rPr>
                <a:t>: </a:t>
              </a:r>
            </a:p>
            <a:p>
              <a:pPr marL="259556" lvl="1" indent="-173831">
                <a:spcBef>
                  <a:spcPct val="15000"/>
                </a:spcBef>
                <a:buClr>
                  <a:srgbClr val="0000A3"/>
                </a:buClr>
              </a:pPr>
              <a:r>
                <a:rPr lang="en-US" altLang="en-US" sz="1500" i="1" dirty="0">
                  <a:solidFill>
                    <a:srgbClr val="C00000"/>
                  </a:solidFill>
                  <a:latin typeface="+mn-lt"/>
                  <a:ea typeface="MS PGothic" panose="020B0600070205080204" pitchFamily="34" charset="-128"/>
                </a:rPr>
                <a:t>hosts</a:t>
              </a:r>
              <a:r>
                <a:rPr lang="en-US" altLang="en-US" sz="1500" i="1" dirty="0">
                  <a:solidFill>
                    <a:srgbClr val="CC0000"/>
                  </a:solidFill>
                  <a:latin typeface="+mn-lt"/>
                  <a:ea typeface="MS PGothic" panose="020B0600070205080204" pitchFamily="34" charset="-128"/>
                </a:rPr>
                <a:t> </a:t>
              </a:r>
              <a:r>
                <a:rPr lang="en-US" altLang="en-US" sz="1500" i="1" dirty="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rPr>
                <a:t>= end systems </a:t>
              </a:r>
            </a:p>
            <a:p>
              <a:pPr marL="259556" lvl="1" indent="-173831">
                <a:buClr>
                  <a:srgbClr val="0000A3"/>
                </a:buClr>
              </a:pPr>
              <a:r>
                <a:rPr lang="en-US" altLang="en-US" sz="1500" dirty="0">
                  <a:solidFill>
                    <a:schemeClr val="tx1"/>
                  </a:solidFill>
                  <a:latin typeface="+mn-lt"/>
                  <a:ea typeface="Arial" panose="020B0604020202020204" pitchFamily="34" charset="0"/>
                </a:rPr>
                <a:t>running </a:t>
              </a:r>
              <a:r>
                <a:rPr lang="en-US" altLang="en-US" sz="1500" i="1" dirty="0">
                  <a:solidFill>
                    <a:schemeClr val="tx1"/>
                  </a:solidFill>
                  <a:latin typeface="+mn-lt"/>
                  <a:ea typeface="Arial" panose="020B0604020202020204" pitchFamily="34" charset="0"/>
                </a:rPr>
                <a:t>network </a:t>
              </a:r>
              <a:r>
                <a:rPr lang="en-US" altLang="en-US" sz="1500" i="1" dirty="0">
                  <a:solidFill>
                    <a:srgbClr val="C00000"/>
                  </a:solidFill>
                  <a:latin typeface="+mn-lt"/>
                  <a:ea typeface="Arial" panose="020B0604020202020204" pitchFamily="34" charset="0"/>
                </a:rPr>
                <a:t>apps </a:t>
              </a:r>
              <a:r>
                <a:rPr lang="en-US" altLang="en-US" sz="1500" dirty="0">
                  <a:solidFill>
                    <a:schemeClr val="tx1"/>
                  </a:solidFill>
                  <a:latin typeface="+mn-lt"/>
                  <a:ea typeface="Arial" panose="020B0604020202020204" pitchFamily="34" charset="0"/>
                </a:rPr>
                <a:t>at Internet’s “edge”</a:t>
              </a:r>
            </a:p>
          </p:txBody>
        </p: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8BBA7298-062F-6A4B-87BC-7B7336FE4AE0}"/>
                </a:ext>
              </a:extLst>
            </p:cNvPr>
            <p:cNvGrpSpPr/>
            <p:nvPr/>
          </p:nvGrpSpPr>
          <p:grpSpPr>
            <a:xfrm>
              <a:off x="413554" y="1342201"/>
              <a:ext cx="2520730" cy="1345159"/>
              <a:chOff x="177500" y="1428021"/>
              <a:chExt cx="2679234" cy="1453172"/>
            </a:xfrm>
          </p:grpSpPr>
          <p:grpSp>
            <p:nvGrpSpPr>
              <p:cNvPr id="667" name="Group 1064">
                <a:extLst>
                  <a:ext uri="{FF2B5EF4-FFF2-40B4-BE49-F238E27FC236}">
                    <a16:creationId xmlns:a16="http://schemas.microsoft.com/office/drawing/2014/main" id="{5022FF17-4E4A-B546-8D5E-67340101EF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28805" y="1490654"/>
                <a:ext cx="627929" cy="611023"/>
                <a:chOff x="877" y="1008"/>
                <a:chExt cx="2747" cy="2591"/>
              </a:xfrm>
            </p:grpSpPr>
            <p:pic>
              <p:nvPicPr>
                <p:cNvPr id="668" name="Picture 1065" descr="antenna_stylized">
                  <a:extLst>
                    <a:ext uri="{FF2B5EF4-FFF2-40B4-BE49-F238E27FC236}">
                      <a16:creationId xmlns:a16="http://schemas.microsoft.com/office/drawing/2014/main" id="{B702F2D6-4760-AE4A-8D39-6444C3C22B6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77" y="1008"/>
                  <a:ext cx="2725" cy="14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69" name="Picture 1066" descr="laptop_keyboard">
                  <a:extLst>
                    <a:ext uri="{FF2B5EF4-FFF2-40B4-BE49-F238E27FC236}">
                      <a16:creationId xmlns:a16="http://schemas.microsoft.com/office/drawing/2014/main" id="{6F83D117-2593-C242-A397-BA633102C76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1009" y="2586"/>
                  <a:ext cx="2245" cy="10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70" name="Freeform 1067">
                  <a:extLst>
                    <a:ext uri="{FF2B5EF4-FFF2-40B4-BE49-F238E27FC236}">
                      <a16:creationId xmlns:a16="http://schemas.microsoft.com/office/drawing/2014/main" id="{A08BD328-7EC2-6143-96A3-54C445A893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3" y="1603"/>
                  <a:ext cx="1807" cy="1322"/>
                </a:xfrm>
                <a:custGeom>
                  <a:avLst/>
                  <a:gdLst>
                    <a:gd name="T0" fmla="*/ 1 w 2982"/>
                    <a:gd name="T1" fmla="*/ 0 h 2442"/>
                    <a:gd name="T2" fmla="*/ 0 w 2982"/>
                    <a:gd name="T3" fmla="*/ 1 h 2442"/>
                    <a:gd name="T4" fmla="*/ 2 w 2982"/>
                    <a:gd name="T5" fmla="*/ 1 h 2442"/>
                    <a:gd name="T6" fmla="*/ 2 w 2982"/>
                    <a:gd name="T7" fmla="*/ 1 h 2442"/>
                    <a:gd name="T8" fmla="*/ 1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1050"/>
                </a:p>
              </p:txBody>
            </p:sp>
            <p:pic>
              <p:nvPicPr>
                <p:cNvPr id="671" name="Picture 1068" descr="screen">
                  <a:extLst>
                    <a:ext uri="{FF2B5EF4-FFF2-40B4-BE49-F238E27FC236}">
                      <a16:creationId xmlns:a16="http://schemas.microsoft.com/office/drawing/2014/main" id="{2730AE22-E399-F741-992E-07BB8306136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42" y="1637"/>
                  <a:ext cx="1642" cy="1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72" name="Freeform 1069">
                  <a:extLst>
                    <a:ext uri="{FF2B5EF4-FFF2-40B4-BE49-F238E27FC236}">
                      <a16:creationId xmlns:a16="http://schemas.microsoft.com/office/drawing/2014/main" id="{A44AEC1A-DDEF-8649-ACEF-C31525DC4F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2" y="1564"/>
                  <a:ext cx="1531" cy="246"/>
                </a:xfrm>
                <a:custGeom>
                  <a:avLst/>
                  <a:gdLst>
                    <a:gd name="T0" fmla="*/ 1 w 2528"/>
                    <a:gd name="T1" fmla="*/ 0 h 455"/>
                    <a:gd name="T2" fmla="*/ 2 w 2528"/>
                    <a:gd name="T3" fmla="*/ 1 h 455"/>
                    <a:gd name="T4" fmla="*/ 2 w 2528"/>
                    <a:gd name="T5" fmla="*/ 1 h 455"/>
                    <a:gd name="T6" fmla="*/ 0 w 2528"/>
                    <a:gd name="T7" fmla="*/ 1 h 455"/>
                    <a:gd name="T8" fmla="*/ 1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673" name="Freeform 1070">
                  <a:extLst>
                    <a:ext uri="{FF2B5EF4-FFF2-40B4-BE49-F238E27FC236}">
                      <a16:creationId xmlns:a16="http://schemas.microsoft.com/office/drawing/2014/main" id="{5853CB23-D335-0343-9001-8E1A2BD6E2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37" y="1562"/>
                  <a:ext cx="425" cy="1024"/>
                </a:xfrm>
                <a:custGeom>
                  <a:avLst/>
                  <a:gdLst>
                    <a:gd name="T0" fmla="*/ 1 w 702"/>
                    <a:gd name="T1" fmla="*/ 0 h 1893"/>
                    <a:gd name="T2" fmla="*/ 0 w 702"/>
                    <a:gd name="T3" fmla="*/ 1 h 1893"/>
                    <a:gd name="T4" fmla="*/ 1 w 702"/>
                    <a:gd name="T5" fmla="*/ 1 h 1893"/>
                    <a:gd name="T6" fmla="*/ 1 w 702"/>
                    <a:gd name="T7" fmla="*/ 1 h 1893"/>
                    <a:gd name="T8" fmla="*/ 1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674" name="Freeform 1071">
                  <a:extLst>
                    <a:ext uri="{FF2B5EF4-FFF2-40B4-BE49-F238E27FC236}">
                      <a16:creationId xmlns:a16="http://schemas.microsoft.com/office/drawing/2014/main" id="{9B0951B7-0F7D-9C4B-B650-994FE73C23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4" y="1745"/>
                  <a:ext cx="458" cy="1182"/>
                </a:xfrm>
                <a:custGeom>
                  <a:avLst/>
                  <a:gdLst>
                    <a:gd name="T0" fmla="*/ 1 w 756"/>
                    <a:gd name="T1" fmla="*/ 0 h 2184"/>
                    <a:gd name="T2" fmla="*/ 1 w 756"/>
                    <a:gd name="T3" fmla="*/ 1 h 2184"/>
                    <a:gd name="T4" fmla="*/ 0 w 756"/>
                    <a:gd name="T5" fmla="*/ 1 h 2184"/>
                    <a:gd name="T6" fmla="*/ 1 w 756"/>
                    <a:gd name="T7" fmla="*/ 1 h 2184"/>
                    <a:gd name="T8" fmla="*/ 1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675" name="Freeform 1072">
                  <a:extLst>
                    <a:ext uri="{FF2B5EF4-FFF2-40B4-BE49-F238E27FC236}">
                      <a16:creationId xmlns:a16="http://schemas.microsoft.com/office/drawing/2014/main" id="{33FCA0B6-1595-5249-B422-13CD8769D4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32" y="2534"/>
                  <a:ext cx="1680" cy="399"/>
                </a:xfrm>
                <a:custGeom>
                  <a:avLst/>
                  <a:gdLst>
                    <a:gd name="T0" fmla="*/ 1 w 2773"/>
                    <a:gd name="T1" fmla="*/ 0 h 738"/>
                    <a:gd name="T2" fmla="*/ 0 w 2773"/>
                    <a:gd name="T3" fmla="*/ 1 h 738"/>
                    <a:gd name="T4" fmla="*/ 2 w 2773"/>
                    <a:gd name="T5" fmla="*/ 1 h 738"/>
                    <a:gd name="T6" fmla="*/ 2 w 2773"/>
                    <a:gd name="T7" fmla="*/ 1 h 738"/>
                    <a:gd name="T8" fmla="*/ 1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676" name="Freeform 1073">
                  <a:extLst>
                    <a:ext uri="{FF2B5EF4-FFF2-40B4-BE49-F238E27FC236}">
                      <a16:creationId xmlns:a16="http://schemas.microsoft.com/office/drawing/2014/main" id="{F62240FB-2C21-464F-A37A-3A22AA3F60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95" y="1755"/>
                  <a:ext cx="429" cy="1187"/>
                </a:xfrm>
                <a:custGeom>
                  <a:avLst/>
                  <a:gdLst>
                    <a:gd name="T0" fmla="*/ 2 w 637"/>
                    <a:gd name="T1" fmla="*/ 0 h 1659"/>
                    <a:gd name="T2" fmla="*/ 2 w 637"/>
                    <a:gd name="T3" fmla="*/ 0 h 1659"/>
                    <a:gd name="T4" fmla="*/ 1 w 637"/>
                    <a:gd name="T5" fmla="*/ 15 h 1659"/>
                    <a:gd name="T6" fmla="*/ 0 w 637"/>
                    <a:gd name="T7" fmla="*/ 15 h 1659"/>
                    <a:gd name="T8" fmla="*/ 2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677" name="Freeform 1074">
                  <a:extLst>
                    <a:ext uri="{FF2B5EF4-FFF2-40B4-BE49-F238E27FC236}">
                      <a16:creationId xmlns:a16="http://schemas.microsoft.com/office/drawing/2014/main" id="{1C4D12B9-3576-0C40-A5F3-E88CED5A65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34" y="2587"/>
                  <a:ext cx="1494" cy="394"/>
                </a:xfrm>
                <a:custGeom>
                  <a:avLst/>
                  <a:gdLst>
                    <a:gd name="T0" fmla="*/ 0 w 2216"/>
                    <a:gd name="T1" fmla="*/ 0 h 550"/>
                    <a:gd name="T2" fmla="*/ 1 w 2216"/>
                    <a:gd name="T3" fmla="*/ 1 h 550"/>
                    <a:gd name="T4" fmla="*/ 9 w 2216"/>
                    <a:gd name="T5" fmla="*/ 5 h 550"/>
                    <a:gd name="T6" fmla="*/ 9 w 2216"/>
                    <a:gd name="T7" fmla="*/ 4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grpSp>
              <p:nvGrpSpPr>
                <p:cNvPr id="678" name="Group 1075">
                  <a:extLst>
                    <a:ext uri="{FF2B5EF4-FFF2-40B4-BE49-F238E27FC236}">
                      <a16:creationId xmlns:a16="http://schemas.microsoft.com/office/drawing/2014/main" id="{ED887E1E-DD70-534D-8096-6A844579689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09" y="3008"/>
                  <a:ext cx="507" cy="234"/>
                  <a:chOff x="1740" y="2642"/>
                  <a:chExt cx="752" cy="327"/>
                </a:xfrm>
              </p:grpSpPr>
              <p:sp>
                <p:nvSpPr>
                  <p:cNvPr id="685" name="Freeform 1076">
                    <a:extLst>
                      <a:ext uri="{FF2B5EF4-FFF2-40B4-BE49-F238E27FC236}">
                        <a16:creationId xmlns:a16="http://schemas.microsoft.com/office/drawing/2014/main" id="{16EAA6DD-B1A8-144B-9226-221860B2C21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686" name="Freeform 1077">
                    <a:extLst>
                      <a:ext uri="{FF2B5EF4-FFF2-40B4-BE49-F238E27FC236}">
                        <a16:creationId xmlns:a16="http://schemas.microsoft.com/office/drawing/2014/main" id="{66B6CABD-230C-7243-A78E-898BA47EF04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687" name="Freeform 1078">
                    <a:extLst>
                      <a:ext uri="{FF2B5EF4-FFF2-40B4-BE49-F238E27FC236}">
                        <a16:creationId xmlns:a16="http://schemas.microsoft.com/office/drawing/2014/main" id="{4CC52902-7299-9D44-8559-C2ED9AE5E84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688" name="Freeform 1079">
                    <a:extLst>
                      <a:ext uri="{FF2B5EF4-FFF2-40B4-BE49-F238E27FC236}">
                        <a16:creationId xmlns:a16="http://schemas.microsoft.com/office/drawing/2014/main" id="{11ABD305-4F14-BC40-BD6A-352B5CDB303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689" name="Freeform 1080">
                    <a:extLst>
                      <a:ext uri="{FF2B5EF4-FFF2-40B4-BE49-F238E27FC236}">
                        <a16:creationId xmlns:a16="http://schemas.microsoft.com/office/drawing/2014/main" id="{17190967-E1E6-5043-B08E-8AC745D8F29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690" name="Freeform 1081">
                    <a:extLst>
                      <a:ext uri="{FF2B5EF4-FFF2-40B4-BE49-F238E27FC236}">
                        <a16:creationId xmlns:a16="http://schemas.microsoft.com/office/drawing/2014/main" id="{263B67CA-6E08-194D-A17F-B5F081E960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</p:grpSp>
            <p:sp>
              <p:nvSpPr>
                <p:cNvPr id="679" name="Freeform 1082">
                  <a:extLst>
                    <a:ext uri="{FF2B5EF4-FFF2-40B4-BE49-F238E27FC236}">
                      <a16:creationId xmlns:a16="http://schemas.microsoft.com/office/drawing/2014/main" id="{0B9D92C1-58EA-3545-8372-C7FB45D459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77" y="3043"/>
                  <a:ext cx="614" cy="514"/>
                </a:xfrm>
                <a:custGeom>
                  <a:avLst/>
                  <a:gdLst>
                    <a:gd name="T0" fmla="*/ 1 w 990"/>
                    <a:gd name="T1" fmla="*/ 2 h 792"/>
                    <a:gd name="T2" fmla="*/ 1 w 990"/>
                    <a:gd name="T3" fmla="*/ 0 h 792"/>
                    <a:gd name="T4" fmla="*/ 1 w 990"/>
                    <a:gd name="T5" fmla="*/ 1 h 792"/>
                    <a:gd name="T6" fmla="*/ 0 w 990"/>
                    <a:gd name="T7" fmla="*/ 2 h 792"/>
                    <a:gd name="T8" fmla="*/ 1 w 990"/>
                    <a:gd name="T9" fmla="*/ 2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680" name="Freeform 1083">
                  <a:extLst>
                    <a:ext uri="{FF2B5EF4-FFF2-40B4-BE49-F238E27FC236}">
                      <a16:creationId xmlns:a16="http://schemas.microsoft.com/office/drawing/2014/main" id="{8891C4B3-775A-5D4B-8605-353D88CA8F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10" y="3084"/>
                  <a:ext cx="1571" cy="469"/>
                </a:xfrm>
                <a:custGeom>
                  <a:avLst/>
                  <a:gdLst>
                    <a:gd name="T0" fmla="*/ 1 w 2532"/>
                    <a:gd name="T1" fmla="*/ 0 h 723"/>
                    <a:gd name="T2" fmla="*/ 1 w 2532"/>
                    <a:gd name="T3" fmla="*/ 0 h 723"/>
                    <a:gd name="T4" fmla="*/ 4 w 2532"/>
                    <a:gd name="T5" fmla="*/ 2 h 723"/>
                    <a:gd name="T6" fmla="*/ 4 w 2532"/>
                    <a:gd name="T7" fmla="*/ 2 h 723"/>
                    <a:gd name="T8" fmla="*/ 0 w 2532"/>
                    <a:gd name="T9" fmla="*/ 1 h 723"/>
                    <a:gd name="T10" fmla="*/ 1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681" name="Freeform 1084">
                  <a:extLst>
                    <a:ext uri="{FF2B5EF4-FFF2-40B4-BE49-F238E27FC236}">
                      <a16:creationId xmlns:a16="http://schemas.microsoft.com/office/drawing/2014/main" id="{15D3C69E-0271-3E43-9366-2C696E0D69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11" y="2998"/>
                  <a:ext cx="17" cy="95"/>
                </a:xfrm>
                <a:custGeom>
                  <a:avLst/>
                  <a:gdLst>
                    <a:gd name="T0" fmla="*/ 1 w 26"/>
                    <a:gd name="T1" fmla="*/ 1 h 147"/>
                    <a:gd name="T2" fmla="*/ 1 w 26"/>
                    <a:gd name="T3" fmla="*/ 1 h 147"/>
                    <a:gd name="T4" fmla="*/ 0 w 26"/>
                    <a:gd name="T5" fmla="*/ 1 h 147"/>
                    <a:gd name="T6" fmla="*/ 1 w 26"/>
                    <a:gd name="T7" fmla="*/ 0 h 147"/>
                    <a:gd name="T8" fmla="*/ 1 w 26"/>
                    <a:gd name="T9" fmla="*/ 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682" name="Freeform 1085">
                  <a:extLst>
                    <a:ext uri="{FF2B5EF4-FFF2-40B4-BE49-F238E27FC236}">
                      <a16:creationId xmlns:a16="http://schemas.microsoft.com/office/drawing/2014/main" id="{ADD26EEC-6896-C548-A843-E80F9DCD71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12" y="2611"/>
                  <a:ext cx="730" cy="393"/>
                </a:xfrm>
                <a:custGeom>
                  <a:avLst/>
                  <a:gdLst>
                    <a:gd name="T0" fmla="*/ 1 w 1176"/>
                    <a:gd name="T1" fmla="*/ 0 h 606"/>
                    <a:gd name="T2" fmla="*/ 0 w 1176"/>
                    <a:gd name="T3" fmla="*/ 1 h 606"/>
                    <a:gd name="T4" fmla="*/ 1 w 1176"/>
                    <a:gd name="T5" fmla="*/ 1 h 606"/>
                    <a:gd name="T6" fmla="*/ 1 w 1176"/>
                    <a:gd name="T7" fmla="*/ 1 h 606"/>
                    <a:gd name="T8" fmla="*/ 1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683" name="Freeform 1086">
                  <a:extLst>
                    <a:ext uri="{FF2B5EF4-FFF2-40B4-BE49-F238E27FC236}">
                      <a16:creationId xmlns:a16="http://schemas.microsoft.com/office/drawing/2014/main" id="{E53FD945-5CCA-D946-AE8F-F0FAEF2D22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61" y="3018"/>
                  <a:ext cx="1490" cy="451"/>
                </a:xfrm>
                <a:custGeom>
                  <a:avLst/>
                  <a:gdLst>
                    <a:gd name="T0" fmla="*/ 1 w 2532"/>
                    <a:gd name="T1" fmla="*/ 0 h 723"/>
                    <a:gd name="T2" fmla="*/ 1 w 2532"/>
                    <a:gd name="T3" fmla="*/ 0 h 723"/>
                    <a:gd name="T4" fmla="*/ 1 w 2532"/>
                    <a:gd name="T5" fmla="*/ 1 h 723"/>
                    <a:gd name="T6" fmla="*/ 1 w 2532"/>
                    <a:gd name="T7" fmla="*/ 1 h 723"/>
                    <a:gd name="T8" fmla="*/ 0 w 2532"/>
                    <a:gd name="T9" fmla="*/ 1 h 723"/>
                    <a:gd name="T10" fmla="*/ 1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684" name="Freeform 1087">
                  <a:extLst>
                    <a:ext uri="{FF2B5EF4-FFF2-40B4-BE49-F238E27FC236}">
                      <a16:creationId xmlns:a16="http://schemas.microsoft.com/office/drawing/2014/main" id="{0F3817C7-9A9B-0646-B0B3-A73EFFAB4B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549" y="2986"/>
                  <a:ext cx="608" cy="467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2 h 723"/>
                    <a:gd name="T6" fmla="*/ 0 w 2532"/>
                    <a:gd name="T7" fmla="*/ 2 h 723"/>
                    <a:gd name="T8" fmla="*/ 0 w 2532"/>
                    <a:gd name="T9" fmla="*/ 1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</p:grpSp>
          <p:grpSp>
            <p:nvGrpSpPr>
              <p:cNvPr id="691" name="Group 652">
                <a:extLst>
                  <a:ext uri="{FF2B5EF4-FFF2-40B4-BE49-F238E27FC236}">
                    <a16:creationId xmlns:a16="http://schemas.microsoft.com/office/drawing/2014/main" id="{9D2EACAC-DF98-DA4A-AE3F-51E8DD2B4C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87669" y="1611378"/>
                <a:ext cx="511595" cy="419441"/>
                <a:chOff x="2751" y="1851"/>
                <a:chExt cx="462" cy="478"/>
              </a:xfrm>
            </p:grpSpPr>
            <p:pic>
              <p:nvPicPr>
                <p:cNvPr id="692" name="Picture 653" descr="iphone_stylized_small">
                  <a:extLst>
                    <a:ext uri="{FF2B5EF4-FFF2-40B4-BE49-F238E27FC236}">
                      <a16:creationId xmlns:a16="http://schemas.microsoft.com/office/drawing/2014/main" id="{740341C1-662D-A34D-8611-03419E53377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93" name="Picture 654" descr="antenna_radiation_stylized">
                  <a:extLst>
                    <a:ext uri="{FF2B5EF4-FFF2-40B4-BE49-F238E27FC236}">
                      <a16:creationId xmlns:a16="http://schemas.microsoft.com/office/drawing/2014/main" id="{91137A94-E2FE-3745-A6A1-7032FFAD308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695" name="Group 694">
                <a:extLst>
                  <a:ext uri="{FF2B5EF4-FFF2-40B4-BE49-F238E27FC236}">
                    <a16:creationId xmlns:a16="http://schemas.microsoft.com/office/drawing/2014/main" id="{8A1A4F59-101C-5A44-9353-F4F7B7B5C271}"/>
                  </a:ext>
                </a:extLst>
              </p:cNvPr>
              <p:cNvGrpSpPr/>
              <p:nvPr/>
            </p:nvGrpSpPr>
            <p:grpSpPr>
              <a:xfrm>
                <a:off x="1346422" y="2111586"/>
                <a:ext cx="580012" cy="769607"/>
                <a:chOff x="7797061" y="3296104"/>
                <a:chExt cx="347997" cy="396620"/>
              </a:xfrm>
            </p:grpSpPr>
            <p:pic>
              <p:nvPicPr>
                <p:cNvPr id="696" name="Picture 571" descr="fridge2.png">
                  <a:extLst>
                    <a:ext uri="{FF2B5EF4-FFF2-40B4-BE49-F238E27FC236}">
                      <a16:creationId xmlns:a16="http://schemas.microsoft.com/office/drawing/2014/main" id="{E4504F14-C086-2648-AE25-9099DA319E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896825" y="3355697"/>
                  <a:ext cx="189578" cy="3370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97" name="Picture 1115" descr="antenna_stylized">
                  <a:extLst>
                    <a:ext uri="{FF2B5EF4-FFF2-40B4-BE49-F238E27FC236}">
                      <a16:creationId xmlns:a16="http://schemas.microsoft.com/office/drawing/2014/main" id="{DBC8EDC7-746D-2C4D-9A17-8EB8D63AD79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797061" y="329610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698" name="Group 950">
                <a:extLst>
                  <a:ext uri="{FF2B5EF4-FFF2-40B4-BE49-F238E27FC236}">
                    <a16:creationId xmlns:a16="http://schemas.microsoft.com/office/drawing/2014/main" id="{7B618E2E-A39F-B846-A9D4-9090544DC3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18136" y="2414197"/>
                <a:ext cx="228492" cy="436354"/>
                <a:chOff x="4140" y="429"/>
                <a:chExt cx="1425" cy="2396"/>
              </a:xfrm>
            </p:grpSpPr>
            <p:sp>
              <p:nvSpPr>
                <p:cNvPr id="699" name="Freeform 951">
                  <a:extLst>
                    <a:ext uri="{FF2B5EF4-FFF2-40B4-BE49-F238E27FC236}">
                      <a16:creationId xmlns:a16="http://schemas.microsoft.com/office/drawing/2014/main" id="{81580889-B794-4446-8951-1A0DB18A08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700" name="Rectangle 952">
                  <a:extLst>
                    <a:ext uri="{FF2B5EF4-FFF2-40B4-BE49-F238E27FC236}">
                      <a16:creationId xmlns:a16="http://schemas.microsoft.com/office/drawing/2014/main" id="{13058817-CDE6-2646-BD08-C280F50001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01" name="Freeform 953">
                  <a:extLst>
                    <a:ext uri="{FF2B5EF4-FFF2-40B4-BE49-F238E27FC236}">
                      <a16:creationId xmlns:a16="http://schemas.microsoft.com/office/drawing/2014/main" id="{0ECC32FC-E1D8-2F43-935A-C6D3F86236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702" name="Freeform 954">
                  <a:extLst>
                    <a:ext uri="{FF2B5EF4-FFF2-40B4-BE49-F238E27FC236}">
                      <a16:creationId xmlns:a16="http://schemas.microsoft.com/office/drawing/2014/main" id="{F5DA1565-D316-C449-BE52-133DC9DB43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703" name="Rectangle 955">
                  <a:extLst>
                    <a:ext uri="{FF2B5EF4-FFF2-40B4-BE49-F238E27FC236}">
                      <a16:creationId xmlns:a16="http://schemas.microsoft.com/office/drawing/2014/main" id="{5F33C1DF-29B7-2D44-990C-5CEAB4757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704" name="Group 956">
                  <a:extLst>
                    <a:ext uri="{FF2B5EF4-FFF2-40B4-BE49-F238E27FC236}">
                      <a16:creationId xmlns:a16="http://schemas.microsoft.com/office/drawing/2014/main" id="{9F311C1D-F353-2947-854E-B69FE0FD865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729" name="AutoShape 957">
                    <a:extLst>
                      <a:ext uri="{FF2B5EF4-FFF2-40B4-BE49-F238E27FC236}">
                        <a16:creationId xmlns:a16="http://schemas.microsoft.com/office/drawing/2014/main" id="{516D1518-AD10-9A4F-9242-B6A1E5270E6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730" name="AutoShape 958">
                    <a:extLst>
                      <a:ext uri="{FF2B5EF4-FFF2-40B4-BE49-F238E27FC236}">
                        <a16:creationId xmlns:a16="http://schemas.microsoft.com/office/drawing/2014/main" id="{13A777B3-EDB4-DE4D-867B-3D1BAB79C47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05" name="Rectangle 959">
                  <a:extLst>
                    <a:ext uri="{FF2B5EF4-FFF2-40B4-BE49-F238E27FC236}">
                      <a16:creationId xmlns:a16="http://schemas.microsoft.com/office/drawing/2014/main" id="{ABBF2549-7C28-A54A-92DF-235966861A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706" name="Group 960">
                  <a:extLst>
                    <a:ext uri="{FF2B5EF4-FFF2-40B4-BE49-F238E27FC236}">
                      <a16:creationId xmlns:a16="http://schemas.microsoft.com/office/drawing/2014/main" id="{0F04C3BD-023C-EC43-A70A-3034892DB3D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727" name="AutoShape 961">
                    <a:extLst>
                      <a:ext uri="{FF2B5EF4-FFF2-40B4-BE49-F238E27FC236}">
                        <a16:creationId xmlns:a16="http://schemas.microsoft.com/office/drawing/2014/main" id="{296AE61C-5065-8B46-9B82-47F15AF7FD4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728" name="AutoShape 962">
                    <a:extLst>
                      <a:ext uri="{FF2B5EF4-FFF2-40B4-BE49-F238E27FC236}">
                        <a16:creationId xmlns:a16="http://schemas.microsoft.com/office/drawing/2014/main" id="{53D8E0CC-D820-E146-A130-C72FC95E308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07" name="Rectangle 963">
                  <a:extLst>
                    <a:ext uri="{FF2B5EF4-FFF2-40B4-BE49-F238E27FC236}">
                      <a16:creationId xmlns:a16="http://schemas.microsoft.com/office/drawing/2014/main" id="{4B57531B-B596-5544-9528-BFD23FCF40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08" name="Rectangle 964">
                  <a:extLst>
                    <a:ext uri="{FF2B5EF4-FFF2-40B4-BE49-F238E27FC236}">
                      <a16:creationId xmlns:a16="http://schemas.microsoft.com/office/drawing/2014/main" id="{50D26A27-3EA2-6740-9E67-0818730A88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709" name="Group 965">
                  <a:extLst>
                    <a:ext uri="{FF2B5EF4-FFF2-40B4-BE49-F238E27FC236}">
                      <a16:creationId xmlns:a16="http://schemas.microsoft.com/office/drawing/2014/main" id="{778BB7A9-22A2-1048-B18B-F862B259842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725" name="AutoShape 966">
                    <a:extLst>
                      <a:ext uri="{FF2B5EF4-FFF2-40B4-BE49-F238E27FC236}">
                        <a16:creationId xmlns:a16="http://schemas.microsoft.com/office/drawing/2014/main" id="{3CF2188D-8154-074B-A17A-44933C64F2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726" name="AutoShape 967">
                    <a:extLst>
                      <a:ext uri="{FF2B5EF4-FFF2-40B4-BE49-F238E27FC236}">
                        <a16:creationId xmlns:a16="http://schemas.microsoft.com/office/drawing/2014/main" id="{2C883BF5-FF0C-B44B-861D-11BD20501B3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10" name="Freeform 968">
                  <a:extLst>
                    <a:ext uri="{FF2B5EF4-FFF2-40B4-BE49-F238E27FC236}">
                      <a16:creationId xmlns:a16="http://schemas.microsoft.com/office/drawing/2014/main" id="{90E801C3-1EB3-074D-9BBD-AE81B8AAAF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grpSp>
              <p:nvGrpSpPr>
                <p:cNvPr id="711" name="Group 969">
                  <a:extLst>
                    <a:ext uri="{FF2B5EF4-FFF2-40B4-BE49-F238E27FC236}">
                      <a16:creationId xmlns:a16="http://schemas.microsoft.com/office/drawing/2014/main" id="{0B861F6D-6B6D-3044-B744-64935AA2588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723" name="AutoShape 970">
                    <a:extLst>
                      <a:ext uri="{FF2B5EF4-FFF2-40B4-BE49-F238E27FC236}">
                        <a16:creationId xmlns:a16="http://schemas.microsoft.com/office/drawing/2014/main" id="{588E0EB5-C704-6646-A7DF-17C2C9237B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724" name="AutoShape 971">
                    <a:extLst>
                      <a:ext uri="{FF2B5EF4-FFF2-40B4-BE49-F238E27FC236}">
                        <a16:creationId xmlns:a16="http://schemas.microsoft.com/office/drawing/2014/main" id="{125E70E5-5E94-EA4C-8970-6D8BC99D31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12" name="Rectangle 972">
                  <a:extLst>
                    <a:ext uri="{FF2B5EF4-FFF2-40B4-BE49-F238E27FC236}">
                      <a16:creationId xmlns:a16="http://schemas.microsoft.com/office/drawing/2014/main" id="{E5D3AE86-3AA9-6E46-BE96-5D22107EF0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13" name="Freeform 973">
                  <a:extLst>
                    <a:ext uri="{FF2B5EF4-FFF2-40B4-BE49-F238E27FC236}">
                      <a16:creationId xmlns:a16="http://schemas.microsoft.com/office/drawing/2014/main" id="{56DA0D9F-D49E-8E40-A05B-A591E516A4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714" name="Freeform 974">
                  <a:extLst>
                    <a:ext uri="{FF2B5EF4-FFF2-40B4-BE49-F238E27FC236}">
                      <a16:creationId xmlns:a16="http://schemas.microsoft.com/office/drawing/2014/main" id="{B1BD6DC2-2442-7F40-8912-04AD0AD66A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715" name="Oval 975">
                  <a:extLst>
                    <a:ext uri="{FF2B5EF4-FFF2-40B4-BE49-F238E27FC236}">
                      <a16:creationId xmlns:a16="http://schemas.microsoft.com/office/drawing/2014/main" id="{2F05989C-6D89-364A-BB82-89E681188A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16" name="Freeform 976">
                  <a:extLst>
                    <a:ext uri="{FF2B5EF4-FFF2-40B4-BE49-F238E27FC236}">
                      <a16:creationId xmlns:a16="http://schemas.microsoft.com/office/drawing/2014/main" id="{68D8E8F3-FC40-184B-B332-4DA27CFDD0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717" name="AutoShape 977">
                  <a:extLst>
                    <a:ext uri="{FF2B5EF4-FFF2-40B4-BE49-F238E27FC236}">
                      <a16:creationId xmlns:a16="http://schemas.microsoft.com/office/drawing/2014/main" id="{0EDECD8B-0333-B945-A0B9-EB923B0561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18" name="AutoShape 978">
                  <a:extLst>
                    <a:ext uri="{FF2B5EF4-FFF2-40B4-BE49-F238E27FC236}">
                      <a16:creationId xmlns:a16="http://schemas.microsoft.com/office/drawing/2014/main" id="{6C701197-39E1-9342-985C-C17B4CD970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19" name="Oval 979">
                  <a:extLst>
                    <a:ext uri="{FF2B5EF4-FFF2-40B4-BE49-F238E27FC236}">
                      <a16:creationId xmlns:a16="http://schemas.microsoft.com/office/drawing/2014/main" id="{36907BAD-35A5-864D-9BC0-D6AB6AE515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20" name="Oval 980">
                  <a:extLst>
                    <a:ext uri="{FF2B5EF4-FFF2-40B4-BE49-F238E27FC236}">
                      <a16:creationId xmlns:a16="http://schemas.microsoft.com/office/drawing/2014/main" id="{D2A4BDF5-240B-A547-A854-A8E54F6A66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35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21" name="Oval 981">
                  <a:extLst>
                    <a:ext uri="{FF2B5EF4-FFF2-40B4-BE49-F238E27FC236}">
                      <a16:creationId xmlns:a16="http://schemas.microsoft.com/office/drawing/2014/main" id="{36A0FAEF-6623-0246-9799-BED3E56C97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22" name="Rectangle 982">
                  <a:extLst>
                    <a:ext uri="{FF2B5EF4-FFF2-40B4-BE49-F238E27FC236}">
                      <a16:creationId xmlns:a16="http://schemas.microsoft.com/office/drawing/2014/main" id="{2C86DB95-9A39-144E-82C0-930EAC6C34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733" name="Group 732">
                <a:extLst>
                  <a:ext uri="{FF2B5EF4-FFF2-40B4-BE49-F238E27FC236}">
                    <a16:creationId xmlns:a16="http://schemas.microsoft.com/office/drawing/2014/main" id="{4599802E-5DCE-8740-82B3-1318B6412EC2}"/>
                  </a:ext>
                </a:extLst>
              </p:cNvPr>
              <p:cNvGrpSpPr/>
              <p:nvPr/>
            </p:nvGrpSpPr>
            <p:grpSpPr>
              <a:xfrm>
                <a:off x="2053502" y="2245186"/>
                <a:ext cx="672582" cy="617342"/>
                <a:chOff x="5275406" y="2711455"/>
                <a:chExt cx="452949" cy="405518"/>
              </a:xfrm>
            </p:grpSpPr>
            <p:pic>
              <p:nvPicPr>
                <p:cNvPr id="734" name="Picture 733" descr="server_rack.png">
                  <a:extLst>
                    <a:ext uri="{FF2B5EF4-FFF2-40B4-BE49-F238E27FC236}">
                      <a16:creationId xmlns:a16="http://schemas.microsoft.com/office/drawing/2014/main" id="{E7A5369B-12BA-534E-89DB-EC5EDF954D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735" name="Picture 734" descr="server_rack.png">
                  <a:extLst>
                    <a:ext uri="{FF2B5EF4-FFF2-40B4-BE49-F238E27FC236}">
                      <a16:creationId xmlns:a16="http://schemas.microsoft.com/office/drawing/2014/main" id="{A1A7AD27-600E-554D-ACF5-603AB2D208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736" name="Picture 735" descr="server_rack.png">
                  <a:extLst>
                    <a:ext uri="{FF2B5EF4-FFF2-40B4-BE49-F238E27FC236}">
                      <a16:creationId xmlns:a16="http://schemas.microsoft.com/office/drawing/2014/main" id="{6352AB59-3424-1947-A902-45E2FFF24C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  <p:grpSp>
            <p:nvGrpSpPr>
              <p:cNvPr id="737" name="Group 590">
                <a:extLst>
                  <a:ext uri="{FF2B5EF4-FFF2-40B4-BE49-F238E27FC236}">
                    <a16:creationId xmlns:a16="http://schemas.microsoft.com/office/drawing/2014/main" id="{572BBB3E-35BE-7341-92D5-A1D830B307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618085" y="1595547"/>
                <a:ext cx="517401" cy="503916"/>
                <a:chOff x="2839" y="3501"/>
                <a:chExt cx="755" cy="803"/>
              </a:xfrm>
            </p:grpSpPr>
            <p:pic>
              <p:nvPicPr>
                <p:cNvPr id="738" name="Picture 591" descr="desktop_computer_stylized_medium">
                  <a:extLst>
                    <a:ext uri="{FF2B5EF4-FFF2-40B4-BE49-F238E27FC236}">
                      <a16:creationId xmlns:a16="http://schemas.microsoft.com/office/drawing/2014/main" id="{4B6339C5-8B14-B747-B25F-54A251041EA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39" name="Freeform 592">
                  <a:extLst>
                    <a:ext uri="{FF2B5EF4-FFF2-40B4-BE49-F238E27FC236}">
                      <a16:creationId xmlns:a16="http://schemas.microsoft.com/office/drawing/2014/main" id="{C8A47756-1909-F941-BDCB-37836D9801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</p:grpSp>
          <p:grpSp>
            <p:nvGrpSpPr>
              <p:cNvPr id="741" name="Group 740">
                <a:extLst>
                  <a:ext uri="{FF2B5EF4-FFF2-40B4-BE49-F238E27FC236}">
                    <a16:creationId xmlns:a16="http://schemas.microsoft.com/office/drawing/2014/main" id="{0CD6FDAC-4A62-F644-A898-08237435CEE7}"/>
                  </a:ext>
                </a:extLst>
              </p:cNvPr>
              <p:cNvGrpSpPr/>
              <p:nvPr/>
            </p:nvGrpSpPr>
            <p:grpSpPr>
              <a:xfrm>
                <a:off x="1609415" y="1428021"/>
                <a:ext cx="748578" cy="712374"/>
                <a:chOff x="8631407" y="2290407"/>
                <a:chExt cx="530702" cy="478009"/>
              </a:xfrm>
            </p:grpSpPr>
            <p:pic>
              <p:nvPicPr>
                <p:cNvPr id="742" name="Picture 568" descr="light2.png">
                  <a:extLst>
                    <a:ext uri="{FF2B5EF4-FFF2-40B4-BE49-F238E27FC236}">
                      <a16:creationId xmlns:a16="http://schemas.microsoft.com/office/drawing/2014/main" id="{80F2F245-5874-164C-BC9E-BD1DF1724A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8825293" y="2362969"/>
                  <a:ext cx="92772" cy="4054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743" name="Picture 1017" descr="antenna_stylized">
                  <a:extLst>
                    <a:ext uri="{FF2B5EF4-FFF2-40B4-BE49-F238E27FC236}">
                      <a16:creationId xmlns:a16="http://schemas.microsoft.com/office/drawing/2014/main" id="{1AD2A78D-F97F-784F-ACAD-B716A9EDAFB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31407" y="229040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8BE00D22-4F3C-6E49-97D4-F851E2CC6728}"/>
                  </a:ext>
                </a:extLst>
              </p:cNvPr>
              <p:cNvGrpSpPr/>
              <p:nvPr/>
            </p:nvGrpSpPr>
            <p:grpSpPr>
              <a:xfrm>
                <a:off x="177500" y="2082690"/>
                <a:ext cx="849312" cy="226109"/>
                <a:chOff x="8493165" y="2029804"/>
                <a:chExt cx="849312" cy="226109"/>
              </a:xfrm>
            </p:grpSpPr>
            <p:pic>
              <p:nvPicPr>
                <p:cNvPr id="790" name="Picture 603" descr="car_icon_small">
                  <a:extLst>
                    <a:ext uri="{FF2B5EF4-FFF2-40B4-BE49-F238E27FC236}">
                      <a16:creationId xmlns:a16="http://schemas.microsoft.com/office/drawing/2014/main" id="{6DCAB099-A51A-9A49-B92D-E7B09B08E02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93165" y="2087638"/>
                  <a:ext cx="849312" cy="1682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791" name="Picture 1017" descr="antenna_stylized">
                  <a:extLst>
                    <a:ext uri="{FF2B5EF4-FFF2-40B4-BE49-F238E27FC236}">
                      <a16:creationId xmlns:a16="http://schemas.microsoft.com/office/drawing/2014/main" id="{02B73421-B1D6-C74B-BF10-DBF86596B99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704645" y="202980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</p:grpSp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B7334F8A-78E8-5447-8C7B-A897E1246B5B}"/>
              </a:ext>
            </a:extLst>
          </p:cNvPr>
          <p:cNvGrpSpPr/>
          <p:nvPr/>
        </p:nvGrpSpPr>
        <p:grpSpPr>
          <a:xfrm>
            <a:off x="5671679" y="1595494"/>
            <a:ext cx="2684150" cy="2730212"/>
            <a:chOff x="7562238" y="2127325"/>
            <a:chExt cx="3578867" cy="3640283"/>
          </a:xfrm>
        </p:grpSpPr>
        <p:cxnSp>
          <p:nvCxnSpPr>
            <p:cNvPr id="830" name="Straight Connector 829">
              <a:extLst>
                <a:ext uri="{FF2B5EF4-FFF2-40B4-BE49-F238E27FC236}">
                  <a16:creationId xmlns:a16="http://schemas.microsoft.com/office/drawing/2014/main" id="{B163CA8C-EB1E-A14C-9A66-BC297C1207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59920" y="3580125"/>
              <a:ext cx="412964" cy="637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826">
              <a:extLst>
                <a:ext uri="{FF2B5EF4-FFF2-40B4-BE49-F238E27FC236}">
                  <a16:creationId xmlns:a16="http://schemas.microsoft.com/office/drawing/2014/main" id="{5423E50E-9196-7E41-B2E3-7EFFBB8078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60835" y="3640684"/>
              <a:ext cx="345866" cy="7389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824">
              <a:extLst>
                <a:ext uri="{FF2B5EF4-FFF2-40B4-BE49-F238E27FC236}">
                  <a16:creationId xmlns:a16="http://schemas.microsoft.com/office/drawing/2014/main" id="{D736E0FF-D607-3B4C-A87A-D415301D6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6897" y="3633421"/>
              <a:ext cx="335987" cy="3953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822">
              <a:extLst>
                <a:ext uri="{FF2B5EF4-FFF2-40B4-BE49-F238E27FC236}">
                  <a16:creationId xmlns:a16="http://schemas.microsoft.com/office/drawing/2014/main" id="{412118DA-F614-8A42-80A7-8D427CB9D0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70774" y="3594896"/>
              <a:ext cx="1" cy="4857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818">
              <a:extLst>
                <a:ext uri="{FF2B5EF4-FFF2-40B4-BE49-F238E27FC236}">
                  <a16:creationId xmlns:a16="http://schemas.microsoft.com/office/drawing/2014/main" id="{1F000A1C-019C-AC40-8B26-99394BC90A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50620" y="4071642"/>
              <a:ext cx="508543" cy="3486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817">
              <a:extLst>
                <a:ext uri="{FF2B5EF4-FFF2-40B4-BE49-F238E27FC236}">
                  <a16:creationId xmlns:a16="http://schemas.microsoft.com/office/drawing/2014/main" id="{E581177E-ADBB-324A-BE56-FFA64730F3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5195" y="4087742"/>
              <a:ext cx="6554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815">
              <a:extLst>
                <a:ext uri="{FF2B5EF4-FFF2-40B4-BE49-F238E27FC236}">
                  <a16:creationId xmlns:a16="http://schemas.microsoft.com/office/drawing/2014/main" id="{D0BFF2F4-0B07-CF45-A69B-7B91FA12DE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9616" y="4087742"/>
              <a:ext cx="6554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812">
              <a:extLst>
                <a:ext uri="{FF2B5EF4-FFF2-40B4-BE49-F238E27FC236}">
                  <a16:creationId xmlns:a16="http://schemas.microsoft.com/office/drawing/2014/main" id="{E3568D00-797E-F542-B47B-DC40257A1A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76868" y="3507672"/>
              <a:ext cx="382424" cy="5170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810">
              <a:extLst>
                <a:ext uri="{FF2B5EF4-FFF2-40B4-BE49-F238E27FC236}">
                  <a16:creationId xmlns:a16="http://schemas.microsoft.com/office/drawing/2014/main" id="{B5D2DFB3-E4DE-3C49-8F72-DC09F553A5F3}"/>
                </a:ext>
              </a:extLst>
            </p:cNvPr>
            <p:cNvCxnSpPr>
              <a:cxnSpLocks/>
            </p:cNvCxnSpPr>
            <p:nvPr/>
          </p:nvCxnSpPr>
          <p:spPr>
            <a:xfrm>
              <a:off x="9733069" y="3507672"/>
              <a:ext cx="0" cy="540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807">
              <a:extLst>
                <a:ext uri="{FF2B5EF4-FFF2-40B4-BE49-F238E27FC236}">
                  <a16:creationId xmlns:a16="http://schemas.microsoft.com/office/drawing/2014/main" id="{F9A85AAA-3DAA-6946-B559-D97F731B61D5}"/>
                </a:ext>
              </a:extLst>
            </p:cNvPr>
            <p:cNvCxnSpPr/>
            <p:nvPr/>
          </p:nvCxnSpPr>
          <p:spPr>
            <a:xfrm>
              <a:off x="10137668" y="2754692"/>
              <a:ext cx="488174" cy="8393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Straight Connector 562">
              <a:extLst>
                <a:ext uri="{FF2B5EF4-FFF2-40B4-BE49-F238E27FC236}">
                  <a16:creationId xmlns:a16="http://schemas.microsoft.com/office/drawing/2014/main" id="{12CE73BA-DDE8-5741-9E5E-64CA353BA9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98719" y="2695013"/>
              <a:ext cx="380432" cy="694807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3" name="Group 802">
              <a:extLst>
                <a:ext uri="{FF2B5EF4-FFF2-40B4-BE49-F238E27FC236}">
                  <a16:creationId xmlns:a16="http://schemas.microsoft.com/office/drawing/2014/main" id="{4429D23B-C424-D54E-A99F-D3FC646B3D08}"/>
                </a:ext>
              </a:extLst>
            </p:cNvPr>
            <p:cNvGrpSpPr/>
            <p:nvPr/>
          </p:nvGrpSpPr>
          <p:grpSpPr>
            <a:xfrm>
              <a:off x="7562238" y="2127325"/>
              <a:ext cx="3578867" cy="3640283"/>
              <a:chOff x="7562238" y="2127325"/>
              <a:chExt cx="3578867" cy="3640283"/>
            </a:xfrm>
          </p:grpSpPr>
          <p:grpSp>
            <p:nvGrpSpPr>
              <p:cNvPr id="800" name="Group 799">
                <a:extLst>
                  <a:ext uri="{FF2B5EF4-FFF2-40B4-BE49-F238E27FC236}">
                    <a16:creationId xmlns:a16="http://schemas.microsoft.com/office/drawing/2014/main" id="{C0FB38C4-8D4E-FD46-8BA5-A01F983C9AF5}"/>
                  </a:ext>
                </a:extLst>
              </p:cNvPr>
              <p:cNvGrpSpPr/>
              <p:nvPr/>
            </p:nvGrpSpPr>
            <p:grpSpPr>
              <a:xfrm>
                <a:off x="7857253" y="2127325"/>
                <a:ext cx="3283852" cy="3640283"/>
                <a:chOff x="7881336" y="2104198"/>
                <a:chExt cx="3283852" cy="3640283"/>
              </a:xfrm>
            </p:grpSpPr>
            <p:sp>
              <p:nvSpPr>
                <p:cNvPr id="22" name="Line 428">
                  <a:extLst>
                    <a:ext uri="{FF2B5EF4-FFF2-40B4-BE49-F238E27FC236}">
                      <a16:creationId xmlns:a16="http://schemas.microsoft.com/office/drawing/2014/main" id="{28DDE19D-11FD-214B-B68A-9F6AAEA3AA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813692" y="5228612"/>
                  <a:ext cx="388062" cy="75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050"/>
                </a:p>
              </p:txBody>
            </p:sp>
            <p:sp>
              <p:nvSpPr>
                <p:cNvPr id="24" name="Line 430">
                  <a:extLst>
                    <a:ext uri="{FF2B5EF4-FFF2-40B4-BE49-F238E27FC236}">
                      <a16:creationId xmlns:a16="http://schemas.microsoft.com/office/drawing/2014/main" id="{3188928B-5976-7142-B509-B67C32631B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>
                  <a:off x="10234009" y="5382159"/>
                  <a:ext cx="0" cy="1143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050"/>
                </a:p>
              </p:txBody>
            </p:sp>
            <p:sp>
              <p:nvSpPr>
                <p:cNvPr id="25" name="Line 431">
                  <a:extLst>
                    <a:ext uri="{FF2B5EF4-FFF2-40B4-BE49-F238E27FC236}">
                      <a16:creationId xmlns:a16="http://schemas.microsoft.com/office/drawing/2014/main" id="{B61C3274-819B-1A4B-9892-BC7A0AB4BF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457042" y="4815390"/>
                  <a:ext cx="524483" cy="2615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6" name="Line 432">
                  <a:extLst>
                    <a:ext uri="{FF2B5EF4-FFF2-40B4-BE49-F238E27FC236}">
                      <a16:creationId xmlns:a16="http://schemas.microsoft.com/office/drawing/2014/main" id="{6434324A-C183-F645-84E8-7170D215D0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74149" y="4815390"/>
                  <a:ext cx="569255" cy="24626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7" name="Line 433">
                  <a:extLst>
                    <a:ext uri="{FF2B5EF4-FFF2-40B4-BE49-F238E27FC236}">
                      <a16:creationId xmlns:a16="http://schemas.microsoft.com/office/drawing/2014/main" id="{4326369B-7050-F54A-9B61-51FBE98316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45827" y="5085749"/>
                  <a:ext cx="103050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8" name="Line 435">
                  <a:extLst>
                    <a:ext uri="{FF2B5EF4-FFF2-40B4-BE49-F238E27FC236}">
                      <a16:creationId xmlns:a16="http://schemas.microsoft.com/office/drawing/2014/main" id="{D2EFF5DE-9380-7D46-847C-7986E80C63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34290" y="5094207"/>
                  <a:ext cx="22680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 dirty="0"/>
                </a:p>
              </p:txBody>
            </p:sp>
            <p:sp>
              <p:nvSpPr>
                <p:cNvPr id="29" name="Line 436">
                  <a:extLst>
                    <a:ext uri="{FF2B5EF4-FFF2-40B4-BE49-F238E27FC236}">
                      <a16:creationId xmlns:a16="http://schemas.microsoft.com/office/drawing/2014/main" id="{CAD2281A-59A4-DA4C-A9DC-E37CA49919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972450" y="5267343"/>
                  <a:ext cx="41275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0" name="Line 439">
                  <a:extLst>
                    <a:ext uri="{FF2B5EF4-FFF2-40B4-BE49-F238E27FC236}">
                      <a16:creationId xmlns:a16="http://schemas.microsoft.com/office/drawing/2014/main" id="{59746900-72D7-BF46-8B59-62F2A5D479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397900" y="5259125"/>
                  <a:ext cx="68080" cy="2939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1" name="Line 440">
                  <a:extLst>
                    <a:ext uri="{FF2B5EF4-FFF2-40B4-BE49-F238E27FC236}">
                      <a16:creationId xmlns:a16="http://schemas.microsoft.com/office/drawing/2014/main" id="{76AA107C-4028-5D4D-B986-E7C4D7058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512814" y="5284804"/>
                  <a:ext cx="280374" cy="2698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2" name="Line 441">
                  <a:extLst>
                    <a:ext uri="{FF2B5EF4-FFF2-40B4-BE49-F238E27FC236}">
                      <a16:creationId xmlns:a16="http://schemas.microsoft.com/office/drawing/2014/main" id="{AF797424-05E8-8345-847C-94DA81395A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512814" y="5234921"/>
                  <a:ext cx="914184" cy="4686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3" name="Line 443">
                  <a:extLst>
                    <a:ext uri="{FF2B5EF4-FFF2-40B4-BE49-F238E27FC236}">
                      <a16:creationId xmlns:a16="http://schemas.microsoft.com/office/drawing/2014/main" id="{BCDF073B-F330-A345-A512-B85DFD399D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71861" y="3806843"/>
                  <a:ext cx="0" cy="1317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9" name="Line 449">
                  <a:extLst>
                    <a:ext uri="{FF2B5EF4-FFF2-40B4-BE49-F238E27FC236}">
                      <a16:creationId xmlns:a16="http://schemas.microsoft.com/office/drawing/2014/main" id="{53CD988A-3515-7242-9C29-87AF281086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881336" y="4017980"/>
                  <a:ext cx="168275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528" name="Line 428">
                  <a:extLst>
                    <a:ext uri="{FF2B5EF4-FFF2-40B4-BE49-F238E27FC236}">
                      <a16:creationId xmlns:a16="http://schemas.microsoft.com/office/drawing/2014/main" id="{538963BA-E603-D94F-A908-92C50EC393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909628" y="5560344"/>
                  <a:ext cx="366793" cy="148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050"/>
                </a:p>
              </p:txBody>
            </p:sp>
            <p:sp>
              <p:nvSpPr>
                <p:cNvPr id="537" name="Line 440">
                  <a:extLst>
                    <a:ext uri="{FF2B5EF4-FFF2-40B4-BE49-F238E27FC236}">
                      <a16:creationId xmlns:a16="http://schemas.microsoft.com/office/drawing/2014/main" id="{E3BCB46D-EF32-8C42-A43A-1B0DAF759B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483508" y="5013435"/>
                  <a:ext cx="404236" cy="20777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cxnSp>
              <p:nvCxnSpPr>
                <p:cNvPr id="564" name="Straight Connector 563">
                  <a:extLst>
                    <a:ext uri="{FF2B5EF4-FFF2-40B4-BE49-F238E27FC236}">
                      <a16:creationId xmlns:a16="http://schemas.microsoft.com/office/drawing/2014/main" id="{CE6E1140-BC2F-9947-9B51-91DC5079ABB1}"/>
                    </a:ext>
                  </a:extLst>
                </p:cNvPr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5" name="Straight Connector 564">
                  <a:extLst>
                    <a:ext uri="{FF2B5EF4-FFF2-40B4-BE49-F238E27FC236}">
                      <a16:creationId xmlns:a16="http://schemas.microsoft.com/office/drawing/2014/main" id="{9EF5B4FA-3960-F54C-936B-C64147078447}"/>
                    </a:ext>
                  </a:extLst>
                </p:cNvPr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6" name="Straight Connector 565">
                  <a:extLst>
                    <a:ext uri="{FF2B5EF4-FFF2-40B4-BE49-F238E27FC236}">
                      <a16:creationId xmlns:a16="http://schemas.microsoft.com/office/drawing/2014/main" id="{691B45AC-C5E3-D24E-9C63-05D00B08C71D}"/>
                    </a:ext>
                  </a:extLst>
                </p:cNvPr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7" name="Straight Connector 566">
                  <a:extLst>
                    <a:ext uri="{FF2B5EF4-FFF2-40B4-BE49-F238E27FC236}">
                      <a16:creationId xmlns:a16="http://schemas.microsoft.com/office/drawing/2014/main" id="{59EB46BB-F3EA-4248-B631-AC80BEB74EF0}"/>
                    </a:ext>
                  </a:extLst>
                </p:cNvPr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8" name="Straight Connector 567">
                  <a:extLst>
                    <a:ext uri="{FF2B5EF4-FFF2-40B4-BE49-F238E27FC236}">
                      <a16:creationId xmlns:a16="http://schemas.microsoft.com/office/drawing/2014/main" id="{C562C7DD-3FD1-0E4C-B308-744C6C87FC79}"/>
                    </a:ext>
                  </a:extLst>
                </p:cNvPr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9" name="Straight Connector 568">
                  <a:extLst>
                    <a:ext uri="{FF2B5EF4-FFF2-40B4-BE49-F238E27FC236}">
                      <a16:creationId xmlns:a16="http://schemas.microsoft.com/office/drawing/2014/main" id="{6793D61B-AD50-A246-A5C0-38DF48C17738}"/>
                    </a:ext>
                  </a:extLst>
                </p:cNvPr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0" name="Straight Connector 569">
                  <a:extLst>
                    <a:ext uri="{FF2B5EF4-FFF2-40B4-BE49-F238E27FC236}">
                      <a16:creationId xmlns:a16="http://schemas.microsoft.com/office/drawing/2014/main" id="{EDD09B84-3AA8-0948-AB6C-1D5CBFFC5293}"/>
                    </a:ext>
                  </a:extLst>
                </p:cNvPr>
                <p:cNvCxnSpPr/>
                <p:nvPr/>
              </p:nvCxnSpPr>
              <p:spPr>
                <a:xfrm flipH="1" flipV="1">
                  <a:off x="10706077" y="2695840"/>
                  <a:ext cx="353541" cy="6780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4" name="Straight Connector 573">
                  <a:extLst>
                    <a:ext uri="{FF2B5EF4-FFF2-40B4-BE49-F238E27FC236}">
                      <a16:creationId xmlns:a16="http://schemas.microsoft.com/office/drawing/2014/main" id="{C777BA08-17B1-254B-BCB6-583E10254EC6}"/>
                    </a:ext>
                  </a:extLst>
                </p:cNvPr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Line 541">
                  <a:extLst>
                    <a:ext uri="{FF2B5EF4-FFF2-40B4-BE49-F238E27FC236}">
                      <a16:creationId xmlns:a16="http://schemas.microsoft.com/office/drawing/2014/main" id="{C44ADC96-78DA-C64F-AF97-4FFA68D2ED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402788" y="4090252"/>
                  <a:ext cx="429324" cy="70560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9" name="Line 424">
                  <a:extLst>
                    <a:ext uri="{FF2B5EF4-FFF2-40B4-BE49-F238E27FC236}">
                      <a16:creationId xmlns:a16="http://schemas.microsoft.com/office/drawing/2014/main" id="{845B46BE-685D-2D4E-AD26-5684794D19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268637" y="4024329"/>
                  <a:ext cx="969051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</p:grpSp>
          <p:pic>
            <p:nvPicPr>
              <p:cNvPr id="262" name="Picture 778" descr="antenna_radiation_stylized">
                <a:extLst>
                  <a:ext uri="{FF2B5EF4-FFF2-40B4-BE49-F238E27FC236}">
                    <a16:creationId xmlns:a16="http://schemas.microsoft.com/office/drawing/2014/main" id="{B73E5F98-BC74-DB47-BA02-5F29DC6757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60" name="Picture 781" descr="antenna_radiation_stylized">
                <a:extLst>
                  <a:ext uri="{FF2B5EF4-FFF2-40B4-BE49-F238E27FC236}">
                    <a16:creationId xmlns:a16="http://schemas.microsoft.com/office/drawing/2014/main" id="{5F858A2F-D0F0-7E47-8EF1-4C37898F9C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2" name="Picture 799" descr="cell_tower_radiation copy">
                <a:extLst>
                  <a:ext uri="{FF2B5EF4-FFF2-40B4-BE49-F238E27FC236}">
                    <a16:creationId xmlns:a16="http://schemas.microsoft.com/office/drawing/2014/main" id="{B5B28CD6-3076-384D-8180-86543C59B6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3" name="Oval 800">
                <a:extLst>
                  <a:ext uri="{FF2B5EF4-FFF2-40B4-BE49-F238E27FC236}">
                    <a16:creationId xmlns:a16="http://schemas.microsoft.com/office/drawing/2014/main" id="{271D03F6-D85B-EC41-803D-EFAA96DAE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797" name="Group 796">
            <a:extLst>
              <a:ext uri="{FF2B5EF4-FFF2-40B4-BE49-F238E27FC236}">
                <a16:creationId xmlns:a16="http://schemas.microsoft.com/office/drawing/2014/main" id="{D383E01F-FA6F-5647-A6B1-D5444F12E4E2}"/>
              </a:ext>
            </a:extLst>
          </p:cNvPr>
          <p:cNvGrpSpPr/>
          <p:nvPr/>
        </p:nvGrpSpPr>
        <p:grpSpPr>
          <a:xfrm>
            <a:off x="5560554" y="1418934"/>
            <a:ext cx="3108241" cy="3225669"/>
            <a:chOff x="7432700" y="1830405"/>
            <a:chExt cx="4144321" cy="4300892"/>
          </a:xfrm>
        </p:grpSpPr>
        <p:grpSp>
          <p:nvGrpSpPr>
            <p:cNvPr id="787" name="Group 786">
              <a:extLst>
                <a:ext uri="{FF2B5EF4-FFF2-40B4-BE49-F238E27FC236}">
                  <a16:creationId xmlns:a16="http://schemas.microsoft.com/office/drawing/2014/main" id="{C944F5F4-7AD1-AE48-9769-ABE2F95B5A26}"/>
                </a:ext>
              </a:extLst>
            </p:cNvPr>
            <p:cNvGrpSpPr/>
            <p:nvPr/>
          </p:nvGrpSpPr>
          <p:grpSpPr>
            <a:xfrm>
              <a:off x="7432700" y="1830405"/>
              <a:ext cx="1909777" cy="938011"/>
              <a:chOff x="7432700" y="1830405"/>
              <a:chExt cx="1909777" cy="938011"/>
            </a:xfrm>
          </p:grpSpPr>
          <p:grpSp>
            <p:nvGrpSpPr>
              <p:cNvPr id="49" name="Group 652">
                <a:extLst>
                  <a:ext uri="{FF2B5EF4-FFF2-40B4-BE49-F238E27FC236}">
                    <a16:creationId xmlns:a16="http://schemas.microsoft.com/office/drawing/2014/main" id="{F4E63F52-683B-8244-A48E-D8CF833CC0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43850" y="1830405"/>
                <a:ext cx="415925" cy="385763"/>
                <a:chOff x="2751" y="1851"/>
                <a:chExt cx="462" cy="478"/>
              </a:xfrm>
            </p:grpSpPr>
            <p:pic>
              <p:nvPicPr>
                <p:cNvPr id="359" name="Picture 653" descr="iphone_stylized_small">
                  <a:extLst>
                    <a:ext uri="{FF2B5EF4-FFF2-40B4-BE49-F238E27FC236}">
                      <a16:creationId xmlns:a16="http://schemas.microsoft.com/office/drawing/2014/main" id="{EDF1EC93-A6E5-964F-B0D6-EE56B282AEB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60" name="Picture 654" descr="antenna_radiation_stylized">
                  <a:extLst>
                    <a:ext uri="{FF2B5EF4-FFF2-40B4-BE49-F238E27FC236}">
                      <a16:creationId xmlns:a16="http://schemas.microsoft.com/office/drawing/2014/main" id="{0A17C594-505E-6F41-AEEB-272A31DFD26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785" name="Group 784">
                <a:extLst>
                  <a:ext uri="{FF2B5EF4-FFF2-40B4-BE49-F238E27FC236}">
                    <a16:creationId xmlns:a16="http://schemas.microsoft.com/office/drawing/2014/main" id="{91E02B81-5B35-4545-A954-B7E923AB7286}"/>
                  </a:ext>
                </a:extLst>
              </p:cNvPr>
              <p:cNvGrpSpPr/>
              <p:nvPr/>
            </p:nvGrpSpPr>
            <p:grpSpPr>
              <a:xfrm>
                <a:off x="7432700" y="2327293"/>
                <a:ext cx="534987" cy="407988"/>
                <a:chOff x="7432700" y="2327293"/>
                <a:chExt cx="534987" cy="407988"/>
              </a:xfrm>
            </p:grpSpPr>
            <p:pic>
              <p:nvPicPr>
                <p:cNvPr id="73" name="Picture 1017" descr="antenna_stylized">
                  <a:extLst>
                    <a:ext uri="{FF2B5EF4-FFF2-40B4-BE49-F238E27FC236}">
                      <a16:creationId xmlns:a16="http://schemas.microsoft.com/office/drawing/2014/main" id="{27A537F5-5D99-BF4C-9B11-E9782673F1A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32700" y="2327293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74" name="Picture 1018" descr="laptop_keyboard">
                  <a:extLst>
                    <a:ext uri="{FF2B5EF4-FFF2-40B4-BE49-F238E27FC236}">
                      <a16:creationId xmlns:a16="http://schemas.microsoft.com/office/drawing/2014/main" id="{7087B8D0-FFCB-0746-A889-28909002C2F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5" name="Freeform 1019">
                  <a:extLst>
                    <a:ext uri="{FF2B5EF4-FFF2-40B4-BE49-F238E27FC236}">
                      <a16:creationId xmlns:a16="http://schemas.microsoft.com/office/drawing/2014/main" id="{7C75BC30-0808-D44D-AF7A-A72B4A529E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1050"/>
                </a:p>
              </p:txBody>
            </p:sp>
            <p:pic>
              <p:nvPicPr>
                <p:cNvPr id="76" name="Picture 1020" descr="screen">
                  <a:extLst>
                    <a:ext uri="{FF2B5EF4-FFF2-40B4-BE49-F238E27FC236}">
                      <a16:creationId xmlns:a16="http://schemas.microsoft.com/office/drawing/2014/main" id="{2D732B7A-74CB-D547-ADB5-C721526D5E9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7" name="Freeform 1021">
                  <a:extLst>
                    <a:ext uri="{FF2B5EF4-FFF2-40B4-BE49-F238E27FC236}">
                      <a16:creationId xmlns:a16="http://schemas.microsoft.com/office/drawing/2014/main" id="{FBD1A429-9B8F-F940-AD09-4638CC3167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78" name="Freeform 1022">
                  <a:extLst>
                    <a:ext uri="{FF2B5EF4-FFF2-40B4-BE49-F238E27FC236}">
                      <a16:creationId xmlns:a16="http://schemas.microsoft.com/office/drawing/2014/main" id="{376C8B48-3441-F643-B92D-5DC759EDA1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79" name="Freeform 1023">
                  <a:extLst>
                    <a:ext uri="{FF2B5EF4-FFF2-40B4-BE49-F238E27FC236}">
                      <a16:creationId xmlns:a16="http://schemas.microsoft.com/office/drawing/2014/main" id="{4DFECD03-4AF0-1342-8138-6CEC8249A2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80" name="Freeform 1024">
                  <a:extLst>
                    <a:ext uri="{FF2B5EF4-FFF2-40B4-BE49-F238E27FC236}">
                      <a16:creationId xmlns:a16="http://schemas.microsoft.com/office/drawing/2014/main" id="{8AA57D4B-3E9B-994B-AF13-DB646178BD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81" name="Freeform 1025">
                  <a:extLst>
                    <a:ext uri="{FF2B5EF4-FFF2-40B4-BE49-F238E27FC236}">
                      <a16:creationId xmlns:a16="http://schemas.microsoft.com/office/drawing/2014/main" id="{59DA24E7-1981-0E44-8060-2B7CE58EBF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82" name="Freeform 1026">
                  <a:extLst>
                    <a:ext uri="{FF2B5EF4-FFF2-40B4-BE49-F238E27FC236}">
                      <a16:creationId xmlns:a16="http://schemas.microsoft.com/office/drawing/2014/main" id="{DB3D3129-2B70-5643-96C2-83638DE57F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grpSp>
              <p:nvGrpSpPr>
                <p:cNvPr id="83" name="Group 1027">
                  <a:extLst>
                    <a:ext uri="{FF2B5EF4-FFF2-40B4-BE49-F238E27FC236}">
                      <a16:creationId xmlns:a16="http://schemas.microsoft.com/office/drawing/2014/main" id="{8C6DEC60-5C97-D546-9977-EBD182221DD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169" name="Freeform 1028">
                    <a:extLst>
                      <a:ext uri="{FF2B5EF4-FFF2-40B4-BE49-F238E27FC236}">
                        <a16:creationId xmlns:a16="http://schemas.microsoft.com/office/drawing/2014/main" id="{5D16627E-DE34-BC4F-9513-7A7D4707F7C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70" name="Freeform 1029">
                    <a:extLst>
                      <a:ext uri="{FF2B5EF4-FFF2-40B4-BE49-F238E27FC236}">
                        <a16:creationId xmlns:a16="http://schemas.microsoft.com/office/drawing/2014/main" id="{D8D65D68-18A4-E54D-8916-1DEF36844C9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71" name="Freeform 1030">
                    <a:extLst>
                      <a:ext uri="{FF2B5EF4-FFF2-40B4-BE49-F238E27FC236}">
                        <a16:creationId xmlns:a16="http://schemas.microsoft.com/office/drawing/2014/main" id="{3C79D147-9974-F341-96E9-F9AD19F1404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72" name="Freeform 1031">
                    <a:extLst>
                      <a:ext uri="{FF2B5EF4-FFF2-40B4-BE49-F238E27FC236}">
                        <a16:creationId xmlns:a16="http://schemas.microsoft.com/office/drawing/2014/main" id="{5E0CE9D2-21FD-2644-9691-743CC3E130F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73" name="Freeform 1032">
                    <a:extLst>
                      <a:ext uri="{FF2B5EF4-FFF2-40B4-BE49-F238E27FC236}">
                        <a16:creationId xmlns:a16="http://schemas.microsoft.com/office/drawing/2014/main" id="{5691098F-1432-0D44-8573-312C3A566A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74" name="Freeform 1033">
                    <a:extLst>
                      <a:ext uri="{FF2B5EF4-FFF2-40B4-BE49-F238E27FC236}">
                        <a16:creationId xmlns:a16="http://schemas.microsoft.com/office/drawing/2014/main" id="{2D4A77A2-D0F1-164A-A67D-A509543869C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</p:grpSp>
            <p:sp>
              <p:nvSpPr>
                <p:cNvPr id="84" name="Freeform 1034">
                  <a:extLst>
                    <a:ext uri="{FF2B5EF4-FFF2-40B4-BE49-F238E27FC236}">
                      <a16:creationId xmlns:a16="http://schemas.microsoft.com/office/drawing/2014/main" id="{A283BD8E-0AD2-B743-8237-483C3A6A6C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85" name="Freeform 1035">
                  <a:extLst>
                    <a:ext uri="{FF2B5EF4-FFF2-40B4-BE49-F238E27FC236}">
                      <a16:creationId xmlns:a16="http://schemas.microsoft.com/office/drawing/2014/main" id="{AA215C2D-4069-DE48-884E-A1816F7D4D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86" name="Freeform 1036">
                  <a:extLst>
                    <a:ext uri="{FF2B5EF4-FFF2-40B4-BE49-F238E27FC236}">
                      <a16:creationId xmlns:a16="http://schemas.microsoft.com/office/drawing/2014/main" id="{421821F5-5AD5-4D4E-A4F9-5D46E41A4E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87" name="Freeform 1037">
                  <a:extLst>
                    <a:ext uri="{FF2B5EF4-FFF2-40B4-BE49-F238E27FC236}">
                      <a16:creationId xmlns:a16="http://schemas.microsoft.com/office/drawing/2014/main" id="{499D2FC7-7022-A944-98B2-E74E9B2E52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88" name="Freeform 1038">
                  <a:extLst>
                    <a:ext uri="{FF2B5EF4-FFF2-40B4-BE49-F238E27FC236}">
                      <a16:creationId xmlns:a16="http://schemas.microsoft.com/office/drawing/2014/main" id="{37918171-6E71-A846-A2B5-7C65DD7456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89" name="Freeform 1039">
                  <a:extLst>
                    <a:ext uri="{FF2B5EF4-FFF2-40B4-BE49-F238E27FC236}">
                      <a16:creationId xmlns:a16="http://schemas.microsoft.com/office/drawing/2014/main" id="{68ECFF60-AA48-2D4C-9A67-90DB18F81D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</p:grpSp>
          <p:grpSp>
            <p:nvGrpSpPr>
              <p:cNvPr id="740" name="Group 739">
                <a:extLst>
                  <a:ext uri="{FF2B5EF4-FFF2-40B4-BE49-F238E27FC236}">
                    <a16:creationId xmlns:a16="http://schemas.microsoft.com/office/drawing/2014/main" id="{504BAA5F-BBD8-8242-BC48-7D0E761F340A}"/>
                  </a:ext>
                </a:extLst>
              </p:cNvPr>
              <p:cNvGrpSpPr/>
              <p:nvPr/>
            </p:nvGrpSpPr>
            <p:grpSpPr>
              <a:xfrm>
                <a:off x="8631407" y="2290407"/>
                <a:ext cx="530702" cy="478009"/>
                <a:chOff x="8631407" y="2290407"/>
                <a:chExt cx="530702" cy="478009"/>
              </a:xfrm>
            </p:grpSpPr>
            <p:pic>
              <p:nvPicPr>
                <p:cNvPr id="110" name="Picture 568" descr="light2.png">
                  <a:extLst>
                    <a:ext uri="{FF2B5EF4-FFF2-40B4-BE49-F238E27FC236}">
                      <a16:creationId xmlns:a16="http://schemas.microsoft.com/office/drawing/2014/main" id="{D96B693D-26FC-E443-A112-C4AFFE90DC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8825293" y="2362969"/>
                  <a:ext cx="92772" cy="4054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1" name="Picture 1017" descr="antenna_stylized">
                  <a:extLst>
                    <a:ext uri="{FF2B5EF4-FFF2-40B4-BE49-F238E27FC236}">
                      <a16:creationId xmlns:a16="http://schemas.microsoft.com/office/drawing/2014/main" id="{F4E4C4C0-89A6-D74D-B25C-228CE5BC1DB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31407" y="229040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786" name="Group 785">
                <a:extLst>
                  <a:ext uri="{FF2B5EF4-FFF2-40B4-BE49-F238E27FC236}">
                    <a16:creationId xmlns:a16="http://schemas.microsoft.com/office/drawing/2014/main" id="{46F998A3-3B85-214A-927A-3BF067B7C2A0}"/>
                  </a:ext>
                </a:extLst>
              </p:cNvPr>
              <p:cNvGrpSpPr/>
              <p:nvPr/>
            </p:nvGrpSpPr>
            <p:grpSpPr>
              <a:xfrm>
                <a:off x="8493165" y="2029804"/>
                <a:ext cx="849312" cy="226109"/>
                <a:chOff x="8493165" y="2029804"/>
                <a:chExt cx="849312" cy="226109"/>
              </a:xfrm>
            </p:grpSpPr>
            <p:pic>
              <p:nvPicPr>
                <p:cNvPr id="48" name="Picture 603" descr="car_icon_small">
                  <a:extLst>
                    <a:ext uri="{FF2B5EF4-FFF2-40B4-BE49-F238E27FC236}">
                      <a16:creationId xmlns:a16="http://schemas.microsoft.com/office/drawing/2014/main" id="{147E2796-D425-6645-93B3-B97E69B1461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93165" y="2087638"/>
                  <a:ext cx="849312" cy="1682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2" name="Picture 1017" descr="antenna_stylized">
                  <a:extLst>
                    <a:ext uri="{FF2B5EF4-FFF2-40B4-BE49-F238E27FC236}">
                      <a16:creationId xmlns:a16="http://schemas.microsoft.com/office/drawing/2014/main" id="{F0886BE8-9B0B-F046-92AA-1AC818378EA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704645" y="202980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793" name="Group 792">
              <a:extLst>
                <a:ext uri="{FF2B5EF4-FFF2-40B4-BE49-F238E27FC236}">
                  <a16:creationId xmlns:a16="http://schemas.microsoft.com/office/drawing/2014/main" id="{93351559-0D4C-F04C-928E-5CDA57B5EB47}"/>
                </a:ext>
              </a:extLst>
            </p:cNvPr>
            <p:cNvGrpSpPr/>
            <p:nvPr/>
          </p:nvGrpSpPr>
          <p:grpSpPr>
            <a:xfrm>
              <a:off x="7487144" y="3296104"/>
              <a:ext cx="857739" cy="583764"/>
              <a:chOff x="7487144" y="3296104"/>
              <a:chExt cx="857739" cy="583764"/>
            </a:xfrm>
          </p:grpSpPr>
          <p:grpSp>
            <p:nvGrpSpPr>
              <p:cNvPr id="792" name="Group 791">
                <a:extLst>
                  <a:ext uri="{FF2B5EF4-FFF2-40B4-BE49-F238E27FC236}">
                    <a16:creationId xmlns:a16="http://schemas.microsoft.com/office/drawing/2014/main" id="{084B6293-559E-5D43-AF2B-4CB5E09EC6C5}"/>
                  </a:ext>
                </a:extLst>
              </p:cNvPr>
              <p:cNvGrpSpPr/>
              <p:nvPr/>
            </p:nvGrpSpPr>
            <p:grpSpPr>
              <a:xfrm>
                <a:off x="7487144" y="3389820"/>
                <a:ext cx="350807" cy="305517"/>
                <a:chOff x="7487144" y="3389820"/>
                <a:chExt cx="350807" cy="305517"/>
              </a:xfrm>
            </p:grpSpPr>
            <p:pic>
              <p:nvPicPr>
                <p:cNvPr id="91" name="Picture 1115" descr="antenna_stylized">
                  <a:extLst>
                    <a:ext uri="{FF2B5EF4-FFF2-40B4-BE49-F238E27FC236}">
                      <a16:creationId xmlns:a16="http://schemas.microsoft.com/office/drawing/2014/main" id="{1821BC3E-6137-D844-92B9-4BA4CFF41F6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87144" y="338982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92" name="Picture 1116" descr="laptop_keyboard">
                  <a:extLst>
                    <a:ext uri="{FF2B5EF4-FFF2-40B4-BE49-F238E27FC236}">
                      <a16:creationId xmlns:a16="http://schemas.microsoft.com/office/drawing/2014/main" id="{7F05CE3B-E67B-1B40-9D5B-2914F0B9BFB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504001" y="3575889"/>
                  <a:ext cx="286699" cy="1194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93" name="Freeform 1117">
                  <a:extLst>
                    <a:ext uri="{FF2B5EF4-FFF2-40B4-BE49-F238E27FC236}">
                      <a16:creationId xmlns:a16="http://schemas.microsoft.com/office/drawing/2014/main" id="{B52A07C5-D801-5B41-BD20-C20958925D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014" y="3459979"/>
                  <a:ext cx="230764" cy="155883"/>
                </a:xfrm>
                <a:custGeom>
                  <a:avLst/>
                  <a:gdLst>
                    <a:gd name="T0" fmla="*/ 143665061 w 2982"/>
                    <a:gd name="T1" fmla="*/ 0 h 2442"/>
                    <a:gd name="T2" fmla="*/ 0 w 2982"/>
                    <a:gd name="T3" fmla="*/ 66329557 h 2442"/>
                    <a:gd name="T4" fmla="*/ 573719931 w 2982"/>
                    <a:gd name="T5" fmla="*/ 82975142 h 2442"/>
                    <a:gd name="T6" fmla="*/ 717384993 w 2982"/>
                    <a:gd name="T7" fmla="*/ 16645585 h 2442"/>
                    <a:gd name="T8" fmla="*/ 143665061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1050"/>
                </a:p>
              </p:txBody>
            </p:sp>
            <p:pic>
              <p:nvPicPr>
                <p:cNvPr id="94" name="Picture 1118" descr="screen">
                  <a:extLst>
                    <a:ext uri="{FF2B5EF4-FFF2-40B4-BE49-F238E27FC236}">
                      <a16:creationId xmlns:a16="http://schemas.microsoft.com/office/drawing/2014/main" id="{2EA30B4E-5447-0340-8DAD-349A843F2AC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10380" y="3463988"/>
                  <a:ext cx="209692" cy="1418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95" name="Freeform 1119">
                  <a:extLst>
                    <a:ext uri="{FF2B5EF4-FFF2-40B4-BE49-F238E27FC236}">
                      <a16:creationId xmlns:a16="http://schemas.microsoft.com/office/drawing/2014/main" id="{1137F6C6-A7C9-9A4D-BCE3-048DB90EF7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41029" y="3455381"/>
                  <a:ext cx="195517" cy="29007"/>
                </a:xfrm>
                <a:custGeom>
                  <a:avLst/>
                  <a:gdLst>
                    <a:gd name="T0" fmla="*/ 35620212 w 2528"/>
                    <a:gd name="T1" fmla="*/ 0 h 455"/>
                    <a:gd name="T2" fmla="*/ 608343257 w 2528"/>
                    <a:gd name="T3" fmla="*/ 16582250 h 455"/>
                    <a:gd name="T4" fmla="*/ 572256449 w 2528"/>
                    <a:gd name="T5" fmla="*/ 16582250 h 455"/>
                    <a:gd name="T6" fmla="*/ 0 w 2528"/>
                    <a:gd name="T7" fmla="*/ 16582250 h 455"/>
                    <a:gd name="T8" fmla="*/ 35620212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96" name="Freeform 1120">
                  <a:extLst>
                    <a:ext uri="{FF2B5EF4-FFF2-40B4-BE49-F238E27FC236}">
                      <a16:creationId xmlns:a16="http://schemas.microsoft.com/office/drawing/2014/main" id="{7A0060E2-767D-1545-8656-29ED1A4712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971" y="3455145"/>
                  <a:ext cx="54275" cy="120745"/>
                </a:xfrm>
                <a:custGeom>
                  <a:avLst/>
                  <a:gdLst>
                    <a:gd name="T0" fmla="*/ 142804406 w 702"/>
                    <a:gd name="T1" fmla="*/ 0 h 1893"/>
                    <a:gd name="T2" fmla="*/ 0 w 702"/>
                    <a:gd name="T3" fmla="*/ 66174575 h 1893"/>
                    <a:gd name="T4" fmla="*/ 35584530 w 702"/>
                    <a:gd name="T5" fmla="*/ 66174575 h 1893"/>
                    <a:gd name="T6" fmla="*/ 178855222 w 702"/>
                    <a:gd name="T7" fmla="*/ 16607700 h 1893"/>
                    <a:gd name="T8" fmla="*/ 142804406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97" name="Freeform 1121">
                  <a:extLst>
                    <a:ext uri="{FF2B5EF4-FFF2-40B4-BE49-F238E27FC236}">
                      <a16:creationId xmlns:a16="http://schemas.microsoft.com/office/drawing/2014/main" id="{15790F5A-ABAC-8D49-A4F9-E2F576550D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76652" y="3476723"/>
                  <a:ext cx="58489" cy="139375"/>
                </a:xfrm>
                <a:custGeom>
                  <a:avLst/>
                  <a:gdLst>
                    <a:gd name="T0" fmla="*/ 179213623 w 756"/>
                    <a:gd name="T1" fmla="*/ 0 h 2184"/>
                    <a:gd name="T2" fmla="*/ 35656008 w 756"/>
                    <a:gd name="T3" fmla="*/ 82904513 h 2184"/>
                    <a:gd name="T4" fmla="*/ 0 w 756"/>
                    <a:gd name="T5" fmla="*/ 82904513 h 2184"/>
                    <a:gd name="T6" fmla="*/ 143090785 w 756"/>
                    <a:gd name="T7" fmla="*/ 16632211 h 2184"/>
                    <a:gd name="T8" fmla="*/ 179213623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98" name="Freeform 1122">
                  <a:extLst>
                    <a:ext uri="{FF2B5EF4-FFF2-40B4-BE49-F238E27FC236}">
                      <a16:creationId xmlns:a16="http://schemas.microsoft.com/office/drawing/2014/main" id="{8898B7ED-5BCF-8C4E-B1AA-B82AD50FD1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332" y="3569758"/>
                  <a:ext cx="214545" cy="47048"/>
                </a:xfrm>
                <a:custGeom>
                  <a:avLst/>
                  <a:gdLst>
                    <a:gd name="T0" fmla="*/ 35658648 w 2773"/>
                    <a:gd name="T1" fmla="*/ 0 h 738"/>
                    <a:gd name="T2" fmla="*/ 0 w 2773"/>
                    <a:gd name="T3" fmla="*/ 16581742 h 738"/>
                    <a:gd name="T4" fmla="*/ 573357470 w 2773"/>
                    <a:gd name="T5" fmla="*/ 33163485 h 738"/>
                    <a:gd name="T6" fmla="*/ 573357470 w 2773"/>
                    <a:gd name="T7" fmla="*/ 16581742 h 738"/>
                    <a:gd name="T8" fmla="*/ 35658648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99" name="Freeform 1123">
                  <a:extLst>
                    <a:ext uri="{FF2B5EF4-FFF2-40B4-BE49-F238E27FC236}">
                      <a16:creationId xmlns:a16="http://schemas.microsoft.com/office/drawing/2014/main" id="{5A7F91EF-AD6B-D64E-B73E-C762D73A7A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83165" y="3477902"/>
                  <a:ext cx="54786" cy="139965"/>
                </a:xfrm>
                <a:custGeom>
                  <a:avLst/>
                  <a:gdLst>
                    <a:gd name="T0" fmla="*/ 656550006 w 637"/>
                    <a:gd name="T1" fmla="*/ 0 h 1659"/>
                    <a:gd name="T2" fmla="*/ 656550006 w 637"/>
                    <a:gd name="T3" fmla="*/ 0 h 1659"/>
                    <a:gd name="T4" fmla="*/ 54716163 w 637"/>
                    <a:gd name="T5" fmla="*/ 2147483646 h 1659"/>
                    <a:gd name="T6" fmla="*/ 0 w 637"/>
                    <a:gd name="T7" fmla="*/ 2147483646 h 1659"/>
                    <a:gd name="T8" fmla="*/ 65655000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00" name="Freeform 1124">
                  <a:extLst>
                    <a:ext uri="{FF2B5EF4-FFF2-40B4-BE49-F238E27FC236}">
                      <a16:creationId xmlns:a16="http://schemas.microsoft.com/office/drawing/2014/main" id="{BBB1B153-2E6F-7246-9B11-B68D01DF60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588" y="3576007"/>
                  <a:ext cx="190792" cy="46458"/>
                </a:xfrm>
                <a:custGeom>
                  <a:avLst/>
                  <a:gdLst>
                    <a:gd name="T0" fmla="*/ 0 w 2216"/>
                    <a:gd name="T1" fmla="*/ 0 h 550"/>
                    <a:gd name="T2" fmla="*/ 54884212 w 2216"/>
                    <a:gd name="T3" fmla="*/ 101852492 h 550"/>
                    <a:gd name="T4" fmla="*/ 2147483646 w 2216"/>
                    <a:gd name="T5" fmla="*/ 1017940055 h 550"/>
                    <a:gd name="T6" fmla="*/ 2147483646 w 2216"/>
                    <a:gd name="T7" fmla="*/ 865464562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grpSp>
              <p:nvGrpSpPr>
                <p:cNvPr id="101" name="Group 1125">
                  <a:extLst>
                    <a:ext uri="{FF2B5EF4-FFF2-40B4-BE49-F238E27FC236}">
                      <a16:creationId xmlns:a16="http://schemas.microsoft.com/office/drawing/2014/main" id="{57060979-075D-9D4D-B12E-DA0CCD4C6B8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3395" y="3625649"/>
                  <a:ext cx="64747" cy="27592"/>
                  <a:chOff x="1740" y="2642"/>
                  <a:chExt cx="752" cy="327"/>
                </a:xfrm>
              </p:grpSpPr>
              <p:sp>
                <p:nvSpPr>
                  <p:cNvPr id="140" name="Freeform 1126">
                    <a:extLst>
                      <a:ext uri="{FF2B5EF4-FFF2-40B4-BE49-F238E27FC236}">
                        <a16:creationId xmlns:a16="http://schemas.microsoft.com/office/drawing/2014/main" id="{8DFFF656-1361-C546-8336-177F79E4691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41" name="Freeform 1127">
                    <a:extLst>
                      <a:ext uri="{FF2B5EF4-FFF2-40B4-BE49-F238E27FC236}">
                        <a16:creationId xmlns:a16="http://schemas.microsoft.com/office/drawing/2014/main" id="{60C6C6B3-72DE-664B-B4DE-3C04B0C5BFE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42" name="Freeform 1128">
                    <a:extLst>
                      <a:ext uri="{FF2B5EF4-FFF2-40B4-BE49-F238E27FC236}">
                        <a16:creationId xmlns:a16="http://schemas.microsoft.com/office/drawing/2014/main" id="{0D48292A-917D-D046-A974-043CEE5A41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43" name="Freeform 1129">
                    <a:extLst>
                      <a:ext uri="{FF2B5EF4-FFF2-40B4-BE49-F238E27FC236}">
                        <a16:creationId xmlns:a16="http://schemas.microsoft.com/office/drawing/2014/main" id="{DB6BAAEB-BADD-0A4F-8A9D-D72AFCA99A5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44" name="Freeform 1130">
                    <a:extLst>
                      <a:ext uri="{FF2B5EF4-FFF2-40B4-BE49-F238E27FC236}">
                        <a16:creationId xmlns:a16="http://schemas.microsoft.com/office/drawing/2014/main" id="{05D5969F-F3B9-414D-975E-A6700098F2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45" name="Freeform 1131">
                    <a:extLst>
                      <a:ext uri="{FF2B5EF4-FFF2-40B4-BE49-F238E27FC236}">
                        <a16:creationId xmlns:a16="http://schemas.microsoft.com/office/drawing/2014/main" id="{41BB174D-6019-384D-A5AC-1B4D92D938B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</p:grpSp>
            <p:sp>
              <p:nvSpPr>
                <p:cNvPr id="102" name="Freeform 1132">
                  <a:extLst>
                    <a:ext uri="{FF2B5EF4-FFF2-40B4-BE49-F238E27FC236}">
                      <a16:creationId xmlns:a16="http://schemas.microsoft.com/office/drawing/2014/main" id="{F8739864-4836-E447-8FC8-5886923FF4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04243" y="3629776"/>
                  <a:ext cx="78411" cy="60608"/>
                </a:xfrm>
                <a:custGeom>
                  <a:avLst/>
                  <a:gdLst>
                    <a:gd name="T0" fmla="*/ 39250883 w 990"/>
                    <a:gd name="T1" fmla="*/ 342828616 h 792"/>
                    <a:gd name="T2" fmla="*/ 354255671 w 990"/>
                    <a:gd name="T3" fmla="*/ 0 h 792"/>
                    <a:gd name="T4" fmla="*/ 354255671 w 990"/>
                    <a:gd name="T5" fmla="*/ 34504242 h 792"/>
                    <a:gd name="T6" fmla="*/ 0 w 990"/>
                    <a:gd name="T7" fmla="*/ 342828616 h 792"/>
                    <a:gd name="T8" fmla="*/ 39250883 w 990"/>
                    <a:gd name="T9" fmla="*/ 342828616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03" name="Freeform 1133">
                  <a:extLst>
                    <a:ext uri="{FF2B5EF4-FFF2-40B4-BE49-F238E27FC236}">
                      <a16:creationId xmlns:a16="http://schemas.microsoft.com/office/drawing/2014/main" id="{C59CADF3-CD09-FB48-A672-C2C50B66CE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129" y="3634611"/>
                  <a:ext cx="200625" cy="55302"/>
                </a:xfrm>
                <a:custGeom>
                  <a:avLst/>
                  <a:gdLst>
                    <a:gd name="T0" fmla="*/ 39302216 w 2532"/>
                    <a:gd name="T1" fmla="*/ 0 h 723"/>
                    <a:gd name="T2" fmla="*/ 39302216 w 2532"/>
                    <a:gd name="T3" fmla="*/ 0 h 723"/>
                    <a:gd name="T4" fmla="*/ 867084690 w 2532"/>
                    <a:gd name="T5" fmla="*/ 307891170 h 723"/>
                    <a:gd name="T6" fmla="*/ 867084690 w 2532"/>
                    <a:gd name="T7" fmla="*/ 342351506 h 723"/>
                    <a:gd name="T8" fmla="*/ 0 w 2532"/>
                    <a:gd name="T9" fmla="*/ 34009889 h 723"/>
                    <a:gd name="T10" fmla="*/ 39302216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04" name="Freeform 1134">
                  <a:extLst>
                    <a:ext uri="{FF2B5EF4-FFF2-40B4-BE49-F238E27FC236}">
                      <a16:creationId xmlns:a16="http://schemas.microsoft.com/office/drawing/2014/main" id="{628AB6FD-35F6-0345-BD13-22EAAF9EC2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257" y="3624470"/>
                  <a:ext cx="2171" cy="11202"/>
                </a:xfrm>
                <a:custGeom>
                  <a:avLst/>
                  <a:gdLst>
                    <a:gd name="T0" fmla="*/ 48903362 w 26"/>
                    <a:gd name="T1" fmla="*/ 33634500 h 147"/>
                    <a:gd name="T2" fmla="*/ 48903362 w 26"/>
                    <a:gd name="T3" fmla="*/ 67263209 h 147"/>
                    <a:gd name="T4" fmla="*/ 0 w 26"/>
                    <a:gd name="T5" fmla="*/ 67263209 h 147"/>
                    <a:gd name="T6" fmla="*/ 48903362 w 26"/>
                    <a:gd name="T7" fmla="*/ 0 h 147"/>
                    <a:gd name="T8" fmla="*/ 48903362 w 26"/>
                    <a:gd name="T9" fmla="*/ 33634500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05" name="Freeform 1135">
                  <a:extLst>
                    <a:ext uri="{FF2B5EF4-FFF2-40B4-BE49-F238E27FC236}">
                      <a16:creationId xmlns:a16="http://schemas.microsoft.com/office/drawing/2014/main" id="{76529D44-B4FD-DE4D-812E-E461A0FCCA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384" y="3578837"/>
                  <a:ext cx="93225" cy="46340"/>
                </a:xfrm>
                <a:custGeom>
                  <a:avLst/>
                  <a:gdLst>
                    <a:gd name="T0" fmla="*/ 395043791 w 1176"/>
                    <a:gd name="T1" fmla="*/ 0 h 606"/>
                    <a:gd name="T2" fmla="*/ 0 w 1176"/>
                    <a:gd name="T3" fmla="*/ 273654982 h 606"/>
                    <a:gd name="T4" fmla="*/ 39357994 w 1176"/>
                    <a:gd name="T5" fmla="*/ 273654982 h 606"/>
                    <a:gd name="T6" fmla="*/ 395043791 w 1176"/>
                    <a:gd name="T7" fmla="*/ 33985420 h 606"/>
                    <a:gd name="T8" fmla="*/ 395043791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06" name="Freeform 1136">
                  <a:extLst>
                    <a:ext uri="{FF2B5EF4-FFF2-40B4-BE49-F238E27FC236}">
                      <a16:creationId xmlns:a16="http://schemas.microsoft.com/office/drawing/2014/main" id="{44CD9A89-0E3B-2C40-8436-71B7526BA6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10642" y="3626829"/>
                  <a:ext cx="190281" cy="53180"/>
                </a:xfrm>
                <a:custGeom>
                  <a:avLst/>
                  <a:gdLst>
                    <a:gd name="T0" fmla="*/ 31829833 w 2532"/>
                    <a:gd name="T1" fmla="*/ 0 h 723"/>
                    <a:gd name="T2" fmla="*/ 31829833 w 2532"/>
                    <a:gd name="T3" fmla="*/ 0 h 723"/>
                    <a:gd name="T4" fmla="*/ 382827787 w 2532"/>
                    <a:gd name="T5" fmla="*/ 175498781 h 723"/>
                    <a:gd name="T6" fmla="*/ 382827787 w 2532"/>
                    <a:gd name="T7" fmla="*/ 175498781 h 723"/>
                    <a:gd name="T8" fmla="*/ 0 w 2532"/>
                    <a:gd name="T9" fmla="*/ 29448186 h 723"/>
                    <a:gd name="T10" fmla="*/ 31829833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07" name="Freeform 1137">
                  <a:extLst>
                    <a:ext uri="{FF2B5EF4-FFF2-40B4-BE49-F238E27FC236}">
                      <a16:creationId xmlns:a16="http://schemas.microsoft.com/office/drawing/2014/main" id="{92BF681C-02FC-8F49-A2CD-8F3446ECE5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00668" y="3623055"/>
                  <a:ext cx="77645" cy="55066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302641137 h 723"/>
                    <a:gd name="T6" fmla="*/ 0 w 2532"/>
                    <a:gd name="T7" fmla="*/ 302641137 h 723"/>
                    <a:gd name="T8" fmla="*/ 0 w 2532"/>
                    <a:gd name="T9" fmla="*/ 33575256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</p:grpSp>
          <p:grpSp>
            <p:nvGrpSpPr>
              <p:cNvPr id="108" name="Group 1139">
                <a:extLst>
                  <a:ext uri="{FF2B5EF4-FFF2-40B4-BE49-F238E27FC236}">
                    <a16:creationId xmlns:a16="http://schemas.microsoft.com/office/drawing/2014/main" id="{904B7C12-C509-8641-BB63-56DEDB95F9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7985622" y="3537823"/>
                <a:ext cx="359261" cy="342045"/>
                <a:chOff x="2839" y="3501"/>
                <a:chExt cx="755" cy="803"/>
              </a:xfrm>
            </p:grpSpPr>
            <p:pic>
              <p:nvPicPr>
                <p:cNvPr id="138" name="Picture 1140" descr="desktop_computer_stylized_medium">
                  <a:extLst>
                    <a:ext uri="{FF2B5EF4-FFF2-40B4-BE49-F238E27FC236}">
                      <a16:creationId xmlns:a16="http://schemas.microsoft.com/office/drawing/2014/main" id="{BDC7F552-21C9-C942-90FF-0162099A3D5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9" name="Freeform 1141">
                  <a:extLst>
                    <a:ext uri="{FF2B5EF4-FFF2-40B4-BE49-F238E27FC236}">
                      <a16:creationId xmlns:a16="http://schemas.microsoft.com/office/drawing/2014/main" id="{654B43BA-608E-5D4D-B11B-71762CFBEE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</p:grpSp>
          <p:grpSp>
            <p:nvGrpSpPr>
              <p:cNvPr id="694" name="Group 693">
                <a:extLst>
                  <a:ext uri="{FF2B5EF4-FFF2-40B4-BE49-F238E27FC236}">
                    <a16:creationId xmlns:a16="http://schemas.microsoft.com/office/drawing/2014/main" id="{14715B6C-9A50-FE4B-A8D2-1E669BF891E3}"/>
                  </a:ext>
                </a:extLst>
              </p:cNvPr>
              <p:cNvGrpSpPr/>
              <p:nvPr/>
            </p:nvGrpSpPr>
            <p:grpSpPr>
              <a:xfrm>
                <a:off x="7797061" y="3296104"/>
                <a:ext cx="347997" cy="396620"/>
                <a:chOff x="7797061" y="3296104"/>
                <a:chExt cx="347997" cy="396620"/>
              </a:xfrm>
            </p:grpSpPr>
            <p:pic>
              <p:nvPicPr>
                <p:cNvPr id="113" name="Picture 571" descr="fridge2.png">
                  <a:extLst>
                    <a:ext uri="{FF2B5EF4-FFF2-40B4-BE49-F238E27FC236}">
                      <a16:creationId xmlns:a16="http://schemas.microsoft.com/office/drawing/2014/main" id="{29DD0F98-F93B-0145-A925-F4125ED490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896825" y="3355697"/>
                  <a:ext cx="189578" cy="3370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4" name="Picture 1115" descr="antenna_stylized">
                  <a:extLst>
                    <a:ext uri="{FF2B5EF4-FFF2-40B4-BE49-F238E27FC236}">
                      <a16:creationId xmlns:a16="http://schemas.microsoft.com/office/drawing/2014/main" id="{C1A64F68-4D16-AE4F-AB60-09D2C0CF0E2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797061" y="329610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795" name="Group 794">
              <a:extLst>
                <a:ext uri="{FF2B5EF4-FFF2-40B4-BE49-F238E27FC236}">
                  <a16:creationId xmlns:a16="http://schemas.microsoft.com/office/drawing/2014/main" id="{AF73DE4B-526E-9C4F-9242-9BC0D43F8CBA}"/>
                </a:ext>
              </a:extLst>
            </p:cNvPr>
            <p:cNvGrpSpPr/>
            <p:nvPr/>
          </p:nvGrpSpPr>
          <p:grpSpPr>
            <a:xfrm>
              <a:off x="11058573" y="3399165"/>
              <a:ext cx="518448" cy="1212242"/>
              <a:chOff x="11058573" y="3399165"/>
              <a:chExt cx="518448" cy="1212242"/>
            </a:xfrm>
          </p:grpSpPr>
          <p:grpSp>
            <p:nvGrpSpPr>
              <p:cNvPr id="375" name="Group 374">
                <a:extLst>
                  <a:ext uri="{FF2B5EF4-FFF2-40B4-BE49-F238E27FC236}">
                    <a16:creationId xmlns:a16="http://schemas.microsoft.com/office/drawing/2014/main" id="{433FEDDB-405E-DB4E-815F-55EE9E62EF1A}"/>
                  </a:ext>
                </a:extLst>
              </p:cNvPr>
              <p:cNvGrpSpPr/>
              <p:nvPr/>
            </p:nvGrpSpPr>
            <p:grpSpPr>
              <a:xfrm>
                <a:off x="11087182" y="415959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376" name="Straight Connector 375">
                  <a:extLst>
                    <a:ext uri="{FF2B5EF4-FFF2-40B4-BE49-F238E27FC236}">
                      <a16:creationId xmlns:a16="http://schemas.microsoft.com/office/drawing/2014/main" id="{1D164102-BE0D-AF40-9A7B-7F2B261B2C20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78" name="Group 377">
                  <a:extLst>
                    <a:ext uri="{FF2B5EF4-FFF2-40B4-BE49-F238E27FC236}">
                      <a16:creationId xmlns:a16="http://schemas.microsoft.com/office/drawing/2014/main" id="{9018E7EF-EB96-424D-962A-FEB80B43946F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379" name="Picture 378" descr="server_rack.png">
                    <a:extLst>
                      <a:ext uri="{FF2B5EF4-FFF2-40B4-BE49-F238E27FC236}">
                        <a16:creationId xmlns:a16="http://schemas.microsoft.com/office/drawing/2014/main" id="{C865CB27-BCE1-654B-9519-9B39D4CB587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80" name="Picture 379" descr="server_rack.png">
                    <a:extLst>
                      <a:ext uri="{FF2B5EF4-FFF2-40B4-BE49-F238E27FC236}">
                        <a16:creationId xmlns:a16="http://schemas.microsoft.com/office/drawing/2014/main" id="{41D005B5-0BAE-3E48-A2D4-576E4F7B946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81" name="Picture 380" descr="server_rack.png">
                    <a:extLst>
                      <a:ext uri="{FF2B5EF4-FFF2-40B4-BE49-F238E27FC236}">
                        <a16:creationId xmlns:a16="http://schemas.microsoft.com/office/drawing/2014/main" id="{89060F4D-6C40-724C-BD1E-F12A5CA65DE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392" name="Group 391">
                <a:extLst>
                  <a:ext uri="{FF2B5EF4-FFF2-40B4-BE49-F238E27FC236}">
                    <a16:creationId xmlns:a16="http://schemas.microsoft.com/office/drawing/2014/main" id="{710FDFDB-5658-6346-883B-53F72A0E1C90}"/>
                  </a:ext>
                </a:extLst>
              </p:cNvPr>
              <p:cNvGrpSpPr/>
              <p:nvPr/>
            </p:nvGrpSpPr>
            <p:grpSpPr>
              <a:xfrm>
                <a:off x="11058573" y="339916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393" name="Straight Connector 392">
                  <a:extLst>
                    <a:ext uri="{FF2B5EF4-FFF2-40B4-BE49-F238E27FC236}">
                      <a16:creationId xmlns:a16="http://schemas.microsoft.com/office/drawing/2014/main" id="{21121473-8384-8944-A0B5-DD441780262C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5" name="Group 394">
                  <a:extLst>
                    <a:ext uri="{FF2B5EF4-FFF2-40B4-BE49-F238E27FC236}">
                      <a16:creationId xmlns:a16="http://schemas.microsoft.com/office/drawing/2014/main" id="{11366773-360A-0449-911A-80462659C660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396" name="Picture 395" descr="server_rack.png">
                    <a:extLst>
                      <a:ext uri="{FF2B5EF4-FFF2-40B4-BE49-F238E27FC236}">
                        <a16:creationId xmlns:a16="http://schemas.microsoft.com/office/drawing/2014/main" id="{361EFF3D-6A1F-2646-B975-1FACB4284FB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97" name="Picture 396" descr="server_rack.png">
                    <a:extLst>
                      <a:ext uri="{FF2B5EF4-FFF2-40B4-BE49-F238E27FC236}">
                        <a16:creationId xmlns:a16="http://schemas.microsoft.com/office/drawing/2014/main" id="{E83F8942-DE11-A747-A5A4-EDFBB17BFC8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98" name="Picture 397" descr="server_rack.png">
                    <a:extLst>
                      <a:ext uri="{FF2B5EF4-FFF2-40B4-BE49-F238E27FC236}">
                        <a16:creationId xmlns:a16="http://schemas.microsoft.com/office/drawing/2014/main" id="{300ED1AC-F5EE-3C49-B963-42178C24340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796" name="Group 795">
              <a:extLst>
                <a:ext uri="{FF2B5EF4-FFF2-40B4-BE49-F238E27FC236}">
                  <a16:creationId xmlns:a16="http://schemas.microsoft.com/office/drawing/2014/main" id="{2287FB5D-0F91-9741-8D3A-0A38C2D4142B}"/>
                </a:ext>
              </a:extLst>
            </p:cNvPr>
            <p:cNvGrpSpPr/>
            <p:nvPr/>
          </p:nvGrpSpPr>
          <p:grpSpPr>
            <a:xfrm>
              <a:off x="7767607" y="4870841"/>
              <a:ext cx="2692126" cy="1260456"/>
              <a:chOff x="7767607" y="4870841"/>
              <a:chExt cx="2692126" cy="1260456"/>
            </a:xfrm>
          </p:grpSpPr>
          <p:grpSp>
            <p:nvGrpSpPr>
              <p:cNvPr id="71" name="Group 950">
                <a:extLst>
                  <a:ext uri="{FF2B5EF4-FFF2-40B4-BE49-F238E27FC236}">
                    <a16:creationId xmlns:a16="http://schemas.microsoft.com/office/drawing/2014/main" id="{2B0A745F-DA32-E140-AB36-BC5E1C4E2D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82541" y="5244631"/>
                <a:ext cx="177192" cy="330833"/>
                <a:chOff x="4140" y="429"/>
                <a:chExt cx="1425" cy="2396"/>
              </a:xfrm>
            </p:grpSpPr>
            <p:sp>
              <p:nvSpPr>
                <p:cNvPr id="207" name="Freeform 951">
                  <a:extLst>
                    <a:ext uri="{FF2B5EF4-FFF2-40B4-BE49-F238E27FC236}">
                      <a16:creationId xmlns:a16="http://schemas.microsoft.com/office/drawing/2014/main" id="{12CB3660-4D63-014F-8CC9-FDFB8140AB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08" name="Rectangle 952">
                  <a:extLst>
                    <a:ext uri="{FF2B5EF4-FFF2-40B4-BE49-F238E27FC236}">
                      <a16:creationId xmlns:a16="http://schemas.microsoft.com/office/drawing/2014/main" id="{EFE1382F-B768-3541-8BD1-06AB71BFA8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9" name="Freeform 953">
                  <a:extLst>
                    <a:ext uri="{FF2B5EF4-FFF2-40B4-BE49-F238E27FC236}">
                      <a16:creationId xmlns:a16="http://schemas.microsoft.com/office/drawing/2014/main" id="{FB363E8F-CA06-2449-A66C-B147358943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10" name="Freeform 954">
                  <a:extLst>
                    <a:ext uri="{FF2B5EF4-FFF2-40B4-BE49-F238E27FC236}">
                      <a16:creationId xmlns:a16="http://schemas.microsoft.com/office/drawing/2014/main" id="{8A74E36A-A735-7440-A2B1-55846B516D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11" name="Rectangle 955">
                  <a:extLst>
                    <a:ext uri="{FF2B5EF4-FFF2-40B4-BE49-F238E27FC236}">
                      <a16:creationId xmlns:a16="http://schemas.microsoft.com/office/drawing/2014/main" id="{FC433BF5-02C8-F540-AE86-53BF569600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12" name="Group 956">
                  <a:extLst>
                    <a:ext uri="{FF2B5EF4-FFF2-40B4-BE49-F238E27FC236}">
                      <a16:creationId xmlns:a16="http://schemas.microsoft.com/office/drawing/2014/main" id="{969A0B36-D994-A24C-8329-146363A51CA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37" name="AutoShape 957">
                    <a:extLst>
                      <a:ext uri="{FF2B5EF4-FFF2-40B4-BE49-F238E27FC236}">
                        <a16:creationId xmlns:a16="http://schemas.microsoft.com/office/drawing/2014/main" id="{75A7B329-681F-2B4A-8470-FC0231FE257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8" name="AutoShape 958">
                    <a:extLst>
                      <a:ext uri="{FF2B5EF4-FFF2-40B4-BE49-F238E27FC236}">
                        <a16:creationId xmlns:a16="http://schemas.microsoft.com/office/drawing/2014/main" id="{197CEF08-20F4-5741-AC2B-1EBB072FA5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13" name="Rectangle 959">
                  <a:extLst>
                    <a:ext uri="{FF2B5EF4-FFF2-40B4-BE49-F238E27FC236}">
                      <a16:creationId xmlns:a16="http://schemas.microsoft.com/office/drawing/2014/main" id="{775AA9F7-199B-ED4C-B422-5E1B766FBA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14" name="Group 960">
                  <a:extLst>
                    <a:ext uri="{FF2B5EF4-FFF2-40B4-BE49-F238E27FC236}">
                      <a16:creationId xmlns:a16="http://schemas.microsoft.com/office/drawing/2014/main" id="{4EED0C22-3BA6-E24F-B528-BF018CB34F5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35" name="AutoShape 961">
                    <a:extLst>
                      <a:ext uri="{FF2B5EF4-FFF2-40B4-BE49-F238E27FC236}">
                        <a16:creationId xmlns:a16="http://schemas.microsoft.com/office/drawing/2014/main" id="{FE30D28F-02DD-D041-8551-45D9D2836E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6" name="AutoShape 962">
                    <a:extLst>
                      <a:ext uri="{FF2B5EF4-FFF2-40B4-BE49-F238E27FC236}">
                        <a16:creationId xmlns:a16="http://schemas.microsoft.com/office/drawing/2014/main" id="{92F33680-18D6-7C4A-88C2-46C4FA3D08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15" name="Rectangle 963">
                  <a:extLst>
                    <a:ext uri="{FF2B5EF4-FFF2-40B4-BE49-F238E27FC236}">
                      <a16:creationId xmlns:a16="http://schemas.microsoft.com/office/drawing/2014/main" id="{A0014856-A5F8-544F-98BE-B1D6878A67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6" name="Rectangle 964">
                  <a:extLst>
                    <a:ext uri="{FF2B5EF4-FFF2-40B4-BE49-F238E27FC236}">
                      <a16:creationId xmlns:a16="http://schemas.microsoft.com/office/drawing/2014/main" id="{0E6FC61A-EACA-7D4E-9AA7-C7690D0936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17" name="Group 965">
                  <a:extLst>
                    <a:ext uri="{FF2B5EF4-FFF2-40B4-BE49-F238E27FC236}">
                      <a16:creationId xmlns:a16="http://schemas.microsoft.com/office/drawing/2014/main" id="{CF083CE2-2403-FD4E-8F7D-758E7F67FF5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33" name="AutoShape 966">
                    <a:extLst>
                      <a:ext uri="{FF2B5EF4-FFF2-40B4-BE49-F238E27FC236}">
                        <a16:creationId xmlns:a16="http://schemas.microsoft.com/office/drawing/2014/main" id="{5ED8E2CD-DB59-0040-9493-378A5D7DF1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4" name="AutoShape 967">
                    <a:extLst>
                      <a:ext uri="{FF2B5EF4-FFF2-40B4-BE49-F238E27FC236}">
                        <a16:creationId xmlns:a16="http://schemas.microsoft.com/office/drawing/2014/main" id="{F249F021-1652-2041-9D37-82D9ADAF20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18" name="Freeform 968">
                  <a:extLst>
                    <a:ext uri="{FF2B5EF4-FFF2-40B4-BE49-F238E27FC236}">
                      <a16:creationId xmlns:a16="http://schemas.microsoft.com/office/drawing/2014/main" id="{2DA20985-B59E-DD4F-B452-9726DAD28D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grpSp>
              <p:nvGrpSpPr>
                <p:cNvPr id="219" name="Group 969">
                  <a:extLst>
                    <a:ext uri="{FF2B5EF4-FFF2-40B4-BE49-F238E27FC236}">
                      <a16:creationId xmlns:a16="http://schemas.microsoft.com/office/drawing/2014/main" id="{68489279-23CF-FB42-9AE3-CAB3A000B96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31" name="AutoShape 970">
                    <a:extLst>
                      <a:ext uri="{FF2B5EF4-FFF2-40B4-BE49-F238E27FC236}">
                        <a16:creationId xmlns:a16="http://schemas.microsoft.com/office/drawing/2014/main" id="{12532EDD-6029-FD41-90A0-EB4B9A3B8C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2" name="AutoShape 971">
                    <a:extLst>
                      <a:ext uri="{FF2B5EF4-FFF2-40B4-BE49-F238E27FC236}">
                        <a16:creationId xmlns:a16="http://schemas.microsoft.com/office/drawing/2014/main" id="{2ADE9625-767F-5247-8211-3638BECC987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20" name="Rectangle 972">
                  <a:extLst>
                    <a:ext uri="{FF2B5EF4-FFF2-40B4-BE49-F238E27FC236}">
                      <a16:creationId xmlns:a16="http://schemas.microsoft.com/office/drawing/2014/main" id="{71E52DA0-9A54-7744-90B9-E438CBE00C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1" name="Freeform 973">
                  <a:extLst>
                    <a:ext uri="{FF2B5EF4-FFF2-40B4-BE49-F238E27FC236}">
                      <a16:creationId xmlns:a16="http://schemas.microsoft.com/office/drawing/2014/main" id="{D950FAED-4EC6-7B4B-AFA5-CA2701F74D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22" name="Freeform 974">
                  <a:extLst>
                    <a:ext uri="{FF2B5EF4-FFF2-40B4-BE49-F238E27FC236}">
                      <a16:creationId xmlns:a16="http://schemas.microsoft.com/office/drawing/2014/main" id="{55AF3FE0-BBE4-A74C-A9EF-B8F3AA7A0D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23" name="Oval 975">
                  <a:extLst>
                    <a:ext uri="{FF2B5EF4-FFF2-40B4-BE49-F238E27FC236}">
                      <a16:creationId xmlns:a16="http://schemas.microsoft.com/office/drawing/2014/main" id="{AC808981-49D6-D840-800C-F21BB91061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4" name="Freeform 976">
                  <a:extLst>
                    <a:ext uri="{FF2B5EF4-FFF2-40B4-BE49-F238E27FC236}">
                      <a16:creationId xmlns:a16="http://schemas.microsoft.com/office/drawing/2014/main" id="{EBD04B6D-F8F6-FE45-BBD9-3CFFE7B287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25" name="AutoShape 977">
                  <a:extLst>
                    <a:ext uri="{FF2B5EF4-FFF2-40B4-BE49-F238E27FC236}">
                      <a16:creationId xmlns:a16="http://schemas.microsoft.com/office/drawing/2014/main" id="{EB968B78-CEDA-2949-925F-D6EE71A8ED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" name="AutoShape 978">
                  <a:extLst>
                    <a:ext uri="{FF2B5EF4-FFF2-40B4-BE49-F238E27FC236}">
                      <a16:creationId xmlns:a16="http://schemas.microsoft.com/office/drawing/2014/main" id="{6127245D-2639-C841-ABBD-0A2EB87194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" name="Oval 979">
                  <a:extLst>
                    <a:ext uri="{FF2B5EF4-FFF2-40B4-BE49-F238E27FC236}">
                      <a16:creationId xmlns:a16="http://schemas.microsoft.com/office/drawing/2014/main" id="{CBCE7727-73A7-814E-B244-E80EED405F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8" name="Oval 980">
                  <a:extLst>
                    <a:ext uri="{FF2B5EF4-FFF2-40B4-BE49-F238E27FC236}">
                      <a16:creationId xmlns:a16="http://schemas.microsoft.com/office/drawing/2014/main" id="{7A66ECF6-DDAE-2842-92B5-EA8F14A121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35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9" name="Oval 981">
                  <a:extLst>
                    <a:ext uri="{FF2B5EF4-FFF2-40B4-BE49-F238E27FC236}">
                      <a16:creationId xmlns:a16="http://schemas.microsoft.com/office/drawing/2014/main" id="{5A97568E-F028-FD44-8E47-C92EC6C012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30" name="Rectangle 982">
                  <a:extLst>
                    <a:ext uri="{FF2B5EF4-FFF2-40B4-BE49-F238E27FC236}">
                      <a16:creationId xmlns:a16="http://schemas.microsoft.com/office/drawing/2014/main" id="{A834B858-68E5-0D45-8391-2A0A996FA3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794" name="Group 793">
                <a:extLst>
                  <a:ext uri="{FF2B5EF4-FFF2-40B4-BE49-F238E27FC236}">
                    <a16:creationId xmlns:a16="http://schemas.microsoft.com/office/drawing/2014/main" id="{418A016B-3865-5C4A-BF54-A4D433F011BA}"/>
                  </a:ext>
                </a:extLst>
              </p:cNvPr>
              <p:cNvGrpSpPr/>
              <p:nvPr/>
            </p:nvGrpSpPr>
            <p:grpSpPr>
              <a:xfrm>
                <a:off x="7767607" y="4870841"/>
                <a:ext cx="2080029" cy="1260456"/>
                <a:chOff x="7767607" y="4870841"/>
                <a:chExt cx="2080029" cy="1260456"/>
              </a:xfrm>
            </p:grpSpPr>
            <p:grpSp>
              <p:nvGrpSpPr>
                <p:cNvPr id="44" name="Group 590">
                  <a:extLst>
                    <a:ext uri="{FF2B5EF4-FFF2-40B4-BE49-F238E27FC236}">
                      <a16:creationId xmlns:a16="http://schemas.microsoft.com/office/drawing/2014/main" id="{2648262B-E78D-1D4B-B3FD-3AE9CD5C321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7974481" y="4870841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367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35FBE2DB-60A7-B340-A5BB-B3699CCC02B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68" name="Freeform 592">
                    <a:extLst>
                      <a:ext uri="{FF2B5EF4-FFF2-40B4-BE49-F238E27FC236}">
                        <a16:creationId xmlns:a16="http://schemas.microsoft.com/office/drawing/2014/main" id="{0263E665-BF2A-2F4A-ADA8-20F44C3127A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050"/>
                  </a:p>
                </p:txBody>
              </p:sp>
            </p:grpSp>
            <p:grpSp>
              <p:nvGrpSpPr>
                <p:cNvPr id="90" name="Group 1064">
                  <a:extLst>
                    <a:ext uri="{FF2B5EF4-FFF2-40B4-BE49-F238E27FC236}">
                      <a16:creationId xmlns:a16="http://schemas.microsoft.com/office/drawing/2014/main" id="{1E483C21-97F2-6C41-9217-2187E09B541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5307" y="5823489"/>
                  <a:ext cx="310186" cy="307808"/>
                  <a:chOff x="877" y="1008"/>
                  <a:chExt cx="2747" cy="2591"/>
                </a:xfrm>
              </p:grpSpPr>
              <p:pic>
                <p:nvPicPr>
                  <p:cNvPr id="146" name="Picture 1065" descr="antenna_stylized">
                    <a:extLst>
                      <a:ext uri="{FF2B5EF4-FFF2-40B4-BE49-F238E27FC236}">
                        <a16:creationId xmlns:a16="http://schemas.microsoft.com/office/drawing/2014/main" id="{EC1E8FF9-A5AB-904A-91B8-DF493826053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147" name="Picture 1066" descr="laptop_keyboard">
                    <a:extLst>
                      <a:ext uri="{FF2B5EF4-FFF2-40B4-BE49-F238E27FC236}">
                        <a16:creationId xmlns:a16="http://schemas.microsoft.com/office/drawing/2014/main" id="{71E89937-428E-3447-B221-C34E0D71ACE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rot="109064" flipH="1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48" name="Freeform 1067">
                    <a:extLst>
                      <a:ext uri="{FF2B5EF4-FFF2-40B4-BE49-F238E27FC236}">
                        <a16:creationId xmlns:a16="http://schemas.microsoft.com/office/drawing/2014/main" id="{43C21467-3265-FC4F-AF31-44A0281634B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3" y="1603"/>
                    <a:ext cx="1807" cy="1322"/>
                  </a:xfrm>
                  <a:custGeom>
                    <a:avLst/>
                    <a:gdLst>
                      <a:gd name="T0" fmla="*/ 1 w 2982"/>
                      <a:gd name="T1" fmla="*/ 0 h 2442"/>
                      <a:gd name="T2" fmla="*/ 0 w 2982"/>
                      <a:gd name="T3" fmla="*/ 1 h 2442"/>
                      <a:gd name="T4" fmla="*/ 2 w 2982"/>
                      <a:gd name="T5" fmla="*/ 1 h 2442"/>
                      <a:gd name="T6" fmla="*/ 2 w 2982"/>
                      <a:gd name="T7" fmla="*/ 1 h 2442"/>
                      <a:gd name="T8" fmla="*/ 1 w 2982"/>
                      <a:gd name="T9" fmla="*/ 0 h 24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82"/>
                      <a:gd name="T16" fmla="*/ 0 h 2442"/>
                      <a:gd name="T17" fmla="*/ 2982 w 2982"/>
                      <a:gd name="T18" fmla="*/ 2442 h 24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82" h="244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pic>
                <p:nvPicPr>
                  <p:cNvPr id="149" name="Picture 1068" descr="screen">
                    <a:extLst>
                      <a:ext uri="{FF2B5EF4-FFF2-40B4-BE49-F238E27FC236}">
                        <a16:creationId xmlns:a16="http://schemas.microsoft.com/office/drawing/2014/main" id="{9868250A-D477-2944-B0F8-A7DE63DA469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50" name="Freeform 1069">
                    <a:extLst>
                      <a:ext uri="{FF2B5EF4-FFF2-40B4-BE49-F238E27FC236}">
                        <a16:creationId xmlns:a16="http://schemas.microsoft.com/office/drawing/2014/main" id="{A4015B9E-FE1F-594E-AFA2-A5277482EA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82" y="1564"/>
                    <a:ext cx="1531" cy="246"/>
                  </a:xfrm>
                  <a:custGeom>
                    <a:avLst/>
                    <a:gdLst>
                      <a:gd name="T0" fmla="*/ 1 w 2528"/>
                      <a:gd name="T1" fmla="*/ 0 h 455"/>
                      <a:gd name="T2" fmla="*/ 2 w 2528"/>
                      <a:gd name="T3" fmla="*/ 1 h 455"/>
                      <a:gd name="T4" fmla="*/ 2 w 2528"/>
                      <a:gd name="T5" fmla="*/ 1 h 455"/>
                      <a:gd name="T6" fmla="*/ 0 w 2528"/>
                      <a:gd name="T7" fmla="*/ 1 h 455"/>
                      <a:gd name="T8" fmla="*/ 1 w 2528"/>
                      <a:gd name="T9" fmla="*/ 0 h 45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28"/>
                      <a:gd name="T16" fmla="*/ 0 h 455"/>
                      <a:gd name="T17" fmla="*/ 2528 w 2528"/>
                      <a:gd name="T18" fmla="*/ 455 h 45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28" h="455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51" name="Freeform 1070">
                    <a:extLst>
                      <a:ext uri="{FF2B5EF4-FFF2-40B4-BE49-F238E27FC236}">
                        <a16:creationId xmlns:a16="http://schemas.microsoft.com/office/drawing/2014/main" id="{1D5AA9CA-3334-2341-A3C4-E983724886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7" y="1562"/>
                    <a:ext cx="425" cy="1024"/>
                  </a:xfrm>
                  <a:custGeom>
                    <a:avLst/>
                    <a:gdLst>
                      <a:gd name="T0" fmla="*/ 1 w 702"/>
                      <a:gd name="T1" fmla="*/ 0 h 1893"/>
                      <a:gd name="T2" fmla="*/ 0 w 702"/>
                      <a:gd name="T3" fmla="*/ 1 h 1893"/>
                      <a:gd name="T4" fmla="*/ 1 w 702"/>
                      <a:gd name="T5" fmla="*/ 1 h 1893"/>
                      <a:gd name="T6" fmla="*/ 1 w 702"/>
                      <a:gd name="T7" fmla="*/ 1 h 1893"/>
                      <a:gd name="T8" fmla="*/ 1 w 702"/>
                      <a:gd name="T9" fmla="*/ 0 h 189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02"/>
                      <a:gd name="T16" fmla="*/ 0 h 1893"/>
                      <a:gd name="T17" fmla="*/ 702 w 702"/>
                      <a:gd name="T18" fmla="*/ 1893 h 189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02" h="1893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52" name="Freeform 1071">
                    <a:extLst>
                      <a:ext uri="{FF2B5EF4-FFF2-40B4-BE49-F238E27FC236}">
                        <a16:creationId xmlns:a16="http://schemas.microsoft.com/office/drawing/2014/main" id="{408815EA-3342-2D4A-AB4D-6A6AD669E0A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44" y="1745"/>
                    <a:ext cx="458" cy="1182"/>
                  </a:xfrm>
                  <a:custGeom>
                    <a:avLst/>
                    <a:gdLst>
                      <a:gd name="T0" fmla="*/ 1 w 756"/>
                      <a:gd name="T1" fmla="*/ 0 h 2184"/>
                      <a:gd name="T2" fmla="*/ 1 w 756"/>
                      <a:gd name="T3" fmla="*/ 1 h 2184"/>
                      <a:gd name="T4" fmla="*/ 0 w 756"/>
                      <a:gd name="T5" fmla="*/ 1 h 2184"/>
                      <a:gd name="T6" fmla="*/ 1 w 756"/>
                      <a:gd name="T7" fmla="*/ 1 h 2184"/>
                      <a:gd name="T8" fmla="*/ 1 w 756"/>
                      <a:gd name="T9" fmla="*/ 0 h 21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6"/>
                      <a:gd name="T16" fmla="*/ 0 h 2184"/>
                      <a:gd name="T17" fmla="*/ 756 w 756"/>
                      <a:gd name="T18" fmla="*/ 2184 h 21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6" h="2184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53" name="Freeform 1072">
                    <a:extLst>
                      <a:ext uri="{FF2B5EF4-FFF2-40B4-BE49-F238E27FC236}">
                        <a16:creationId xmlns:a16="http://schemas.microsoft.com/office/drawing/2014/main" id="{180DED07-429A-A242-A9E3-1BBEEAF42B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2" y="2534"/>
                    <a:ext cx="1680" cy="399"/>
                  </a:xfrm>
                  <a:custGeom>
                    <a:avLst/>
                    <a:gdLst>
                      <a:gd name="T0" fmla="*/ 1 w 2773"/>
                      <a:gd name="T1" fmla="*/ 0 h 738"/>
                      <a:gd name="T2" fmla="*/ 0 w 2773"/>
                      <a:gd name="T3" fmla="*/ 1 h 738"/>
                      <a:gd name="T4" fmla="*/ 2 w 2773"/>
                      <a:gd name="T5" fmla="*/ 1 h 738"/>
                      <a:gd name="T6" fmla="*/ 2 w 2773"/>
                      <a:gd name="T7" fmla="*/ 1 h 738"/>
                      <a:gd name="T8" fmla="*/ 1 w 2773"/>
                      <a:gd name="T9" fmla="*/ 0 h 73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3"/>
                      <a:gd name="T16" fmla="*/ 0 h 738"/>
                      <a:gd name="T17" fmla="*/ 2773 w 2773"/>
                      <a:gd name="T18" fmla="*/ 738 h 73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3" h="738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CC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54" name="Freeform 1073">
                    <a:extLst>
                      <a:ext uri="{FF2B5EF4-FFF2-40B4-BE49-F238E27FC236}">
                        <a16:creationId xmlns:a16="http://schemas.microsoft.com/office/drawing/2014/main" id="{A86B5E1C-D4A7-804E-9345-DD2099CCFCD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5" y="1755"/>
                    <a:ext cx="429" cy="1187"/>
                  </a:xfrm>
                  <a:custGeom>
                    <a:avLst/>
                    <a:gdLst>
                      <a:gd name="T0" fmla="*/ 2 w 637"/>
                      <a:gd name="T1" fmla="*/ 0 h 1659"/>
                      <a:gd name="T2" fmla="*/ 2 w 637"/>
                      <a:gd name="T3" fmla="*/ 0 h 1659"/>
                      <a:gd name="T4" fmla="*/ 1 w 637"/>
                      <a:gd name="T5" fmla="*/ 15 h 1659"/>
                      <a:gd name="T6" fmla="*/ 0 w 637"/>
                      <a:gd name="T7" fmla="*/ 15 h 1659"/>
                      <a:gd name="T8" fmla="*/ 2 w 637"/>
                      <a:gd name="T9" fmla="*/ 0 h 16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7"/>
                      <a:gd name="T16" fmla="*/ 0 h 1659"/>
                      <a:gd name="T17" fmla="*/ 637 w 637"/>
                      <a:gd name="T18" fmla="*/ 1659 h 16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7" h="1659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55" name="Freeform 1074">
                    <a:extLst>
                      <a:ext uri="{FF2B5EF4-FFF2-40B4-BE49-F238E27FC236}">
                        <a16:creationId xmlns:a16="http://schemas.microsoft.com/office/drawing/2014/main" id="{278E44FF-9118-764F-B154-D54B6D0889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4" y="2587"/>
                    <a:ext cx="1494" cy="394"/>
                  </a:xfrm>
                  <a:custGeom>
                    <a:avLst/>
                    <a:gdLst>
                      <a:gd name="T0" fmla="*/ 0 w 2216"/>
                      <a:gd name="T1" fmla="*/ 0 h 550"/>
                      <a:gd name="T2" fmla="*/ 1 w 2216"/>
                      <a:gd name="T3" fmla="*/ 1 h 550"/>
                      <a:gd name="T4" fmla="*/ 9 w 2216"/>
                      <a:gd name="T5" fmla="*/ 5 h 550"/>
                      <a:gd name="T6" fmla="*/ 9 w 2216"/>
                      <a:gd name="T7" fmla="*/ 4 h 550"/>
                      <a:gd name="T8" fmla="*/ 0 w 2216"/>
                      <a:gd name="T9" fmla="*/ 0 h 5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16"/>
                      <a:gd name="T16" fmla="*/ 0 h 550"/>
                      <a:gd name="T17" fmla="*/ 2216 w 2216"/>
                      <a:gd name="T18" fmla="*/ 550 h 5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16" h="550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grpSp>
                <p:nvGrpSpPr>
                  <p:cNvPr id="156" name="Group 1075">
                    <a:extLst>
                      <a:ext uri="{FF2B5EF4-FFF2-40B4-BE49-F238E27FC236}">
                        <a16:creationId xmlns:a16="http://schemas.microsoft.com/office/drawing/2014/main" id="{B07A4D51-63EA-ED46-9283-3C066C8F805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163" name="Freeform 1076">
                      <a:extLst>
                        <a:ext uri="{FF2B5EF4-FFF2-40B4-BE49-F238E27FC236}">
                          <a16:creationId xmlns:a16="http://schemas.microsoft.com/office/drawing/2014/main" id="{362CE3DF-6498-9044-80D1-5B57C954BCF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40" y="2642"/>
                      <a:ext cx="752" cy="327"/>
                    </a:xfrm>
                    <a:custGeom>
                      <a:avLst/>
                      <a:gdLst>
                        <a:gd name="T0" fmla="*/ 293 w 752"/>
                        <a:gd name="T1" fmla="*/ 0 h 327"/>
                        <a:gd name="T2" fmla="*/ 752 w 752"/>
                        <a:gd name="T3" fmla="*/ 124 h 327"/>
                        <a:gd name="T4" fmla="*/ 470 w 752"/>
                        <a:gd name="T5" fmla="*/ 327 h 327"/>
                        <a:gd name="T6" fmla="*/ 0 w 752"/>
                        <a:gd name="T7" fmla="*/ 183 h 327"/>
                        <a:gd name="T8" fmla="*/ 293 w 752"/>
                        <a:gd name="T9" fmla="*/ 0 h 32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52"/>
                        <a:gd name="T16" fmla="*/ 0 h 327"/>
                        <a:gd name="T17" fmla="*/ 752 w 752"/>
                        <a:gd name="T18" fmla="*/ 327 h 32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52" h="327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1050"/>
                    </a:p>
                  </p:txBody>
                </p:sp>
                <p:sp>
                  <p:nvSpPr>
                    <p:cNvPr id="164" name="Freeform 1077">
                      <a:extLst>
                        <a:ext uri="{FF2B5EF4-FFF2-40B4-BE49-F238E27FC236}">
                          <a16:creationId xmlns:a16="http://schemas.microsoft.com/office/drawing/2014/main" id="{232B6CC8-39FA-8E41-89F9-D454D1953B0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54" y="2649"/>
                      <a:ext cx="726" cy="311"/>
                    </a:xfrm>
                    <a:custGeom>
                      <a:avLst/>
                      <a:gdLst>
                        <a:gd name="T0" fmla="*/ 282 w 726"/>
                        <a:gd name="T1" fmla="*/ 0 h 311"/>
                        <a:gd name="T2" fmla="*/ 726 w 726"/>
                        <a:gd name="T3" fmla="*/ 119 h 311"/>
                        <a:gd name="T4" fmla="*/ 457 w 726"/>
                        <a:gd name="T5" fmla="*/ 311 h 311"/>
                        <a:gd name="T6" fmla="*/ 0 w 726"/>
                        <a:gd name="T7" fmla="*/ 173 h 311"/>
                        <a:gd name="T8" fmla="*/ 282 w 726"/>
                        <a:gd name="T9" fmla="*/ 0 h 311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26"/>
                        <a:gd name="T16" fmla="*/ 0 h 311"/>
                        <a:gd name="T17" fmla="*/ 726 w 726"/>
                        <a:gd name="T18" fmla="*/ 311 h 311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26" h="311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1050"/>
                    </a:p>
                  </p:txBody>
                </p:sp>
                <p:sp>
                  <p:nvSpPr>
                    <p:cNvPr id="165" name="Freeform 1078">
                      <a:extLst>
                        <a:ext uri="{FF2B5EF4-FFF2-40B4-BE49-F238E27FC236}">
                          <a16:creationId xmlns:a16="http://schemas.microsoft.com/office/drawing/2014/main" id="{14BE6CD7-1B00-AE45-A0A2-B46139077D1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808" y="2770"/>
                      <a:ext cx="258" cy="100"/>
                    </a:xfrm>
                    <a:custGeom>
                      <a:avLst/>
                      <a:gdLst>
                        <a:gd name="T0" fmla="*/ 0 w 258"/>
                        <a:gd name="T1" fmla="*/ 44 h 100"/>
                        <a:gd name="T2" fmla="*/ 75 w 258"/>
                        <a:gd name="T3" fmla="*/ 0 h 100"/>
                        <a:gd name="T4" fmla="*/ 258 w 258"/>
                        <a:gd name="T5" fmla="*/ 50 h 100"/>
                        <a:gd name="T6" fmla="*/ 183 w 258"/>
                        <a:gd name="T7" fmla="*/ 100 h 100"/>
                        <a:gd name="T8" fmla="*/ 0 w 258"/>
                        <a:gd name="T9" fmla="*/ 44 h 10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0"/>
                        <a:gd name="T17" fmla="*/ 258 w 258"/>
                        <a:gd name="T18" fmla="*/ 100 h 10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0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1050"/>
                    </a:p>
                  </p:txBody>
                </p:sp>
                <p:sp>
                  <p:nvSpPr>
                    <p:cNvPr id="166" name="Freeform 1079">
                      <a:extLst>
                        <a:ext uri="{FF2B5EF4-FFF2-40B4-BE49-F238E27FC236}">
                          <a16:creationId xmlns:a16="http://schemas.microsoft.com/office/drawing/2014/main" id="{17D2993A-DA09-154C-81CE-F00D6DF0DB0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99" y="2816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1050"/>
                    </a:p>
                  </p:txBody>
                </p:sp>
                <p:sp>
                  <p:nvSpPr>
                    <p:cNvPr id="167" name="Freeform 1080">
                      <a:extLst>
                        <a:ext uri="{FF2B5EF4-FFF2-40B4-BE49-F238E27FC236}">
                          <a16:creationId xmlns:a16="http://schemas.microsoft.com/office/drawing/2014/main" id="{AD580132-3A72-CF47-B834-B58CA201F7F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20" y="2834"/>
                      <a:ext cx="258" cy="102"/>
                    </a:xfrm>
                    <a:custGeom>
                      <a:avLst/>
                      <a:gdLst>
                        <a:gd name="T0" fmla="*/ 0 w 258"/>
                        <a:gd name="T1" fmla="*/ 46 h 102"/>
                        <a:gd name="T2" fmla="*/ 71 w 258"/>
                        <a:gd name="T3" fmla="*/ 0 h 102"/>
                        <a:gd name="T4" fmla="*/ 258 w 258"/>
                        <a:gd name="T5" fmla="*/ 52 h 102"/>
                        <a:gd name="T6" fmla="*/ 183 w 258"/>
                        <a:gd name="T7" fmla="*/ 102 h 102"/>
                        <a:gd name="T8" fmla="*/ 0 w 258"/>
                        <a:gd name="T9" fmla="*/ 46 h 10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2"/>
                        <a:gd name="T17" fmla="*/ 258 w 258"/>
                        <a:gd name="T18" fmla="*/ 102 h 10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2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1050"/>
                    </a:p>
                  </p:txBody>
                </p:sp>
                <p:sp>
                  <p:nvSpPr>
                    <p:cNvPr id="168" name="Freeform 1081">
                      <a:extLst>
                        <a:ext uri="{FF2B5EF4-FFF2-40B4-BE49-F238E27FC236}">
                          <a16:creationId xmlns:a16="http://schemas.microsoft.com/office/drawing/2014/main" id="{E900C928-6E45-6449-A6C9-3DBE801B01A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11" y="2882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1050"/>
                    </a:p>
                  </p:txBody>
                </p:sp>
              </p:grpSp>
              <p:sp>
                <p:nvSpPr>
                  <p:cNvPr id="157" name="Freeform 1082">
                    <a:extLst>
                      <a:ext uri="{FF2B5EF4-FFF2-40B4-BE49-F238E27FC236}">
                        <a16:creationId xmlns:a16="http://schemas.microsoft.com/office/drawing/2014/main" id="{1ECD1A08-63F7-2B4E-84E4-3FA628039E8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77" y="3043"/>
                    <a:ext cx="614" cy="514"/>
                  </a:xfrm>
                  <a:custGeom>
                    <a:avLst/>
                    <a:gdLst>
                      <a:gd name="T0" fmla="*/ 1 w 990"/>
                      <a:gd name="T1" fmla="*/ 2 h 792"/>
                      <a:gd name="T2" fmla="*/ 1 w 990"/>
                      <a:gd name="T3" fmla="*/ 0 h 792"/>
                      <a:gd name="T4" fmla="*/ 1 w 990"/>
                      <a:gd name="T5" fmla="*/ 1 h 792"/>
                      <a:gd name="T6" fmla="*/ 0 w 990"/>
                      <a:gd name="T7" fmla="*/ 2 h 792"/>
                      <a:gd name="T8" fmla="*/ 1 w 990"/>
                      <a:gd name="T9" fmla="*/ 2 h 79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90"/>
                      <a:gd name="T16" fmla="*/ 0 h 792"/>
                      <a:gd name="T17" fmla="*/ 990 w 990"/>
                      <a:gd name="T18" fmla="*/ 792 h 79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90" h="792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58" name="Freeform 1083">
                    <a:extLst>
                      <a:ext uri="{FF2B5EF4-FFF2-40B4-BE49-F238E27FC236}">
                        <a16:creationId xmlns:a16="http://schemas.microsoft.com/office/drawing/2014/main" id="{E0CE0778-AA7C-994B-8AC5-676F1A82543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0" y="3084"/>
                    <a:ext cx="1571" cy="469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4 w 2532"/>
                      <a:gd name="T5" fmla="*/ 2 h 723"/>
                      <a:gd name="T6" fmla="*/ 4 w 2532"/>
                      <a:gd name="T7" fmla="*/ 2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59" name="Freeform 1084">
                    <a:extLst>
                      <a:ext uri="{FF2B5EF4-FFF2-40B4-BE49-F238E27FC236}">
                        <a16:creationId xmlns:a16="http://schemas.microsoft.com/office/drawing/2014/main" id="{D2A296F6-56E0-0141-8E63-F209F1106F2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1" y="2998"/>
                    <a:ext cx="17" cy="95"/>
                  </a:xfrm>
                  <a:custGeom>
                    <a:avLst/>
                    <a:gdLst>
                      <a:gd name="T0" fmla="*/ 1 w 26"/>
                      <a:gd name="T1" fmla="*/ 1 h 147"/>
                      <a:gd name="T2" fmla="*/ 1 w 26"/>
                      <a:gd name="T3" fmla="*/ 1 h 147"/>
                      <a:gd name="T4" fmla="*/ 0 w 26"/>
                      <a:gd name="T5" fmla="*/ 1 h 147"/>
                      <a:gd name="T6" fmla="*/ 1 w 26"/>
                      <a:gd name="T7" fmla="*/ 0 h 147"/>
                      <a:gd name="T8" fmla="*/ 1 w 26"/>
                      <a:gd name="T9" fmla="*/ 1 h 14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6"/>
                      <a:gd name="T16" fmla="*/ 0 h 147"/>
                      <a:gd name="T17" fmla="*/ 26 w 26"/>
                      <a:gd name="T18" fmla="*/ 147 h 14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6" h="147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60" name="Freeform 1085">
                    <a:extLst>
                      <a:ext uri="{FF2B5EF4-FFF2-40B4-BE49-F238E27FC236}">
                        <a16:creationId xmlns:a16="http://schemas.microsoft.com/office/drawing/2014/main" id="{06824F88-EE84-D347-A023-F053DA4B2B2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2" y="2611"/>
                    <a:ext cx="730" cy="393"/>
                  </a:xfrm>
                  <a:custGeom>
                    <a:avLst/>
                    <a:gdLst>
                      <a:gd name="T0" fmla="*/ 1 w 1176"/>
                      <a:gd name="T1" fmla="*/ 0 h 606"/>
                      <a:gd name="T2" fmla="*/ 0 w 1176"/>
                      <a:gd name="T3" fmla="*/ 1 h 606"/>
                      <a:gd name="T4" fmla="*/ 1 w 1176"/>
                      <a:gd name="T5" fmla="*/ 1 h 606"/>
                      <a:gd name="T6" fmla="*/ 1 w 1176"/>
                      <a:gd name="T7" fmla="*/ 1 h 606"/>
                      <a:gd name="T8" fmla="*/ 1 w 1176"/>
                      <a:gd name="T9" fmla="*/ 0 h 60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176"/>
                      <a:gd name="T16" fmla="*/ 0 h 606"/>
                      <a:gd name="T17" fmla="*/ 1176 w 1176"/>
                      <a:gd name="T18" fmla="*/ 606 h 60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176" h="60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61" name="Freeform 1086">
                    <a:extLst>
                      <a:ext uri="{FF2B5EF4-FFF2-40B4-BE49-F238E27FC236}">
                        <a16:creationId xmlns:a16="http://schemas.microsoft.com/office/drawing/2014/main" id="{36F4BB90-D696-0945-AC5D-7CBFD97A962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61" y="3018"/>
                    <a:ext cx="1490" cy="451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1 w 2532"/>
                      <a:gd name="T5" fmla="*/ 1 h 723"/>
                      <a:gd name="T6" fmla="*/ 1 w 2532"/>
                      <a:gd name="T7" fmla="*/ 1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62" name="Freeform 1087">
                    <a:extLst>
                      <a:ext uri="{FF2B5EF4-FFF2-40B4-BE49-F238E27FC236}">
                        <a16:creationId xmlns:a16="http://schemas.microsoft.com/office/drawing/2014/main" id="{9FC45AEE-F94E-2C41-BB56-2055DE618B2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549" y="2986"/>
                    <a:ext cx="608" cy="467"/>
                  </a:xfrm>
                  <a:custGeom>
                    <a:avLst/>
                    <a:gdLst>
                      <a:gd name="T0" fmla="*/ 0 w 2532"/>
                      <a:gd name="T1" fmla="*/ 0 h 723"/>
                      <a:gd name="T2" fmla="*/ 0 w 2532"/>
                      <a:gd name="T3" fmla="*/ 0 h 723"/>
                      <a:gd name="T4" fmla="*/ 0 w 2532"/>
                      <a:gd name="T5" fmla="*/ 2 h 723"/>
                      <a:gd name="T6" fmla="*/ 0 w 2532"/>
                      <a:gd name="T7" fmla="*/ 2 h 723"/>
                      <a:gd name="T8" fmla="*/ 0 w 2532"/>
                      <a:gd name="T9" fmla="*/ 1 h 723"/>
                      <a:gd name="T10" fmla="*/ 0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</p:grpSp>
            <p:grpSp>
              <p:nvGrpSpPr>
                <p:cNvPr id="487" name="Group 590">
                  <a:extLst>
                    <a:ext uri="{FF2B5EF4-FFF2-40B4-BE49-F238E27FC236}">
                      <a16:creationId xmlns:a16="http://schemas.microsoft.com/office/drawing/2014/main" id="{B2AAF0C3-BD73-634D-B492-B7CCF9735ED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7767607" y="525174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488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1B000E5D-AA79-9741-93EF-69776E79DCF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89" name="Freeform 592">
                    <a:extLst>
                      <a:ext uri="{FF2B5EF4-FFF2-40B4-BE49-F238E27FC236}">
                        <a16:creationId xmlns:a16="http://schemas.microsoft.com/office/drawing/2014/main" id="{E285DBFE-A1C0-DE49-94FA-3F8D49F9AA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050"/>
                  </a:p>
                </p:txBody>
              </p:sp>
            </p:grpSp>
            <p:grpSp>
              <p:nvGrpSpPr>
                <p:cNvPr id="490" name="Group 590">
                  <a:extLst>
                    <a:ext uri="{FF2B5EF4-FFF2-40B4-BE49-F238E27FC236}">
                      <a16:creationId xmlns:a16="http://schemas.microsoft.com/office/drawing/2014/main" id="{A66A00B8-C906-204A-9EA8-BF8007089AF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8147535" y="5475337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491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0D26BE9F-5A6F-194D-95F5-9A26085A8BC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92" name="Freeform 592">
                    <a:extLst>
                      <a:ext uri="{FF2B5EF4-FFF2-40B4-BE49-F238E27FC236}">
                        <a16:creationId xmlns:a16="http://schemas.microsoft.com/office/drawing/2014/main" id="{F940FA7C-0178-FC42-989D-133C7D3EF04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050"/>
                  </a:p>
                </p:txBody>
              </p:sp>
            </p:grpSp>
            <p:grpSp>
              <p:nvGrpSpPr>
                <p:cNvPr id="493" name="Group 590">
                  <a:extLst>
                    <a:ext uri="{FF2B5EF4-FFF2-40B4-BE49-F238E27FC236}">
                      <a16:creationId xmlns:a16="http://schemas.microsoft.com/office/drawing/2014/main" id="{AADF67FB-3BE7-EF42-B8A5-B005B50693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8545760" y="549681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494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0BBC0FBB-DA3F-874A-8EBE-B51C772E068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95" name="Freeform 592">
                    <a:extLst>
                      <a:ext uri="{FF2B5EF4-FFF2-40B4-BE49-F238E27FC236}">
                        <a16:creationId xmlns:a16="http://schemas.microsoft.com/office/drawing/2014/main" id="{A9932DBD-03D1-3E48-AE83-712DE720FE4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1050"/>
                  </a:p>
                </p:txBody>
              </p:sp>
            </p:grpSp>
            <p:grpSp>
              <p:nvGrpSpPr>
                <p:cNvPr id="496" name="Group 1064">
                  <a:extLst>
                    <a:ext uri="{FF2B5EF4-FFF2-40B4-BE49-F238E27FC236}">
                      <a16:creationId xmlns:a16="http://schemas.microsoft.com/office/drawing/2014/main" id="{FC2552CF-9AC0-3243-8999-6808B911C76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528372" y="5765818"/>
                  <a:ext cx="319264" cy="253379"/>
                  <a:chOff x="877" y="1008"/>
                  <a:chExt cx="2747" cy="2591"/>
                </a:xfrm>
              </p:grpSpPr>
              <p:pic>
                <p:nvPicPr>
                  <p:cNvPr id="497" name="Picture 1065" descr="antenna_stylized">
                    <a:extLst>
                      <a:ext uri="{FF2B5EF4-FFF2-40B4-BE49-F238E27FC236}">
                        <a16:creationId xmlns:a16="http://schemas.microsoft.com/office/drawing/2014/main" id="{87938519-94DB-D545-A29A-7EDE5E412B2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498" name="Picture 1066" descr="laptop_keyboard">
                    <a:extLst>
                      <a:ext uri="{FF2B5EF4-FFF2-40B4-BE49-F238E27FC236}">
                        <a16:creationId xmlns:a16="http://schemas.microsoft.com/office/drawing/2014/main" id="{2D71707C-83CA-1C4B-8508-67E56E2ADD0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rot="109064" flipH="1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99" name="Freeform 1067">
                    <a:extLst>
                      <a:ext uri="{FF2B5EF4-FFF2-40B4-BE49-F238E27FC236}">
                        <a16:creationId xmlns:a16="http://schemas.microsoft.com/office/drawing/2014/main" id="{73F0FEB4-8393-CC4E-8318-ED16B301B6D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3" y="1603"/>
                    <a:ext cx="1807" cy="1322"/>
                  </a:xfrm>
                  <a:custGeom>
                    <a:avLst/>
                    <a:gdLst>
                      <a:gd name="T0" fmla="*/ 1 w 2982"/>
                      <a:gd name="T1" fmla="*/ 0 h 2442"/>
                      <a:gd name="T2" fmla="*/ 0 w 2982"/>
                      <a:gd name="T3" fmla="*/ 1 h 2442"/>
                      <a:gd name="T4" fmla="*/ 2 w 2982"/>
                      <a:gd name="T5" fmla="*/ 1 h 2442"/>
                      <a:gd name="T6" fmla="*/ 2 w 2982"/>
                      <a:gd name="T7" fmla="*/ 1 h 2442"/>
                      <a:gd name="T8" fmla="*/ 1 w 2982"/>
                      <a:gd name="T9" fmla="*/ 0 h 24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82"/>
                      <a:gd name="T16" fmla="*/ 0 h 2442"/>
                      <a:gd name="T17" fmla="*/ 2982 w 2982"/>
                      <a:gd name="T18" fmla="*/ 2442 h 24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82" h="244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pic>
                <p:nvPicPr>
                  <p:cNvPr id="500" name="Picture 1068" descr="screen">
                    <a:extLst>
                      <a:ext uri="{FF2B5EF4-FFF2-40B4-BE49-F238E27FC236}">
                        <a16:creationId xmlns:a16="http://schemas.microsoft.com/office/drawing/2014/main" id="{7FE7C88C-9EAD-8349-A46B-E909AEA6578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501" name="Freeform 1069">
                    <a:extLst>
                      <a:ext uri="{FF2B5EF4-FFF2-40B4-BE49-F238E27FC236}">
                        <a16:creationId xmlns:a16="http://schemas.microsoft.com/office/drawing/2014/main" id="{0DBCF6AD-8352-3C40-B68E-0383519D20A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82" y="1564"/>
                    <a:ext cx="1531" cy="246"/>
                  </a:xfrm>
                  <a:custGeom>
                    <a:avLst/>
                    <a:gdLst>
                      <a:gd name="T0" fmla="*/ 1 w 2528"/>
                      <a:gd name="T1" fmla="*/ 0 h 455"/>
                      <a:gd name="T2" fmla="*/ 2 w 2528"/>
                      <a:gd name="T3" fmla="*/ 1 h 455"/>
                      <a:gd name="T4" fmla="*/ 2 w 2528"/>
                      <a:gd name="T5" fmla="*/ 1 h 455"/>
                      <a:gd name="T6" fmla="*/ 0 w 2528"/>
                      <a:gd name="T7" fmla="*/ 1 h 455"/>
                      <a:gd name="T8" fmla="*/ 1 w 2528"/>
                      <a:gd name="T9" fmla="*/ 0 h 45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28"/>
                      <a:gd name="T16" fmla="*/ 0 h 455"/>
                      <a:gd name="T17" fmla="*/ 2528 w 2528"/>
                      <a:gd name="T18" fmla="*/ 455 h 45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28" h="455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502" name="Freeform 1070">
                    <a:extLst>
                      <a:ext uri="{FF2B5EF4-FFF2-40B4-BE49-F238E27FC236}">
                        <a16:creationId xmlns:a16="http://schemas.microsoft.com/office/drawing/2014/main" id="{3C23673E-599F-5241-B844-C8F96A051D1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7" y="1562"/>
                    <a:ext cx="425" cy="1024"/>
                  </a:xfrm>
                  <a:custGeom>
                    <a:avLst/>
                    <a:gdLst>
                      <a:gd name="T0" fmla="*/ 1 w 702"/>
                      <a:gd name="T1" fmla="*/ 0 h 1893"/>
                      <a:gd name="T2" fmla="*/ 0 w 702"/>
                      <a:gd name="T3" fmla="*/ 1 h 1893"/>
                      <a:gd name="T4" fmla="*/ 1 w 702"/>
                      <a:gd name="T5" fmla="*/ 1 h 1893"/>
                      <a:gd name="T6" fmla="*/ 1 w 702"/>
                      <a:gd name="T7" fmla="*/ 1 h 1893"/>
                      <a:gd name="T8" fmla="*/ 1 w 702"/>
                      <a:gd name="T9" fmla="*/ 0 h 189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02"/>
                      <a:gd name="T16" fmla="*/ 0 h 1893"/>
                      <a:gd name="T17" fmla="*/ 702 w 702"/>
                      <a:gd name="T18" fmla="*/ 1893 h 189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02" h="1893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503" name="Freeform 1071">
                    <a:extLst>
                      <a:ext uri="{FF2B5EF4-FFF2-40B4-BE49-F238E27FC236}">
                        <a16:creationId xmlns:a16="http://schemas.microsoft.com/office/drawing/2014/main" id="{4D502A0C-8868-2C4E-B6B7-F46718640A2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44" y="1745"/>
                    <a:ext cx="458" cy="1182"/>
                  </a:xfrm>
                  <a:custGeom>
                    <a:avLst/>
                    <a:gdLst>
                      <a:gd name="T0" fmla="*/ 1 w 756"/>
                      <a:gd name="T1" fmla="*/ 0 h 2184"/>
                      <a:gd name="T2" fmla="*/ 1 w 756"/>
                      <a:gd name="T3" fmla="*/ 1 h 2184"/>
                      <a:gd name="T4" fmla="*/ 0 w 756"/>
                      <a:gd name="T5" fmla="*/ 1 h 2184"/>
                      <a:gd name="T6" fmla="*/ 1 w 756"/>
                      <a:gd name="T7" fmla="*/ 1 h 2184"/>
                      <a:gd name="T8" fmla="*/ 1 w 756"/>
                      <a:gd name="T9" fmla="*/ 0 h 21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6"/>
                      <a:gd name="T16" fmla="*/ 0 h 2184"/>
                      <a:gd name="T17" fmla="*/ 756 w 756"/>
                      <a:gd name="T18" fmla="*/ 2184 h 21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6" h="2184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504" name="Freeform 1072">
                    <a:extLst>
                      <a:ext uri="{FF2B5EF4-FFF2-40B4-BE49-F238E27FC236}">
                        <a16:creationId xmlns:a16="http://schemas.microsoft.com/office/drawing/2014/main" id="{154DEECF-C451-B140-A650-9DB9DCC4178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2" y="2534"/>
                    <a:ext cx="1680" cy="399"/>
                  </a:xfrm>
                  <a:custGeom>
                    <a:avLst/>
                    <a:gdLst>
                      <a:gd name="T0" fmla="*/ 1 w 2773"/>
                      <a:gd name="T1" fmla="*/ 0 h 738"/>
                      <a:gd name="T2" fmla="*/ 0 w 2773"/>
                      <a:gd name="T3" fmla="*/ 1 h 738"/>
                      <a:gd name="T4" fmla="*/ 2 w 2773"/>
                      <a:gd name="T5" fmla="*/ 1 h 738"/>
                      <a:gd name="T6" fmla="*/ 2 w 2773"/>
                      <a:gd name="T7" fmla="*/ 1 h 738"/>
                      <a:gd name="T8" fmla="*/ 1 w 2773"/>
                      <a:gd name="T9" fmla="*/ 0 h 73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3"/>
                      <a:gd name="T16" fmla="*/ 0 h 738"/>
                      <a:gd name="T17" fmla="*/ 2773 w 2773"/>
                      <a:gd name="T18" fmla="*/ 738 h 73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3" h="738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CC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505" name="Freeform 1073">
                    <a:extLst>
                      <a:ext uri="{FF2B5EF4-FFF2-40B4-BE49-F238E27FC236}">
                        <a16:creationId xmlns:a16="http://schemas.microsoft.com/office/drawing/2014/main" id="{61C09639-BDA6-1848-86B4-033F9F9979D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5" y="1755"/>
                    <a:ext cx="429" cy="1187"/>
                  </a:xfrm>
                  <a:custGeom>
                    <a:avLst/>
                    <a:gdLst>
                      <a:gd name="T0" fmla="*/ 2 w 637"/>
                      <a:gd name="T1" fmla="*/ 0 h 1659"/>
                      <a:gd name="T2" fmla="*/ 2 w 637"/>
                      <a:gd name="T3" fmla="*/ 0 h 1659"/>
                      <a:gd name="T4" fmla="*/ 1 w 637"/>
                      <a:gd name="T5" fmla="*/ 15 h 1659"/>
                      <a:gd name="T6" fmla="*/ 0 w 637"/>
                      <a:gd name="T7" fmla="*/ 15 h 1659"/>
                      <a:gd name="T8" fmla="*/ 2 w 637"/>
                      <a:gd name="T9" fmla="*/ 0 h 16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7"/>
                      <a:gd name="T16" fmla="*/ 0 h 1659"/>
                      <a:gd name="T17" fmla="*/ 637 w 637"/>
                      <a:gd name="T18" fmla="*/ 1659 h 16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7" h="1659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506" name="Freeform 1074">
                    <a:extLst>
                      <a:ext uri="{FF2B5EF4-FFF2-40B4-BE49-F238E27FC236}">
                        <a16:creationId xmlns:a16="http://schemas.microsoft.com/office/drawing/2014/main" id="{BBF9A35C-4B4A-604C-BCA3-20BC6C3D2D8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4" y="2587"/>
                    <a:ext cx="1494" cy="394"/>
                  </a:xfrm>
                  <a:custGeom>
                    <a:avLst/>
                    <a:gdLst>
                      <a:gd name="T0" fmla="*/ 0 w 2216"/>
                      <a:gd name="T1" fmla="*/ 0 h 550"/>
                      <a:gd name="T2" fmla="*/ 1 w 2216"/>
                      <a:gd name="T3" fmla="*/ 1 h 550"/>
                      <a:gd name="T4" fmla="*/ 9 w 2216"/>
                      <a:gd name="T5" fmla="*/ 5 h 550"/>
                      <a:gd name="T6" fmla="*/ 9 w 2216"/>
                      <a:gd name="T7" fmla="*/ 4 h 550"/>
                      <a:gd name="T8" fmla="*/ 0 w 2216"/>
                      <a:gd name="T9" fmla="*/ 0 h 5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16"/>
                      <a:gd name="T16" fmla="*/ 0 h 550"/>
                      <a:gd name="T17" fmla="*/ 2216 w 2216"/>
                      <a:gd name="T18" fmla="*/ 550 h 5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16" h="550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grpSp>
                <p:nvGrpSpPr>
                  <p:cNvPr id="507" name="Group 1075">
                    <a:extLst>
                      <a:ext uri="{FF2B5EF4-FFF2-40B4-BE49-F238E27FC236}">
                        <a16:creationId xmlns:a16="http://schemas.microsoft.com/office/drawing/2014/main" id="{C228B10E-0BB1-8D40-9DB1-545E285C760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514" name="Freeform 1076">
                      <a:extLst>
                        <a:ext uri="{FF2B5EF4-FFF2-40B4-BE49-F238E27FC236}">
                          <a16:creationId xmlns:a16="http://schemas.microsoft.com/office/drawing/2014/main" id="{DBE93115-3362-AE4D-A30A-337520C7391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40" y="2642"/>
                      <a:ext cx="752" cy="327"/>
                    </a:xfrm>
                    <a:custGeom>
                      <a:avLst/>
                      <a:gdLst>
                        <a:gd name="T0" fmla="*/ 293 w 752"/>
                        <a:gd name="T1" fmla="*/ 0 h 327"/>
                        <a:gd name="T2" fmla="*/ 752 w 752"/>
                        <a:gd name="T3" fmla="*/ 124 h 327"/>
                        <a:gd name="T4" fmla="*/ 470 w 752"/>
                        <a:gd name="T5" fmla="*/ 327 h 327"/>
                        <a:gd name="T6" fmla="*/ 0 w 752"/>
                        <a:gd name="T7" fmla="*/ 183 h 327"/>
                        <a:gd name="T8" fmla="*/ 293 w 752"/>
                        <a:gd name="T9" fmla="*/ 0 h 32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52"/>
                        <a:gd name="T16" fmla="*/ 0 h 327"/>
                        <a:gd name="T17" fmla="*/ 752 w 752"/>
                        <a:gd name="T18" fmla="*/ 327 h 32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52" h="327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1050"/>
                    </a:p>
                  </p:txBody>
                </p:sp>
                <p:sp>
                  <p:nvSpPr>
                    <p:cNvPr id="515" name="Freeform 1077">
                      <a:extLst>
                        <a:ext uri="{FF2B5EF4-FFF2-40B4-BE49-F238E27FC236}">
                          <a16:creationId xmlns:a16="http://schemas.microsoft.com/office/drawing/2014/main" id="{E980EACA-94CF-194A-AC7A-1415DBB4CAF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54" y="2649"/>
                      <a:ext cx="726" cy="311"/>
                    </a:xfrm>
                    <a:custGeom>
                      <a:avLst/>
                      <a:gdLst>
                        <a:gd name="T0" fmla="*/ 282 w 726"/>
                        <a:gd name="T1" fmla="*/ 0 h 311"/>
                        <a:gd name="T2" fmla="*/ 726 w 726"/>
                        <a:gd name="T3" fmla="*/ 119 h 311"/>
                        <a:gd name="T4" fmla="*/ 457 w 726"/>
                        <a:gd name="T5" fmla="*/ 311 h 311"/>
                        <a:gd name="T6" fmla="*/ 0 w 726"/>
                        <a:gd name="T7" fmla="*/ 173 h 311"/>
                        <a:gd name="T8" fmla="*/ 282 w 726"/>
                        <a:gd name="T9" fmla="*/ 0 h 311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26"/>
                        <a:gd name="T16" fmla="*/ 0 h 311"/>
                        <a:gd name="T17" fmla="*/ 726 w 726"/>
                        <a:gd name="T18" fmla="*/ 311 h 311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26" h="311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1050"/>
                    </a:p>
                  </p:txBody>
                </p:sp>
                <p:sp>
                  <p:nvSpPr>
                    <p:cNvPr id="516" name="Freeform 1078">
                      <a:extLst>
                        <a:ext uri="{FF2B5EF4-FFF2-40B4-BE49-F238E27FC236}">
                          <a16:creationId xmlns:a16="http://schemas.microsoft.com/office/drawing/2014/main" id="{67C8CECC-A4D3-D543-A1C2-92A3DDD6045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808" y="2770"/>
                      <a:ext cx="258" cy="100"/>
                    </a:xfrm>
                    <a:custGeom>
                      <a:avLst/>
                      <a:gdLst>
                        <a:gd name="T0" fmla="*/ 0 w 258"/>
                        <a:gd name="T1" fmla="*/ 44 h 100"/>
                        <a:gd name="T2" fmla="*/ 75 w 258"/>
                        <a:gd name="T3" fmla="*/ 0 h 100"/>
                        <a:gd name="T4" fmla="*/ 258 w 258"/>
                        <a:gd name="T5" fmla="*/ 50 h 100"/>
                        <a:gd name="T6" fmla="*/ 183 w 258"/>
                        <a:gd name="T7" fmla="*/ 100 h 100"/>
                        <a:gd name="T8" fmla="*/ 0 w 258"/>
                        <a:gd name="T9" fmla="*/ 44 h 10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0"/>
                        <a:gd name="T17" fmla="*/ 258 w 258"/>
                        <a:gd name="T18" fmla="*/ 100 h 10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0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1050"/>
                    </a:p>
                  </p:txBody>
                </p:sp>
                <p:sp>
                  <p:nvSpPr>
                    <p:cNvPr id="517" name="Freeform 1079">
                      <a:extLst>
                        <a:ext uri="{FF2B5EF4-FFF2-40B4-BE49-F238E27FC236}">
                          <a16:creationId xmlns:a16="http://schemas.microsoft.com/office/drawing/2014/main" id="{DF7F90DA-E9FF-E64E-979A-F2C4CF6F27E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99" y="2816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1050"/>
                    </a:p>
                  </p:txBody>
                </p:sp>
                <p:sp>
                  <p:nvSpPr>
                    <p:cNvPr id="518" name="Freeform 1080">
                      <a:extLst>
                        <a:ext uri="{FF2B5EF4-FFF2-40B4-BE49-F238E27FC236}">
                          <a16:creationId xmlns:a16="http://schemas.microsoft.com/office/drawing/2014/main" id="{1FB7CFF5-5312-6B45-B1C9-1E8019D9AB7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20" y="2834"/>
                      <a:ext cx="258" cy="102"/>
                    </a:xfrm>
                    <a:custGeom>
                      <a:avLst/>
                      <a:gdLst>
                        <a:gd name="T0" fmla="*/ 0 w 258"/>
                        <a:gd name="T1" fmla="*/ 46 h 102"/>
                        <a:gd name="T2" fmla="*/ 71 w 258"/>
                        <a:gd name="T3" fmla="*/ 0 h 102"/>
                        <a:gd name="T4" fmla="*/ 258 w 258"/>
                        <a:gd name="T5" fmla="*/ 52 h 102"/>
                        <a:gd name="T6" fmla="*/ 183 w 258"/>
                        <a:gd name="T7" fmla="*/ 102 h 102"/>
                        <a:gd name="T8" fmla="*/ 0 w 258"/>
                        <a:gd name="T9" fmla="*/ 46 h 10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2"/>
                        <a:gd name="T17" fmla="*/ 258 w 258"/>
                        <a:gd name="T18" fmla="*/ 102 h 10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2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1050"/>
                    </a:p>
                  </p:txBody>
                </p:sp>
                <p:sp>
                  <p:nvSpPr>
                    <p:cNvPr id="519" name="Freeform 1081">
                      <a:extLst>
                        <a:ext uri="{FF2B5EF4-FFF2-40B4-BE49-F238E27FC236}">
                          <a16:creationId xmlns:a16="http://schemas.microsoft.com/office/drawing/2014/main" id="{F6743163-40E8-634F-BDA5-FD850E9C93C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11" y="2882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1050"/>
                    </a:p>
                  </p:txBody>
                </p:sp>
              </p:grpSp>
              <p:sp>
                <p:nvSpPr>
                  <p:cNvPr id="508" name="Freeform 1082">
                    <a:extLst>
                      <a:ext uri="{FF2B5EF4-FFF2-40B4-BE49-F238E27FC236}">
                        <a16:creationId xmlns:a16="http://schemas.microsoft.com/office/drawing/2014/main" id="{5C688E93-8024-AF4A-9FAE-F872353A70E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77" y="3043"/>
                    <a:ext cx="614" cy="514"/>
                  </a:xfrm>
                  <a:custGeom>
                    <a:avLst/>
                    <a:gdLst>
                      <a:gd name="T0" fmla="*/ 1 w 990"/>
                      <a:gd name="T1" fmla="*/ 2 h 792"/>
                      <a:gd name="T2" fmla="*/ 1 w 990"/>
                      <a:gd name="T3" fmla="*/ 0 h 792"/>
                      <a:gd name="T4" fmla="*/ 1 w 990"/>
                      <a:gd name="T5" fmla="*/ 1 h 792"/>
                      <a:gd name="T6" fmla="*/ 0 w 990"/>
                      <a:gd name="T7" fmla="*/ 2 h 792"/>
                      <a:gd name="T8" fmla="*/ 1 w 990"/>
                      <a:gd name="T9" fmla="*/ 2 h 79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90"/>
                      <a:gd name="T16" fmla="*/ 0 h 792"/>
                      <a:gd name="T17" fmla="*/ 990 w 990"/>
                      <a:gd name="T18" fmla="*/ 792 h 79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90" h="792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509" name="Freeform 1083">
                    <a:extLst>
                      <a:ext uri="{FF2B5EF4-FFF2-40B4-BE49-F238E27FC236}">
                        <a16:creationId xmlns:a16="http://schemas.microsoft.com/office/drawing/2014/main" id="{E2D8B864-6DD1-D042-9409-8862ACC1AAD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0" y="3084"/>
                    <a:ext cx="1571" cy="469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4 w 2532"/>
                      <a:gd name="T5" fmla="*/ 2 h 723"/>
                      <a:gd name="T6" fmla="*/ 4 w 2532"/>
                      <a:gd name="T7" fmla="*/ 2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510" name="Freeform 1084">
                    <a:extLst>
                      <a:ext uri="{FF2B5EF4-FFF2-40B4-BE49-F238E27FC236}">
                        <a16:creationId xmlns:a16="http://schemas.microsoft.com/office/drawing/2014/main" id="{CC7A3F9E-B0BC-2945-B124-91C53102EA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1" y="2998"/>
                    <a:ext cx="17" cy="95"/>
                  </a:xfrm>
                  <a:custGeom>
                    <a:avLst/>
                    <a:gdLst>
                      <a:gd name="T0" fmla="*/ 1 w 26"/>
                      <a:gd name="T1" fmla="*/ 1 h 147"/>
                      <a:gd name="T2" fmla="*/ 1 w 26"/>
                      <a:gd name="T3" fmla="*/ 1 h 147"/>
                      <a:gd name="T4" fmla="*/ 0 w 26"/>
                      <a:gd name="T5" fmla="*/ 1 h 147"/>
                      <a:gd name="T6" fmla="*/ 1 w 26"/>
                      <a:gd name="T7" fmla="*/ 0 h 147"/>
                      <a:gd name="T8" fmla="*/ 1 w 26"/>
                      <a:gd name="T9" fmla="*/ 1 h 14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6"/>
                      <a:gd name="T16" fmla="*/ 0 h 147"/>
                      <a:gd name="T17" fmla="*/ 26 w 26"/>
                      <a:gd name="T18" fmla="*/ 147 h 14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6" h="147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511" name="Freeform 1085">
                    <a:extLst>
                      <a:ext uri="{FF2B5EF4-FFF2-40B4-BE49-F238E27FC236}">
                        <a16:creationId xmlns:a16="http://schemas.microsoft.com/office/drawing/2014/main" id="{B8E20EA9-88B9-0A42-A470-7AF9E881056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2" y="2611"/>
                    <a:ext cx="730" cy="393"/>
                  </a:xfrm>
                  <a:custGeom>
                    <a:avLst/>
                    <a:gdLst>
                      <a:gd name="T0" fmla="*/ 1 w 1176"/>
                      <a:gd name="T1" fmla="*/ 0 h 606"/>
                      <a:gd name="T2" fmla="*/ 0 w 1176"/>
                      <a:gd name="T3" fmla="*/ 1 h 606"/>
                      <a:gd name="T4" fmla="*/ 1 w 1176"/>
                      <a:gd name="T5" fmla="*/ 1 h 606"/>
                      <a:gd name="T6" fmla="*/ 1 w 1176"/>
                      <a:gd name="T7" fmla="*/ 1 h 606"/>
                      <a:gd name="T8" fmla="*/ 1 w 1176"/>
                      <a:gd name="T9" fmla="*/ 0 h 60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176"/>
                      <a:gd name="T16" fmla="*/ 0 h 606"/>
                      <a:gd name="T17" fmla="*/ 1176 w 1176"/>
                      <a:gd name="T18" fmla="*/ 606 h 60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176" h="60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512" name="Freeform 1086">
                    <a:extLst>
                      <a:ext uri="{FF2B5EF4-FFF2-40B4-BE49-F238E27FC236}">
                        <a16:creationId xmlns:a16="http://schemas.microsoft.com/office/drawing/2014/main" id="{A9D04135-B045-A743-95D7-CA5EF36EE73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61" y="3018"/>
                    <a:ext cx="1490" cy="451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1 w 2532"/>
                      <a:gd name="T5" fmla="*/ 1 h 723"/>
                      <a:gd name="T6" fmla="*/ 1 w 2532"/>
                      <a:gd name="T7" fmla="*/ 1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513" name="Freeform 1087">
                    <a:extLst>
                      <a:ext uri="{FF2B5EF4-FFF2-40B4-BE49-F238E27FC236}">
                        <a16:creationId xmlns:a16="http://schemas.microsoft.com/office/drawing/2014/main" id="{C0583F57-71B7-B142-BC2A-15444A0CF4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549" y="2986"/>
                    <a:ext cx="608" cy="467"/>
                  </a:xfrm>
                  <a:custGeom>
                    <a:avLst/>
                    <a:gdLst>
                      <a:gd name="T0" fmla="*/ 0 w 2532"/>
                      <a:gd name="T1" fmla="*/ 0 h 723"/>
                      <a:gd name="T2" fmla="*/ 0 w 2532"/>
                      <a:gd name="T3" fmla="*/ 0 h 723"/>
                      <a:gd name="T4" fmla="*/ 0 w 2532"/>
                      <a:gd name="T5" fmla="*/ 2 h 723"/>
                      <a:gd name="T6" fmla="*/ 0 w 2532"/>
                      <a:gd name="T7" fmla="*/ 2 h 723"/>
                      <a:gd name="T8" fmla="*/ 0 w 2532"/>
                      <a:gd name="T9" fmla="*/ 1 h 723"/>
                      <a:gd name="T10" fmla="*/ 0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</p:grpSp>
          </p:grpSp>
          <p:grpSp>
            <p:nvGrpSpPr>
              <p:cNvPr id="72" name="Group 983">
                <a:extLst>
                  <a:ext uri="{FF2B5EF4-FFF2-40B4-BE49-F238E27FC236}">
                    <a16:creationId xmlns:a16="http://schemas.microsoft.com/office/drawing/2014/main" id="{105B6396-94AE-3641-98AD-7B23024BF3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11503" y="5607068"/>
                <a:ext cx="171450" cy="348944"/>
                <a:chOff x="4140" y="429"/>
                <a:chExt cx="1425" cy="2396"/>
              </a:xfrm>
            </p:grpSpPr>
            <p:sp>
              <p:nvSpPr>
                <p:cNvPr id="175" name="Freeform 984">
                  <a:extLst>
                    <a:ext uri="{FF2B5EF4-FFF2-40B4-BE49-F238E27FC236}">
                      <a16:creationId xmlns:a16="http://schemas.microsoft.com/office/drawing/2014/main" id="{69921432-2526-D74B-B1B3-EF4990D573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76" name="Rectangle 985">
                  <a:extLst>
                    <a:ext uri="{FF2B5EF4-FFF2-40B4-BE49-F238E27FC236}">
                      <a16:creationId xmlns:a16="http://schemas.microsoft.com/office/drawing/2014/main" id="{372674DE-08A1-7340-A835-CB738EF1A6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7" name="Freeform 986">
                  <a:extLst>
                    <a:ext uri="{FF2B5EF4-FFF2-40B4-BE49-F238E27FC236}">
                      <a16:creationId xmlns:a16="http://schemas.microsoft.com/office/drawing/2014/main" id="{210AB56E-8E3A-464C-BA90-E5EE13DE14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78" name="Freeform 987">
                  <a:extLst>
                    <a:ext uri="{FF2B5EF4-FFF2-40B4-BE49-F238E27FC236}">
                      <a16:creationId xmlns:a16="http://schemas.microsoft.com/office/drawing/2014/main" id="{4B6304D8-37E4-9743-9663-D2140A3373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79" name="Rectangle 988">
                  <a:extLst>
                    <a:ext uri="{FF2B5EF4-FFF2-40B4-BE49-F238E27FC236}">
                      <a16:creationId xmlns:a16="http://schemas.microsoft.com/office/drawing/2014/main" id="{01DA0D94-4858-4748-835A-0A295C76D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80" name="Group 989">
                  <a:extLst>
                    <a:ext uri="{FF2B5EF4-FFF2-40B4-BE49-F238E27FC236}">
                      <a16:creationId xmlns:a16="http://schemas.microsoft.com/office/drawing/2014/main" id="{653C7E87-1F7F-B94B-970F-8043BE6AD49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05" name="AutoShape 990">
                    <a:extLst>
                      <a:ext uri="{FF2B5EF4-FFF2-40B4-BE49-F238E27FC236}">
                        <a16:creationId xmlns:a16="http://schemas.microsoft.com/office/drawing/2014/main" id="{9E8BF054-B12E-C746-9DCC-FFC0FBE1170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06" name="AutoShape 991">
                    <a:extLst>
                      <a:ext uri="{FF2B5EF4-FFF2-40B4-BE49-F238E27FC236}">
                        <a16:creationId xmlns:a16="http://schemas.microsoft.com/office/drawing/2014/main" id="{60A26098-3AC3-5F48-AF12-0376133BA22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81" name="Rectangle 992">
                  <a:extLst>
                    <a:ext uri="{FF2B5EF4-FFF2-40B4-BE49-F238E27FC236}">
                      <a16:creationId xmlns:a16="http://schemas.microsoft.com/office/drawing/2014/main" id="{AB0AE9A0-AEC6-B542-BAA1-AD6A9E2574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82" name="Group 993">
                  <a:extLst>
                    <a:ext uri="{FF2B5EF4-FFF2-40B4-BE49-F238E27FC236}">
                      <a16:creationId xmlns:a16="http://schemas.microsoft.com/office/drawing/2014/main" id="{2E23BBDE-93A3-014A-8AD9-509F2B13331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03" name="AutoShape 994">
                    <a:extLst>
                      <a:ext uri="{FF2B5EF4-FFF2-40B4-BE49-F238E27FC236}">
                        <a16:creationId xmlns:a16="http://schemas.microsoft.com/office/drawing/2014/main" id="{CF10A6D2-6E36-BA46-8AB3-2A153E9ECE0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04" name="AutoShape 995">
                    <a:extLst>
                      <a:ext uri="{FF2B5EF4-FFF2-40B4-BE49-F238E27FC236}">
                        <a16:creationId xmlns:a16="http://schemas.microsoft.com/office/drawing/2014/main" id="{964D14B2-2639-5A46-B2D5-48A8B0C3199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83" name="Rectangle 996">
                  <a:extLst>
                    <a:ext uri="{FF2B5EF4-FFF2-40B4-BE49-F238E27FC236}">
                      <a16:creationId xmlns:a16="http://schemas.microsoft.com/office/drawing/2014/main" id="{426E7337-36DD-B64A-88F7-00D5A742F9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84" name="Rectangle 997">
                  <a:extLst>
                    <a:ext uri="{FF2B5EF4-FFF2-40B4-BE49-F238E27FC236}">
                      <a16:creationId xmlns:a16="http://schemas.microsoft.com/office/drawing/2014/main" id="{BE4D7353-7D2D-9F42-8A6A-65BAA6259C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85" name="Group 998">
                  <a:extLst>
                    <a:ext uri="{FF2B5EF4-FFF2-40B4-BE49-F238E27FC236}">
                      <a16:creationId xmlns:a16="http://schemas.microsoft.com/office/drawing/2014/main" id="{10644FFB-BF70-614B-94F5-58CB99D12E0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01" name="AutoShape 999">
                    <a:extLst>
                      <a:ext uri="{FF2B5EF4-FFF2-40B4-BE49-F238E27FC236}">
                        <a16:creationId xmlns:a16="http://schemas.microsoft.com/office/drawing/2014/main" id="{2EEDFBCE-8402-0442-A96B-A6412C51C66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02" name="AutoShape 1000">
                    <a:extLst>
                      <a:ext uri="{FF2B5EF4-FFF2-40B4-BE49-F238E27FC236}">
                        <a16:creationId xmlns:a16="http://schemas.microsoft.com/office/drawing/2014/main" id="{5BBF678C-8365-374C-8592-2F40109183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86" name="Freeform 1001">
                  <a:extLst>
                    <a:ext uri="{FF2B5EF4-FFF2-40B4-BE49-F238E27FC236}">
                      <a16:creationId xmlns:a16="http://schemas.microsoft.com/office/drawing/2014/main" id="{43320BBC-6D3F-CE4C-AE57-EE45F3319F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grpSp>
              <p:nvGrpSpPr>
                <p:cNvPr id="187" name="Group 1002">
                  <a:extLst>
                    <a:ext uri="{FF2B5EF4-FFF2-40B4-BE49-F238E27FC236}">
                      <a16:creationId xmlns:a16="http://schemas.microsoft.com/office/drawing/2014/main" id="{4ED748C4-471F-B74E-9328-2437DB94B8F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99" name="AutoShape 1003">
                    <a:extLst>
                      <a:ext uri="{FF2B5EF4-FFF2-40B4-BE49-F238E27FC236}">
                        <a16:creationId xmlns:a16="http://schemas.microsoft.com/office/drawing/2014/main" id="{DE163CA4-FABE-9B4C-973B-7160FB0CA87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00" name="AutoShape 1004">
                    <a:extLst>
                      <a:ext uri="{FF2B5EF4-FFF2-40B4-BE49-F238E27FC236}">
                        <a16:creationId xmlns:a16="http://schemas.microsoft.com/office/drawing/2014/main" id="{D50A283A-2FFB-A24F-A406-2910EEA8C4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88" name="Rectangle 1005">
                  <a:extLst>
                    <a:ext uri="{FF2B5EF4-FFF2-40B4-BE49-F238E27FC236}">
                      <a16:creationId xmlns:a16="http://schemas.microsoft.com/office/drawing/2014/main" id="{42659E43-E287-8942-BD23-94141CB4BE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89" name="Freeform 1006">
                  <a:extLst>
                    <a:ext uri="{FF2B5EF4-FFF2-40B4-BE49-F238E27FC236}">
                      <a16:creationId xmlns:a16="http://schemas.microsoft.com/office/drawing/2014/main" id="{48DEF8E3-26E3-0E48-88EA-BAB435AE51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90" name="Freeform 1007">
                  <a:extLst>
                    <a:ext uri="{FF2B5EF4-FFF2-40B4-BE49-F238E27FC236}">
                      <a16:creationId xmlns:a16="http://schemas.microsoft.com/office/drawing/2014/main" id="{7869EB64-11F6-624E-9B28-6986DD9D07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91" name="Oval 1008">
                  <a:extLst>
                    <a:ext uri="{FF2B5EF4-FFF2-40B4-BE49-F238E27FC236}">
                      <a16:creationId xmlns:a16="http://schemas.microsoft.com/office/drawing/2014/main" id="{322E0F0C-40A1-7E43-B9BC-A271C6411E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2" name="Freeform 1009">
                  <a:extLst>
                    <a:ext uri="{FF2B5EF4-FFF2-40B4-BE49-F238E27FC236}">
                      <a16:creationId xmlns:a16="http://schemas.microsoft.com/office/drawing/2014/main" id="{2C34A91D-8DF1-DE40-8F88-B7AB2BE630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93" name="AutoShape 1010">
                  <a:extLst>
                    <a:ext uri="{FF2B5EF4-FFF2-40B4-BE49-F238E27FC236}">
                      <a16:creationId xmlns:a16="http://schemas.microsoft.com/office/drawing/2014/main" id="{C10585A3-5046-F44C-A720-1B5360D1A1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4" name="AutoShape 1011">
                  <a:extLst>
                    <a:ext uri="{FF2B5EF4-FFF2-40B4-BE49-F238E27FC236}">
                      <a16:creationId xmlns:a16="http://schemas.microsoft.com/office/drawing/2014/main" id="{0F1CC371-A8A5-1146-9D54-06BA5783B2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5" name="Oval 1012">
                  <a:extLst>
                    <a:ext uri="{FF2B5EF4-FFF2-40B4-BE49-F238E27FC236}">
                      <a16:creationId xmlns:a16="http://schemas.microsoft.com/office/drawing/2014/main" id="{165ACFDB-EB0A-EF4A-A53B-E952BF38B2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6" name="Oval 1013">
                  <a:extLst>
                    <a:ext uri="{FF2B5EF4-FFF2-40B4-BE49-F238E27FC236}">
                      <a16:creationId xmlns:a16="http://schemas.microsoft.com/office/drawing/2014/main" id="{8E1C86F1-E8A5-AB43-9FBE-05329F11F8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35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7" name="Oval 1014">
                  <a:extLst>
                    <a:ext uri="{FF2B5EF4-FFF2-40B4-BE49-F238E27FC236}">
                      <a16:creationId xmlns:a16="http://schemas.microsoft.com/office/drawing/2014/main" id="{0C189499-8A09-3E4B-B216-1DBC5D3CDC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8" name="Rectangle 1015">
                  <a:extLst>
                    <a:ext uri="{FF2B5EF4-FFF2-40B4-BE49-F238E27FC236}">
                      <a16:creationId xmlns:a16="http://schemas.microsoft.com/office/drawing/2014/main" id="{F801E0C5-03DC-4947-89BB-24F841D73C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11D2D3D5-CF37-8945-8D0A-CBA0214240EA}"/>
              </a:ext>
            </a:extLst>
          </p:cNvPr>
          <p:cNvGrpSpPr/>
          <p:nvPr/>
        </p:nvGrpSpPr>
        <p:grpSpPr>
          <a:xfrm>
            <a:off x="5710412" y="1580973"/>
            <a:ext cx="2655296" cy="2800300"/>
            <a:chOff x="7619038" y="2102861"/>
            <a:chExt cx="3540395" cy="3733733"/>
          </a:xfrm>
        </p:grpSpPr>
        <p:sp>
          <p:nvSpPr>
            <p:cNvPr id="239" name="Line 426">
              <a:extLst>
                <a:ext uri="{FF2B5EF4-FFF2-40B4-BE49-F238E27FC236}">
                  <a16:creationId xmlns:a16="http://schemas.microsoft.com/office/drawing/2014/main" id="{DDAEB50C-98DD-DA43-B9C4-9AB7F9ED5B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3016" y="2695257"/>
              <a:ext cx="227964" cy="174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  <p:grpSp>
          <p:nvGrpSpPr>
            <p:cNvPr id="241" name="Group 783">
              <a:extLst>
                <a:ext uri="{FF2B5EF4-FFF2-40B4-BE49-F238E27FC236}">
                  <a16:creationId xmlns:a16="http://schemas.microsoft.com/office/drawing/2014/main" id="{02FEAFB4-9831-B64A-9F54-92C532E8F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55854" y="2304274"/>
              <a:ext cx="298450" cy="464008"/>
              <a:chOff x="3130" y="3288"/>
              <a:chExt cx="410" cy="742"/>
            </a:xfrm>
          </p:grpSpPr>
          <p:sp>
            <p:nvSpPr>
              <p:cNvPr id="244" name="Line 270">
                <a:extLst>
                  <a:ext uri="{FF2B5EF4-FFF2-40B4-BE49-F238E27FC236}">
                    <a16:creationId xmlns:a16="http://schemas.microsoft.com/office/drawing/2014/main" id="{A9300902-94F3-8949-9A54-8B95986ACB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45" name="Line 271">
                <a:extLst>
                  <a:ext uri="{FF2B5EF4-FFF2-40B4-BE49-F238E27FC236}">
                    <a16:creationId xmlns:a16="http://schemas.microsoft.com/office/drawing/2014/main" id="{B93F32E3-8690-BD4B-B848-94E1FAAB5E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46" name="Line 272">
                <a:extLst>
                  <a:ext uri="{FF2B5EF4-FFF2-40B4-BE49-F238E27FC236}">
                    <a16:creationId xmlns:a16="http://schemas.microsoft.com/office/drawing/2014/main" id="{AB0BEDC3-F0F0-4E42-A55F-57AC0548D5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47" name="Line 273">
                <a:extLst>
                  <a:ext uri="{FF2B5EF4-FFF2-40B4-BE49-F238E27FC236}">
                    <a16:creationId xmlns:a16="http://schemas.microsoft.com/office/drawing/2014/main" id="{3AF299DE-8F54-D84C-B398-5B3B44C53A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48" name="Line 274">
                <a:extLst>
                  <a:ext uri="{FF2B5EF4-FFF2-40B4-BE49-F238E27FC236}">
                    <a16:creationId xmlns:a16="http://schemas.microsoft.com/office/drawing/2014/main" id="{C2005C3C-C4BA-FD44-A127-E5C4FE594D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49" name="Line 275">
                <a:extLst>
                  <a:ext uri="{FF2B5EF4-FFF2-40B4-BE49-F238E27FC236}">
                    <a16:creationId xmlns:a16="http://schemas.microsoft.com/office/drawing/2014/main" id="{948DF918-9246-AF45-A55F-C5B743663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0" name="Line 276">
                <a:extLst>
                  <a:ext uri="{FF2B5EF4-FFF2-40B4-BE49-F238E27FC236}">
                    <a16:creationId xmlns:a16="http://schemas.microsoft.com/office/drawing/2014/main" id="{3D1534AB-9253-A140-B4C5-81F085C452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1" name="Line 277">
                <a:extLst>
                  <a:ext uri="{FF2B5EF4-FFF2-40B4-BE49-F238E27FC236}">
                    <a16:creationId xmlns:a16="http://schemas.microsoft.com/office/drawing/2014/main" id="{3BA377A2-6A51-F64B-AA8B-4FB90FAA7D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2" name="Line 278">
                <a:extLst>
                  <a:ext uri="{FF2B5EF4-FFF2-40B4-BE49-F238E27FC236}">
                    <a16:creationId xmlns:a16="http://schemas.microsoft.com/office/drawing/2014/main" id="{FA310FA6-4B1E-0047-8066-8AF44673F2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3" name="Line 279">
                <a:extLst>
                  <a:ext uri="{FF2B5EF4-FFF2-40B4-BE49-F238E27FC236}">
                    <a16:creationId xmlns:a16="http://schemas.microsoft.com/office/drawing/2014/main" id="{254B094E-F3D3-0F46-BF4E-A226644B01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4" name="Line 280">
                <a:extLst>
                  <a:ext uri="{FF2B5EF4-FFF2-40B4-BE49-F238E27FC236}">
                    <a16:creationId xmlns:a16="http://schemas.microsoft.com/office/drawing/2014/main" id="{9805319A-9CA5-7340-811A-8DBCB5A2BA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5" name="Line 281">
                <a:extLst>
                  <a:ext uri="{FF2B5EF4-FFF2-40B4-BE49-F238E27FC236}">
                    <a16:creationId xmlns:a16="http://schemas.microsoft.com/office/drawing/2014/main" id="{6042C4DF-7427-904B-A064-26708AF480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6" name="Line 282">
                <a:extLst>
                  <a:ext uri="{FF2B5EF4-FFF2-40B4-BE49-F238E27FC236}">
                    <a16:creationId xmlns:a16="http://schemas.microsoft.com/office/drawing/2014/main" id="{21FF36A4-E56F-C94A-8E67-9A6E4DA844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7" name="Line 283">
                <a:extLst>
                  <a:ext uri="{FF2B5EF4-FFF2-40B4-BE49-F238E27FC236}">
                    <a16:creationId xmlns:a16="http://schemas.microsoft.com/office/drawing/2014/main" id="{C6A0831D-FA2C-E744-8FE0-FDFDDB5FDD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8" name="Line 284">
                <a:extLst>
                  <a:ext uri="{FF2B5EF4-FFF2-40B4-BE49-F238E27FC236}">
                    <a16:creationId xmlns:a16="http://schemas.microsoft.com/office/drawing/2014/main" id="{65548550-729A-4849-9DC4-127F8FE86B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</p:grpSp>
        <p:pic>
          <p:nvPicPr>
            <p:cNvPr id="261" name="Picture 777" descr="access_point_stylized_small">
              <a:extLst>
                <a:ext uri="{FF2B5EF4-FFF2-40B4-BE49-F238E27FC236}">
                  <a16:creationId xmlns:a16="http://schemas.microsoft.com/office/drawing/2014/main" id="{FA9A412B-D725-D449-8707-A3626DCB48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9" name="Picture 780" descr="access_point_stylized_small">
              <a:extLst>
                <a:ext uri="{FF2B5EF4-FFF2-40B4-BE49-F238E27FC236}">
                  <a16:creationId xmlns:a16="http://schemas.microsoft.com/office/drawing/2014/main" id="{AC22920E-0555-BA45-9B6A-B76172153C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71" name="Group 470">
              <a:extLst>
                <a:ext uri="{FF2B5EF4-FFF2-40B4-BE49-F238E27FC236}">
                  <a16:creationId xmlns:a16="http://schemas.microsoft.com/office/drawing/2014/main" id="{DE035BC7-2762-3044-BE80-C91EC827E65C}"/>
                </a:ext>
              </a:extLst>
            </p:cNvPr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472" name="Freeform 471">
                <a:extLst>
                  <a:ext uri="{FF2B5EF4-FFF2-40B4-BE49-F238E27FC236}">
                    <a16:creationId xmlns:a16="http://schemas.microsoft.com/office/drawing/2014/main" id="{BEE06200-7AF9-4A43-9447-2349DCBFF947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473" name="Oval 472">
                <a:extLst>
                  <a:ext uri="{FF2B5EF4-FFF2-40B4-BE49-F238E27FC236}">
                    <a16:creationId xmlns:a16="http://schemas.microsoft.com/office/drawing/2014/main" id="{3340A80C-5091-6D49-89E5-375F02E9486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474" name="Group 473">
                <a:extLst>
                  <a:ext uri="{FF2B5EF4-FFF2-40B4-BE49-F238E27FC236}">
                    <a16:creationId xmlns:a16="http://schemas.microsoft.com/office/drawing/2014/main" id="{B2821126-95C5-B044-AEBC-BA333FAF6B2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75" name="Freeform 474">
                  <a:extLst>
                    <a:ext uri="{FF2B5EF4-FFF2-40B4-BE49-F238E27FC236}">
                      <a16:creationId xmlns:a16="http://schemas.microsoft.com/office/drawing/2014/main" id="{B76A81D4-5DC8-C241-B209-B819BC6D74F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76" name="Freeform 475">
                  <a:extLst>
                    <a:ext uri="{FF2B5EF4-FFF2-40B4-BE49-F238E27FC236}">
                      <a16:creationId xmlns:a16="http://schemas.microsoft.com/office/drawing/2014/main" id="{6F6ED06A-086C-754C-BE82-59E2830CF0D9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77" name="Freeform 476">
                  <a:extLst>
                    <a:ext uri="{FF2B5EF4-FFF2-40B4-BE49-F238E27FC236}">
                      <a16:creationId xmlns:a16="http://schemas.microsoft.com/office/drawing/2014/main" id="{A32340AB-4CC3-5442-987B-A47EF2040F1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78" name="Freeform 477">
                  <a:extLst>
                    <a:ext uri="{FF2B5EF4-FFF2-40B4-BE49-F238E27FC236}">
                      <a16:creationId xmlns:a16="http://schemas.microsoft.com/office/drawing/2014/main" id="{AC0AB71B-FD2B-9C4A-AE22-B586FC33568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20" name="Group 519">
              <a:extLst>
                <a:ext uri="{FF2B5EF4-FFF2-40B4-BE49-F238E27FC236}">
                  <a16:creationId xmlns:a16="http://schemas.microsoft.com/office/drawing/2014/main" id="{60B6F784-668B-5D4B-A622-66CCE6350B84}"/>
                </a:ext>
              </a:extLst>
            </p:cNvPr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521" name="Rectangle 520">
                <a:extLst>
                  <a:ext uri="{FF2B5EF4-FFF2-40B4-BE49-F238E27FC236}">
                    <a16:creationId xmlns:a16="http://schemas.microsoft.com/office/drawing/2014/main" id="{275B9F34-60F1-4A43-AAD4-D58802DAAC8F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22" name="Freeform 521">
                <a:extLst>
                  <a:ext uri="{FF2B5EF4-FFF2-40B4-BE49-F238E27FC236}">
                    <a16:creationId xmlns:a16="http://schemas.microsoft.com/office/drawing/2014/main" id="{778A1510-2C69-F848-B6B3-6C73FF163690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grpSp>
            <p:nvGrpSpPr>
              <p:cNvPr id="523" name="Group 522">
                <a:extLst>
                  <a:ext uri="{FF2B5EF4-FFF2-40B4-BE49-F238E27FC236}">
                    <a16:creationId xmlns:a16="http://schemas.microsoft.com/office/drawing/2014/main" id="{85BFF772-B3A6-F548-BDE0-8AEB95F33FBE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24" name="Freeform 523">
                  <a:extLst>
                    <a:ext uri="{FF2B5EF4-FFF2-40B4-BE49-F238E27FC236}">
                      <a16:creationId xmlns:a16="http://schemas.microsoft.com/office/drawing/2014/main" id="{B37A32DB-8119-5447-A58C-87AD1FDF0EB7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25" name="Freeform 524">
                  <a:extLst>
                    <a:ext uri="{FF2B5EF4-FFF2-40B4-BE49-F238E27FC236}">
                      <a16:creationId xmlns:a16="http://schemas.microsoft.com/office/drawing/2014/main" id="{58EF4D92-6D83-864D-92A9-A12640536887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26" name="Freeform 525">
                  <a:extLst>
                    <a:ext uri="{FF2B5EF4-FFF2-40B4-BE49-F238E27FC236}">
                      <a16:creationId xmlns:a16="http://schemas.microsoft.com/office/drawing/2014/main" id="{79E03014-7882-0546-B7FE-50715AB53593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27" name="Freeform 526">
                  <a:extLst>
                    <a:ext uri="{FF2B5EF4-FFF2-40B4-BE49-F238E27FC236}">
                      <a16:creationId xmlns:a16="http://schemas.microsoft.com/office/drawing/2014/main" id="{530508B2-B7B9-B347-8151-5F7967C6BEDA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479" name="Group 478">
              <a:extLst>
                <a:ext uri="{FF2B5EF4-FFF2-40B4-BE49-F238E27FC236}">
                  <a16:creationId xmlns:a16="http://schemas.microsoft.com/office/drawing/2014/main" id="{11A03BFE-097D-3B42-AA2B-11FFEA70FF5B}"/>
                </a:ext>
              </a:extLst>
            </p:cNvPr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480" name="Freeform 479">
                <a:extLst>
                  <a:ext uri="{FF2B5EF4-FFF2-40B4-BE49-F238E27FC236}">
                    <a16:creationId xmlns:a16="http://schemas.microsoft.com/office/drawing/2014/main" id="{89B10910-D4AF-3246-860A-25F1D908938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481" name="Oval 480">
                <a:extLst>
                  <a:ext uri="{FF2B5EF4-FFF2-40B4-BE49-F238E27FC236}">
                    <a16:creationId xmlns:a16="http://schemas.microsoft.com/office/drawing/2014/main" id="{F9BAB47F-DDD3-BE44-9A9E-FC2F67051936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482" name="Group 481">
                <a:extLst>
                  <a:ext uri="{FF2B5EF4-FFF2-40B4-BE49-F238E27FC236}">
                    <a16:creationId xmlns:a16="http://schemas.microsoft.com/office/drawing/2014/main" id="{753018A5-48AB-6D40-BB99-E6281192F8D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83" name="Freeform 482">
                  <a:extLst>
                    <a:ext uri="{FF2B5EF4-FFF2-40B4-BE49-F238E27FC236}">
                      <a16:creationId xmlns:a16="http://schemas.microsoft.com/office/drawing/2014/main" id="{BD7DB5A0-40AC-504F-93F8-89A5617E2AE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84" name="Freeform 483">
                  <a:extLst>
                    <a:ext uri="{FF2B5EF4-FFF2-40B4-BE49-F238E27FC236}">
                      <a16:creationId xmlns:a16="http://schemas.microsoft.com/office/drawing/2014/main" id="{DBEBB83D-40BF-8849-BAAA-59AB22EA085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85" name="Freeform 484">
                  <a:extLst>
                    <a:ext uri="{FF2B5EF4-FFF2-40B4-BE49-F238E27FC236}">
                      <a16:creationId xmlns:a16="http://schemas.microsoft.com/office/drawing/2014/main" id="{18930CC0-2525-0C49-9555-463122A4FBB4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86" name="Freeform 485">
                  <a:extLst>
                    <a:ext uri="{FF2B5EF4-FFF2-40B4-BE49-F238E27FC236}">
                      <a16:creationId xmlns:a16="http://schemas.microsoft.com/office/drawing/2014/main" id="{0C651989-7B8A-F043-A1B6-F47D8764FCE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DE45D3AB-47E3-364E-81D6-324D69CE101C}"/>
                </a:ext>
              </a:extLst>
            </p:cNvPr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530" name="Rectangle 529">
                <a:extLst>
                  <a:ext uri="{FF2B5EF4-FFF2-40B4-BE49-F238E27FC236}">
                    <a16:creationId xmlns:a16="http://schemas.microsoft.com/office/drawing/2014/main" id="{72425686-3D93-0646-A923-6ADF75485CDC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31" name="Freeform 530">
                <a:extLst>
                  <a:ext uri="{FF2B5EF4-FFF2-40B4-BE49-F238E27FC236}">
                    <a16:creationId xmlns:a16="http://schemas.microsoft.com/office/drawing/2014/main" id="{6ADFF160-CF04-7049-A6D4-1C789FDD39AE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grpSp>
            <p:nvGrpSpPr>
              <p:cNvPr id="532" name="Group 531">
                <a:extLst>
                  <a:ext uri="{FF2B5EF4-FFF2-40B4-BE49-F238E27FC236}">
                    <a16:creationId xmlns:a16="http://schemas.microsoft.com/office/drawing/2014/main" id="{AFDD9D33-8D17-F840-A9A5-3807DD3BA314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33" name="Freeform 532">
                  <a:extLst>
                    <a:ext uri="{FF2B5EF4-FFF2-40B4-BE49-F238E27FC236}">
                      <a16:creationId xmlns:a16="http://schemas.microsoft.com/office/drawing/2014/main" id="{3AF3452D-972F-6944-8123-ECA4288786DF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34" name="Freeform 533">
                  <a:extLst>
                    <a:ext uri="{FF2B5EF4-FFF2-40B4-BE49-F238E27FC236}">
                      <a16:creationId xmlns:a16="http://schemas.microsoft.com/office/drawing/2014/main" id="{BA43E42C-CD9B-1744-BEEC-9E664114AC8E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35" name="Freeform 534">
                  <a:extLst>
                    <a:ext uri="{FF2B5EF4-FFF2-40B4-BE49-F238E27FC236}">
                      <a16:creationId xmlns:a16="http://schemas.microsoft.com/office/drawing/2014/main" id="{42EF7BB0-4257-F646-805E-AFBA92B62F9D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36" name="Freeform 535">
                  <a:extLst>
                    <a:ext uri="{FF2B5EF4-FFF2-40B4-BE49-F238E27FC236}">
                      <a16:creationId xmlns:a16="http://schemas.microsoft.com/office/drawing/2014/main" id="{95AEC175-56C0-C14B-9DC5-693400B124AB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CBD7A282-C22D-714A-88F1-C7D4EDD107F8}"/>
                </a:ext>
              </a:extLst>
            </p:cNvPr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408" name="Freeform 407">
                <a:extLst>
                  <a:ext uri="{FF2B5EF4-FFF2-40B4-BE49-F238E27FC236}">
                    <a16:creationId xmlns:a16="http://schemas.microsoft.com/office/drawing/2014/main" id="{3C206862-9269-EE48-877D-EE261101A443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409" name="Oval 408">
                <a:extLst>
                  <a:ext uri="{FF2B5EF4-FFF2-40B4-BE49-F238E27FC236}">
                    <a16:creationId xmlns:a16="http://schemas.microsoft.com/office/drawing/2014/main" id="{9B69A2C6-F31C-E749-B77A-1818B15E1B36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410" name="Group 409">
                <a:extLst>
                  <a:ext uri="{FF2B5EF4-FFF2-40B4-BE49-F238E27FC236}">
                    <a16:creationId xmlns:a16="http://schemas.microsoft.com/office/drawing/2014/main" id="{08BE9AB8-F5DA-4D4A-9621-9AB05D691F0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1" name="Freeform 410">
                  <a:extLst>
                    <a:ext uri="{FF2B5EF4-FFF2-40B4-BE49-F238E27FC236}">
                      <a16:creationId xmlns:a16="http://schemas.microsoft.com/office/drawing/2014/main" id="{56E730F0-5BB3-6446-9D5B-82D51B9EDAF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12" name="Freeform 411">
                  <a:extLst>
                    <a:ext uri="{FF2B5EF4-FFF2-40B4-BE49-F238E27FC236}">
                      <a16:creationId xmlns:a16="http://schemas.microsoft.com/office/drawing/2014/main" id="{5BA37E27-2FC6-BA43-8A97-14171CB51FDD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13" name="Freeform 412">
                  <a:extLst>
                    <a:ext uri="{FF2B5EF4-FFF2-40B4-BE49-F238E27FC236}">
                      <a16:creationId xmlns:a16="http://schemas.microsoft.com/office/drawing/2014/main" id="{CCB37CB3-304F-6144-85D0-8B420BDD088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14" name="Freeform 413">
                  <a:extLst>
                    <a:ext uri="{FF2B5EF4-FFF2-40B4-BE49-F238E27FC236}">
                      <a16:creationId xmlns:a16="http://schemas.microsoft.com/office/drawing/2014/main" id="{BD0CA8E5-A033-834A-A402-E2EFB2FBBFC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F0DE4078-0801-A244-9A82-F7502B8B24A0}"/>
                </a:ext>
              </a:extLst>
            </p:cNvPr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416" name="Freeform 415">
                <a:extLst>
                  <a:ext uri="{FF2B5EF4-FFF2-40B4-BE49-F238E27FC236}">
                    <a16:creationId xmlns:a16="http://schemas.microsoft.com/office/drawing/2014/main" id="{EA784F43-D793-4342-92F3-EBC3632212A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417" name="Oval 416">
                <a:extLst>
                  <a:ext uri="{FF2B5EF4-FFF2-40B4-BE49-F238E27FC236}">
                    <a16:creationId xmlns:a16="http://schemas.microsoft.com/office/drawing/2014/main" id="{75841943-4184-5D4E-AAD4-8FEAC9D7330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418" name="Group 417">
                <a:extLst>
                  <a:ext uri="{FF2B5EF4-FFF2-40B4-BE49-F238E27FC236}">
                    <a16:creationId xmlns:a16="http://schemas.microsoft.com/office/drawing/2014/main" id="{23FBC748-DCBA-AA41-A6F7-895374D50CD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9" name="Freeform 418">
                  <a:extLst>
                    <a:ext uri="{FF2B5EF4-FFF2-40B4-BE49-F238E27FC236}">
                      <a16:creationId xmlns:a16="http://schemas.microsoft.com/office/drawing/2014/main" id="{96DA1F2B-2063-8C40-BF46-086C20D317A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20" name="Freeform 419">
                  <a:extLst>
                    <a:ext uri="{FF2B5EF4-FFF2-40B4-BE49-F238E27FC236}">
                      <a16:creationId xmlns:a16="http://schemas.microsoft.com/office/drawing/2014/main" id="{8A1EF987-02EE-DA4D-8224-02537D5034D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21" name="Freeform 420">
                  <a:extLst>
                    <a:ext uri="{FF2B5EF4-FFF2-40B4-BE49-F238E27FC236}">
                      <a16:creationId xmlns:a16="http://schemas.microsoft.com/office/drawing/2014/main" id="{1FC5854A-AF8F-6841-92AD-B18DDAF1E99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22" name="Freeform 421">
                  <a:extLst>
                    <a:ext uri="{FF2B5EF4-FFF2-40B4-BE49-F238E27FC236}">
                      <a16:creationId xmlns:a16="http://schemas.microsoft.com/office/drawing/2014/main" id="{A510FA68-BEB6-B54A-A1D4-984168F8571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455" name="Group 454">
              <a:extLst>
                <a:ext uri="{FF2B5EF4-FFF2-40B4-BE49-F238E27FC236}">
                  <a16:creationId xmlns:a16="http://schemas.microsoft.com/office/drawing/2014/main" id="{52B7B73B-1125-084D-8669-C68CC371DDC6}"/>
                </a:ext>
              </a:extLst>
            </p:cNvPr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456" name="Freeform 455">
                <a:extLst>
                  <a:ext uri="{FF2B5EF4-FFF2-40B4-BE49-F238E27FC236}">
                    <a16:creationId xmlns:a16="http://schemas.microsoft.com/office/drawing/2014/main" id="{3196A4F9-B139-4D4B-B210-0318216604F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457" name="Oval 456">
                <a:extLst>
                  <a:ext uri="{FF2B5EF4-FFF2-40B4-BE49-F238E27FC236}">
                    <a16:creationId xmlns:a16="http://schemas.microsoft.com/office/drawing/2014/main" id="{1D1C7F3A-BE45-014B-AF9C-58CA77DA029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458" name="Group 457">
                <a:extLst>
                  <a:ext uri="{FF2B5EF4-FFF2-40B4-BE49-F238E27FC236}">
                    <a16:creationId xmlns:a16="http://schemas.microsoft.com/office/drawing/2014/main" id="{83DFFE47-64E8-F54C-8ABC-E896DA957F0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59" name="Freeform 458">
                  <a:extLst>
                    <a:ext uri="{FF2B5EF4-FFF2-40B4-BE49-F238E27FC236}">
                      <a16:creationId xmlns:a16="http://schemas.microsoft.com/office/drawing/2014/main" id="{2A9F0EE2-8F99-EB4D-9331-7AE3BDCBE9C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60" name="Freeform 459">
                  <a:extLst>
                    <a:ext uri="{FF2B5EF4-FFF2-40B4-BE49-F238E27FC236}">
                      <a16:creationId xmlns:a16="http://schemas.microsoft.com/office/drawing/2014/main" id="{2E314A90-8DB8-2A49-8BB6-D51C2DAE9CF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61" name="Freeform 460">
                  <a:extLst>
                    <a:ext uri="{FF2B5EF4-FFF2-40B4-BE49-F238E27FC236}">
                      <a16:creationId xmlns:a16="http://schemas.microsoft.com/office/drawing/2014/main" id="{7D8C0277-204E-2B4D-B954-94739B9DE72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62" name="Freeform 461">
                  <a:extLst>
                    <a:ext uri="{FF2B5EF4-FFF2-40B4-BE49-F238E27FC236}">
                      <a16:creationId xmlns:a16="http://schemas.microsoft.com/office/drawing/2014/main" id="{69955D3C-6D1B-EA40-8228-73DF01564152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615" name="Group 614">
              <a:extLst>
                <a:ext uri="{FF2B5EF4-FFF2-40B4-BE49-F238E27FC236}">
                  <a16:creationId xmlns:a16="http://schemas.microsoft.com/office/drawing/2014/main" id="{E166183D-5423-4E4A-AD63-A361EDE184C0}"/>
                </a:ext>
              </a:extLst>
            </p:cNvPr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616" name="Freeform 615">
                <a:extLst>
                  <a:ext uri="{FF2B5EF4-FFF2-40B4-BE49-F238E27FC236}">
                    <a16:creationId xmlns:a16="http://schemas.microsoft.com/office/drawing/2014/main" id="{8470D159-2329-7F46-9191-000B96A32C7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617" name="Oval 616">
                <a:extLst>
                  <a:ext uri="{FF2B5EF4-FFF2-40B4-BE49-F238E27FC236}">
                    <a16:creationId xmlns:a16="http://schemas.microsoft.com/office/drawing/2014/main" id="{825BDAE5-F4DB-9148-9BC8-0F6F2D1E653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618" name="Group 617">
                <a:extLst>
                  <a:ext uri="{FF2B5EF4-FFF2-40B4-BE49-F238E27FC236}">
                    <a16:creationId xmlns:a16="http://schemas.microsoft.com/office/drawing/2014/main" id="{237F0420-A845-064A-97A2-458F63D673C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9" name="Freeform 618">
                  <a:extLst>
                    <a:ext uri="{FF2B5EF4-FFF2-40B4-BE49-F238E27FC236}">
                      <a16:creationId xmlns:a16="http://schemas.microsoft.com/office/drawing/2014/main" id="{D11109B9-8A56-A945-BA04-5A564B10300A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20" name="Freeform 619">
                  <a:extLst>
                    <a:ext uri="{FF2B5EF4-FFF2-40B4-BE49-F238E27FC236}">
                      <a16:creationId xmlns:a16="http://schemas.microsoft.com/office/drawing/2014/main" id="{170AB2AC-06DB-034E-A5C4-0C8F62E3BE4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21" name="Freeform 620">
                  <a:extLst>
                    <a:ext uri="{FF2B5EF4-FFF2-40B4-BE49-F238E27FC236}">
                      <a16:creationId xmlns:a16="http://schemas.microsoft.com/office/drawing/2014/main" id="{E41AEAC2-F85C-4A4E-B0B9-D5C02217D60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22" name="Freeform 621">
                  <a:extLst>
                    <a:ext uri="{FF2B5EF4-FFF2-40B4-BE49-F238E27FC236}">
                      <a16:creationId xmlns:a16="http://schemas.microsoft.com/office/drawing/2014/main" id="{7955A7EE-741F-9740-8344-A2BC817675A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77" name="Group 576">
              <a:extLst>
                <a:ext uri="{FF2B5EF4-FFF2-40B4-BE49-F238E27FC236}">
                  <a16:creationId xmlns:a16="http://schemas.microsoft.com/office/drawing/2014/main" id="{C471E59B-7A0B-AE4F-95D6-F76514D2D55A}"/>
                </a:ext>
              </a:extLst>
            </p:cNvPr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578" name="Freeform 577">
                <a:extLst>
                  <a:ext uri="{FF2B5EF4-FFF2-40B4-BE49-F238E27FC236}">
                    <a16:creationId xmlns:a16="http://schemas.microsoft.com/office/drawing/2014/main" id="{8CD016E7-5480-8E4E-94F7-201A1C6046D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579" name="Oval 578">
                <a:extLst>
                  <a:ext uri="{FF2B5EF4-FFF2-40B4-BE49-F238E27FC236}">
                    <a16:creationId xmlns:a16="http://schemas.microsoft.com/office/drawing/2014/main" id="{593A573C-B6D6-684E-BA73-8F7F7FA8D57C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580" name="Group 579">
                <a:extLst>
                  <a:ext uri="{FF2B5EF4-FFF2-40B4-BE49-F238E27FC236}">
                    <a16:creationId xmlns:a16="http://schemas.microsoft.com/office/drawing/2014/main" id="{2C09AC60-D16C-A948-B25E-01CF60EAAD7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1" name="Freeform 580">
                  <a:extLst>
                    <a:ext uri="{FF2B5EF4-FFF2-40B4-BE49-F238E27FC236}">
                      <a16:creationId xmlns:a16="http://schemas.microsoft.com/office/drawing/2014/main" id="{D9A85682-B6A6-2344-B24D-66A792630B3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82" name="Freeform 581">
                  <a:extLst>
                    <a:ext uri="{FF2B5EF4-FFF2-40B4-BE49-F238E27FC236}">
                      <a16:creationId xmlns:a16="http://schemas.microsoft.com/office/drawing/2014/main" id="{52EBCF47-0621-B64C-B884-20683D14D92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83" name="Freeform 582">
                  <a:extLst>
                    <a:ext uri="{FF2B5EF4-FFF2-40B4-BE49-F238E27FC236}">
                      <a16:creationId xmlns:a16="http://schemas.microsoft.com/office/drawing/2014/main" id="{83AAD1CC-D818-A245-9CF9-C4877A62A5D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84" name="Freeform 583">
                  <a:extLst>
                    <a:ext uri="{FF2B5EF4-FFF2-40B4-BE49-F238E27FC236}">
                      <a16:creationId xmlns:a16="http://schemas.microsoft.com/office/drawing/2014/main" id="{51F55DD1-3A8F-0242-A470-690BE99AC68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93" name="Group 592">
              <a:extLst>
                <a:ext uri="{FF2B5EF4-FFF2-40B4-BE49-F238E27FC236}">
                  <a16:creationId xmlns:a16="http://schemas.microsoft.com/office/drawing/2014/main" id="{7BF36121-B4F6-2447-9F5B-F29B627F3B2A}"/>
                </a:ext>
              </a:extLst>
            </p:cNvPr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D13949CD-BE6A-5744-98EE-61BE5EE60D4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595" name="Oval 594">
                <a:extLst>
                  <a:ext uri="{FF2B5EF4-FFF2-40B4-BE49-F238E27FC236}">
                    <a16:creationId xmlns:a16="http://schemas.microsoft.com/office/drawing/2014/main" id="{F3651F16-DD17-4D47-9A8D-8EFA601CA85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596" name="Group 595">
                <a:extLst>
                  <a:ext uri="{FF2B5EF4-FFF2-40B4-BE49-F238E27FC236}">
                    <a16:creationId xmlns:a16="http://schemas.microsoft.com/office/drawing/2014/main" id="{10CA9012-91B2-A449-8A2E-65BA6061B48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97" name="Freeform 596">
                  <a:extLst>
                    <a:ext uri="{FF2B5EF4-FFF2-40B4-BE49-F238E27FC236}">
                      <a16:creationId xmlns:a16="http://schemas.microsoft.com/office/drawing/2014/main" id="{964BBEA0-D220-6747-850B-459388ABF255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98" name="Freeform 597">
                  <a:extLst>
                    <a:ext uri="{FF2B5EF4-FFF2-40B4-BE49-F238E27FC236}">
                      <a16:creationId xmlns:a16="http://schemas.microsoft.com/office/drawing/2014/main" id="{ADEC5ED7-ED4C-584D-AB78-AA02A93E9466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99" name="Freeform 598">
                  <a:extLst>
                    <a:ext uri="{FF2B5EF4-FFF2-40B4-BE49-F238E27FC236}">
                      <a16:creationId xmlns:a16="http://schemas.microsoft.com/office/drawing/2014/main" id="{F45598BF-44BC-354D-9020-97A874C585B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00" name="Freeform 599">
                  <a:extLst>
                    <a:ext uri="{FF2B5EF4-FFF2-40B4-BE49-F238E27FC236}">
                      <a16:creationId xmlns:a16="http://schemas.microsoft.com/office/drawing/2014/main" id="{3A2BDF5D-2CA0-2145-8059-D8F121D4D32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601" name="Group 600">
              <a:extLst>
                <a:ext uri="{FF2B5EF4-FFF2-40B4-BE49-F238E27FC236}">
                  <a16:creationId xmlns:a16="http://schemas.microsoft.com/office/drawing/2014/main" id="{187A607B-CA61-BE46-8032-8E34596E7689}"/>
                </a:ext>
              </a:extLst>
            </p:cNvPr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602" name="Freeform 601">
                <a:extLst>
                  <a:ext uri="{FF2B5EF4-FFF2-40B4-BE49-F238E27FC236}">
                    <a16:creationId xmlns:a16="http://schemas.microsoft.com/office/drawing/2014/main" id="{EB8C3753-6F83-F64B-9439-656B124AA3B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603" name="Oval 602">
                <a:extLst>
                  <a:ext uri="{FF2B5EF4-FFF2-40B4-BE49-F238E27FC236}">
                    <a16:creationId xmlns:a16="http://schemas.microsoft.com/office/drawing/2014/main" id="{F476EE06-2893-8D4D-AF54-92697A0FE8A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604" name="Group 603">
                <a:extLst>
                  <a:ext uri="{FF2B5EF4-FFF2-40B4-BE49-F238E27FC236}">
                    <a16:creationId xmlns:a16="http://schemas.microsoft.com/office/drawing/2014/main" id="{5DED3EC9-29B0-8D48-BC37-13731DFE683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05" name="Freeform 604">
                  <a:extLst>
                    <a:ext uri="{FF2B5EF4-FFF2-40B4-BE49-F238E27FC236}">
                      <a16:creationId xmlns:a16="http://schemas.microsoft.com/office/drawing/2014/main" id="{D08D678C-613A-3543-B832-EE51616C6931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06" name="Freeform 605">
                  <a:extLst>
                    <a:ext uri="{FF2B5EF4-FFF2-40B4-BE49-F238E27FC236}">
                      <a16:creationId xmlns:a16="http://schemas.microsoft.com/office/drawing/2014/main" id="{9EB7819C-4684-3347-AA14-421D743ECB94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07" name="Freeform 606">
                  <a:extLst>
                    <a:ext uri="{FF2B5EF4-FFF2-40B4-BE49-F238E27FC236}">
                      <a16:creationId xmlns:a16="http://schemas.microsoft.com/office/drawing/2014/main" id="{F23E654E-4CEA-E346-A508-15310ABC704C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08" name="Freeform 607">
                  <a:extLst>
                    <a:ext uri="{FF2B5EF4-FFF2-40B4-BE49-F238E27FC236}">
                      <a16:creationId xmlns:a16="http://schemas.microsoft.com/office/drawing/2014/main" id="{EF443A10-9F41-BB4D-8E65-E94AEE09BDA7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54" name="Group 553">
              <a:extLst>
                <a:ext uri="{FF2B5EF4-FFF2-40B4-BE49-F238E27FC236}">
                  <a16:creationId xmlns:a16="http://schemas.microsoft.com/office/drawing/2014/main" id="{7CCD8656-0FD3-B844-BC6C-33CE0577598D}"/>
                </a:ext>
              </a:extLst>
            </p:cNvPr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555" name="Freeform 554">
                <a:extLst>
                  <a:ext uri="{FF2B5EF4-FFF2-40B4-BE49-F238E27FC236}">
                    <a16:creationId xmlns:a16="http://schemas.microsoft.com/office/drawing/2014/main" id="{7CF4B187-63BE-654E-852A-09C69503C97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556" name="Oval 555">
                <a:extLst>
                  <a:ext uri="{FF2B5EF4-FFF2-40B4-BE49-F238E27FC236}">
                    <a16:creationId xmlns:a16="http://schemas.microsoft.com/office/drawing/2014/main" id="{3B5270E4-3067-1643-B96C-CE5CEE09747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557" name="Group 556">
                <a:extLst>
                  <a:ext uri="{FF2B5EF4-FFF2-40B4-BE49-F238E27FC236}">
                    <a16:creationId xmlns:a16="http://schemas.microsoft.com/office/drawing/2014/main" id="{3BECC0F9-CE1F-254B-B04F-1EAA89C59C9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8" name="Freeform 557">
                  <a:extLst>
                    <a:ext uri="{FF2B5EF4-FFF2-40B4-BE49-F238E27FC236}">
                      <a16:creationId xmlns:a16="http://schemas.microsoft.com/office/drawing/2014/main" id="{7C55C6EE-4672-4F4F-A2F8-2821804F594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59" name="Freeform 558">
                  <a:extLst>
                    <a:ext uri="{FF2B5EF4-FFF2-40B4-BE49-F238E27FC236}">
                      <a16:creationId xmlns:a16="http://schemas.microsoft.com/office/drawing/2014/main" id="{C3B242E2-FAA3-F340-B7F0-35D87BB6BAA8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60" name="Freeform 559">
                  <a:extLst>
                    <a:ext uri="{FF2B5EF4-FFF2-40B4-BE49-F238E27FC236}">
                      <a16:creationId xmlns:a16="http://schemas.microsoft.com/office/drawing/2014/main" id="{87ED7762-177B-454C-AA37-EB518D75B66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61" name="Freeform 560">
                  <a:extLst>
                    <a:ext uri="{FF2B5EF4-FFF2-40B4-BE49-F238E27FC236}">
                      <a16:creationId xmlns:a16="http://schemas.microsoft.com/office/drawing/2014/main" id="{AD88A8A1-4E2B-154E-845D-5419478A1D2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85" name="Group 584">
              <a:extLst>
                <a:ext uri="{FF2B5EF4-FFF2-40B4-BE49-F238E27FC236}">
                  <a16:creationId xmlns:a16="http://schemas.microsoft.com/office/drawing/2014/main" id="{1A0C1583-3B4A-E44D-BB19-B20517502EBD}"/>
                </a:ext>
              </a:extLst>
            </p:cNvPr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196997C3-A7DB-5041-AC08-10F980FB77EC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587" name="Oval 586">
                <a:extLst>
                  <a:ext uri="{FF2B5EF4-FFF2-40B4-BE49-F238E27FC236}">
                    <a16:creationId xmlns:a16="http://schemas.microsoft.com/office/drawing/2014/main" id="{5F84A336-003F-D045-8717-1066774A69E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588" name="Group 587">
                <a:extLst>
                  <a:ext uri="{FF2B5EF4-FFF2-40B4-BE49-F238E27FC236}">
                    <a16:creationId xmlns:a16="http://schemas.microsoft.com/office/drawing/2014/main" id="{FF876992-AF96-3545-9CEA-A02174E11510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9" name="Freeform 588">
                  <a:extLst>
                    <a:ext uri="{FF2B5EF4-FFF2-40B4-BE49-F238E27FC236}">
                      <a16:creationId xmlns:a16="http://schemas.microsoft.com/office/drawing/2014/main" id="{668E6E88-4A46-6C47-A59A-CB9D07441C1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90" name="Freeform 589">
                  <a:extLst>
                    <a:ext uri="{FF2B5EF4-FFF2-40B4-BE49-F238E27FC236}">
                      <a16:creationId xmlns:a16="http://schemas.microsoft.com/office/drawing/2014/main" id="{C179B4BA-1D8B-E542-8032-CCB2C08DB97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91" name="Freeform 590">
                  <a:extLst>
                    <a:ext uri="{FF2B5EF4-FFF2-40B4-BE49-F238E27FC236}">
                      <a16:creationId xmlns:a16="http://schemas.microsoft.com/office/drawing/2014/main" id="{DCACB29E-ABE8-BA42-AD55-DAF519C17BE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92" name="Freeform 591">
                  <a:extLst>
                    <a:ext uri="{FF2B5EF4-FFF2-40B4-BE49-F238E27FC236}">
                      <a16:creationId xmlns:a16="http://schemas.microsoft.com/office/drawing/2014/main" id="{FD35A0ED-997C-6D46-9D96-FA8D4339826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38" name="Group 537">
              <a:extLst>
                <a:ext uri="{FF2B5EF4-FFF2-40B4-BE49-F238E27FC236}">
                  <a16:creationId xmlns:a16="http://schemas.microsoft.com/office/drawing/2014/main" id="{158E5A4C-7065-8643-BDC2-3A235B56FEA4}"/>
                </a:ext>
              </a:extLst>
            </p:cNvPr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539" name="Freeform 538">
                <a:extLst>
                  <a:ext uri="{FF2B5EF4-FFF2-40B4-BE49-F238E27FC236}">
                    <a16:creationId xmlns:a16="http://schemas.microsoft.com/office/drawing/2014/main" id="{CA8EFAEE-3EA1-2A49-A68E-588F301B6928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540" name="Oval 539">
                <a:extLst>
                  <a:ext uri="{FF2B5EF4-FFF2-40B4-BE49-F238E27FC236}">
                    <a16:creationId xmlns:a16="http://schemas.microsoft.com/office/drawing/2014/main" id="{7A05A3F9-D6B9-D14C-83C8-6C79F0B6B2CC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541" name="Group 540">
                <a:extLst>
                  <a:ext uri="{FF2B5EF4-FFF2-40B4-BE49-F238E27FC236}">
                    <a16:creationId xmlns:a16="http://schemas.microsoft.com/office/drawing/2014/main" id="{8AAC1FAD-B7BA-744A-8599-5670C6B0E77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42" name="Freeform 541">
                  <a:extLst>
                    <a:ext uri="{FF2B5EF4-FFF2-40B4-BE49-F238E27FC236}">
                      <a16:creationId xmlns:a16="http://schemas.microsoft.com/office/drawing/2014/main" id="{A016DA82-50DC-224C-84FF-C492EDE01BC1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43" name="Freeform 542">
                  <a:extLst>
                    <a:ext uri="{FF2B5EF4-FFF2-40B4-BE49-F238E27FC236}">
                      <a16:creationId xmlns:a16="http://schemas.microsoft.com/office/drawing/2014/main" id="{3D2D51D6-0AC0-9D43-A55C-E94B7DCA77F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44" name="Freeform 543">
                  <a:extLst>
                    <a:ext uri="{FF2B5EF4-FFF2-40B4-BE49-F238E27FC236}">
                      <a16:creationId xmlns:a16="http://schemas.microsoft.com/office/drawing/2014/main" id="{76C27F31-4CE4-1242-9801-166D4F66B5E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45" name="Freeform 544">
                  <a:extLst>
                    <a:ext uri="{FF2B5EF4-FFF2-40B4-BE49-F238E27FC236}">
                      <a16:creationId xmlns:a16="http://schemas.microsoft.com/office/drawing/2014/main" id="{9BC7E87F-2555-8D4C-80CB-0E2F5F4BB0F9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46" name="Group 545">
              <a:extLst>
                <a:ext uri="{FF2B5EF4-FFF2-40B4-BE49-F238E27FC236}">
                  <a16:creationId xmlns:a16="http://schemas.microsoft.com/office/drawing/2014/main" id="{4DAC2AB4-F1E4-D740-A4AF-07EE55303854}"/>
                </a:ext>
              </a:extLst>
            </p:cNvPr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547" name="Freeform 546">
                <a:extLst>
                  <a:ext uri="{FF2B5EF4-FFF2-40B4-BE49-F238E27FC236}">
                    <a16:creationId xmlns:a16="http://schemas.microsoft.com/office/drawing/2014/main" id="{23E59006-14B9-C64E-A05E-0BD7C00C4A6F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548" name="Oval 547">
                <a:extLst>
                  <a:ext uri="{FF2B5EF4-FFF2-40B4-BE49-F238E27FC236}">
                    <a16:creationId xmlns:a16="http://schemas.microsoft.com/office/drawing/2014/main" id="{2AD17789-C54D-4948-95E6-741F42B1FB2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549" name="Group 548">
                <a:extLst>
                  <a:ext uri="{FF2B5EF4-FFF2-40B4-BE49-F238E27FC236}">
                    <a16:creationId xmlns:a16="http://schemas.microsoft.com/office/drawing/2014/main" id="{278D7FE0-D307-E941-967D-E4145732CEE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0" name="Freeform 549">
                  <a:extLst>
                    <a:ext uri="{FF2B5EF4-FFF2-40B4-BE49-F238E27FC236}">
                      <a16:creationId xmlns:a16="http://schemas.microsoft.com/office/drawing/2014/main" id="{1ADC6420-4AC2-F544-B940-D0A18615CA5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51" name="Freeform 550">
                  <a:extLst>
                    <a:ext uri="{FF2B5EF4-FFF2-40B4-BE49-F238E27FC236}">
                      <a16:creationId xmlns:a16="http://schemas.microsoft.com/office/drawing/2014/main" id="{223E40C5-E2E3-3B42-A86A-26D2D130B73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52" name="Freeform 551">
                  <a:extLst>
                    <a:ext uri="{FF2B5EF4-FFF2-40B4-BE49-F238E27FC236}">
                      <a16:creationId xmlns:a16="http://schemas.microsoft.com/office/drawing/2014/main" id="{C6AA2152-8609-214A-AE62-E7DFD1A9E72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53" name="Freeform 552">
                  <a:extLst>
                    <a:ext uri="{FF2B5EF4-FFF2-40B4-BE49-F238E27FC236}">
                      <a16:creationId xmlns:a16="http://schemas.microsoft.com/office/drawing/2014/main" id="{7CB5E54A-6719-9747-80B7-8D19331BE78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623" name="Group 622">
              <a:extLst>
                <a:ext uri="{FF2B5EF4-FFF2-40B4-BE49-F238E27FC236}">
                  <a16:creationId xmlns:a16="http://schemas.microsoft.com/office/drawing/2014/main" id="{EA34A94C-D92D-084C-BFEA-F4C8DF0AD275}"/>
                </a:ext>
              </a:extLst>
            </p:cNvPr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624" name="Freeform 623">
                <a:extLst>
                  <a:ext uri="{FF2B5EF4-FFF2-40B4-BE49-F238E27FC236}">
                    <a16:creationId xmlns:a16="http://schemas.microsoft.com/office/drawing/2014/main" id="{E1E1C6E8-4D60-7F43-BB0E-6D883F10D4A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625" name="Oval 624">
                <a:extLst>
                  <a:ext uri="{FF2B5EF4-FFF2-40B4-BE49-F238E27FC236}">
                    <a16:creationId xmlns:a16="http://schemas.microsoft.com/office/drawing/2014/main" id="{50975E36-0C2A-6844-A407-23F033DB4BD2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626" name="Group 625">
                <a:extLst>
                  <a:ext uri="{FF2B5EF4-FFF2-40B4-BE49-F238E27FC236}">
                    <a16:creationId xmlns:a16="http://schemas.microsoft.com/office/drawing/2014/main" id="{3F7EBA29-30EF-C741-94EE-735398C6CFA2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7" name="Freeform 626">
                  <a:extLst>
                    <a:ext uri="{FF2B5EF4-FFF2-40B4-BE49-F238E27FC236}">
                      <a16:creationId xmlns:a16="http://schemas.microsoft.com/office/drawing/2014/main" id="{B3AD45B5-1F4B-FF4A-843D-9D062939267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28" name="Freeform 627">
                  <a:extLst>
                    <a:ext uri="{FF2B5EF4-FFF2-40B4-BE49-F238E27FC236}">
                      <a16:creationId xmlns:a16="http://schemas.microsoft.com/office/drawing/2014/main" id="{A6F160FF-CBBD-9147-8D0B-92A36BEBF8A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29" name="Freeform 628">
                  <a:extLst>
                    <a:ext uri="{FF2B5EF4-FFF2-40B4-BE49-F238E27FC236}">
                      <a16:creationId xmlns:a16="http://schemas.microsoft.com/office/drawing/2014/main" id="{421F3589-EC70-074A-903F-D618ED6F789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30" name="Freeform 629">
                  <a:extLst>
                    <a:ext uri="{FF2B5EF4-FFF2-40B4-BE49-F238E27FC236}">
                      <a16:creationId xmlns:a16="http://schemas.microsoft.com/office/drawing/2014/main" id="{CEC8DEB8-8E24-2948-9AF6-0F3EF908CD4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463" name="Group 462">
              <a:extLst>
                <a:ext uri="{FF2B5EF4-FFF2-40B4-BE49-F238E27FC236}">
                  <a16:creationId xmlns:a16="http://schemas.microsoft.com/office/drawing/2014/main" id="{A8C4B740-B92E-8942-8EF4-347710C32F2C}"/>
                </a:ext>
              </a:extLst>
            </p:cNvPr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71A9C1C2-E4A0-D74C-8C05-2AD307E7B3E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465" name="Oval 464">
                <a:extLst>
                  <a:ext uri="{FF2B5EF4-FFF2-40B4-BE49-F238E27FC236}">
                    <a16:creationId xmlns:a16="http://schemas.microsoft.com/office/drawing/2014/main" id="{0F366A03-D9E7-9F45-99D3-1CAC10EE2C7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466" name="Group 465">
                <a:extLst>
                  <a:ext uri="{FF2B5EF4-FFF2-40B4-BE49-F238E27FC236}">
                    <a16:creationId xmlns:a16="http://schemas.microsoft.com/office/drawing/2014/main" id="{10CB8A50-A713-2549-9F44-B792D2C30CA4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67" name="Freeform 466">
                  <a:extLst>
                    <a:ext uri="{FF2B5EF4-FFF2-40B4-BE49-F238E27FC236}">
                      <a16:creationId xmlns:a16="http://schemas.microsoft.com/office/drawing/2014/main" id="{DC4E3153-8354-1145-82FC-C287EF5FE6C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68" name="Freeform 467">
                  <a:extLst>
                    <a:ext uri="{FF2B5EF4-FFF2-40B4-BE49-F238E27FC236}">
                      <a16:creationId xmlns:a16="http://schemas.microsoft.com/office/drawing/2014/main" id="{99B3C81B-87BA-1A4F-BCAD-DF0EF9C582C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69" name="Freeform 468">
                  <a:extLst>
                    <a:ext uri="{FF2B5EF4-FFF2-40B4-BE49-F238E27FC236}">
                      <a16:creationId xmlns:a16="http://schemas.microsoft.com/office/drawing/2014/main" id="{DEEA64E4-A29A-E742-B32E-C111E6BF422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70" name="Freeform 469">
                  <a:extLst>
                    <a:ext uri="{FF2B5EF4-FFF2-40B4-BE49-F238E27FC236}">
                      <a16:creationId xmlns:a16="http://schemas.microsoft.com/office/drawing/2014/main" id="{43676372-2E7B-9445-80AD-B31686FE67E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447" name="Group 446">
              <a:extLst>
                <a:ext uri="{FF2B5EF4-FFF2-40B4-BE49-F238E27FC236}">
                  <a16:creationId xmlns:a16="http://schemas.microsoft.com/office/drawing/2014/main" id="{314E0C43-2359-9440-BEF9-9E1924BED605}"/>
                </a:ext>
              </a:extLst>
            </p:cNvPr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448" name="Freeform 447">
                <a:extLst>
                  <a:ext uri="{FF2B5EF4-FFF2-40B4-BE49-F238E27FC236}">
                    <a16:creationId xmlns:a16="http://schemas.microsoft.com/office/drawing/2014/main" id="{9737FFD7-2DCB-A148-A405-977351501C2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449" name="Oval 448">
                <a:extLst>
                  <a:ext uri="{FF2B5EF4-FFF2-40B4-BE49-F238E27FC236}">
                    <a16:creationId xmlns:a16="http://schemas.microsoft.com/office/drawing/2014/main" id="{9739DB09-38E5-A347-93BF-13C80AD8453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450" name="Group 449">
                <a:extLst>
                  <a:ext uri="{FF2B5EF4-FFF2-40B4-BE49-F238E27FC236}">
                    <a16:creationId xmlns:a16="http://schemas.microsoft.com/office/drawing/2014/main" id="{04079280-378E-384D-9681-BF41B82BF6C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51" name="Freeform 450">
                  <a:extLst>
                    <a:ext uri="{FF2B5EF4-FFF2-40B4-BE49-F238E27FC236}">
                      <a16:creationId xmlns:a16="http://schemas.microsoft.com/office/drawing/2014/main" id="{914AA044-3657-1448-A5E9-2F003DC03F6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52" name="Freeform 451">
                  <a:extLst>
                    <a:ext uri="{FF2B5EF4-FFF2-40B4-BE49-F238E27FC236}">
                      <a16:creationId xmlns:a16="http://schemas.microsoft.com/office/drawing/2014/main" id="{29FDF0B8-7E9A-1F4D-8C99-CE1C68A134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53" name="Freeform 452">
                  <a:extLst>
                    <a:ext uri="{FF2B5EF4-FFF2-40B4-BE49-F238E27FC236}">
                      <a16:creationId xmlns:a16="http://schemas.microsoft.com/office/drawing/2014/main" id="{49A96193-2E73-4C43-843C-2C8C4DCEE47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54" name="Freeform 453">
                  <a:extLst>
                    <a:ext uri="{FF2B5EF4-FFF2-40B4-BE49-F238E27FC236}">
                      <a16:creationId xmlns:a16="http://schemas.microsoft.com/office/drawing/2014/main" id="{F5358318-953E-E249-9021-E0B5DF66E3B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</p:grpSp>
      <p:grpSp>
        <p:nvGrpSpPr>
          <p:cNvPr id="1032" name="Group 1031">
            <a:extLst>
              <a:ext uri="{FF2B5EF4-FFF2-40B4-BE49-F238E27FC236}">
                <a16:creationId xmlns:a16="http://schemas.microsoft.com/office/drawing/2014/main" id="{036990DA-17DD-924D-9A43-4A9775E07569}"/>
              </a:ext>
            </a:extLst>
          </p:cNvPr>
          <p:cNvGrpSpPr/>
          <p:nvPr/>
        </p:nvGrpSpPr>
        <p:grpSpPr>
          <a:xfrm>
            <a:off x="1296655" y="4154363"/>
            <a:ext cx="4084795" cy="862084"/>
            <a:chOff x="1728873" y="5539150"/>
            <a:chExt cx="5446393" cy="1149445"/>
          </a:xfrm>
        </p:grpSpPr>
        <p:sp>
          <p:nvSpPr>
            <p:cNvPr id="838" name="Freeform 417">
              <a:extLst>
                <a:ext uri="{FF2B5EF4-FFF2-40B4-BE49-F238E27FC236}">
                  <a16:creationId xmlns:a16="http://schemas.microsoft.com/office/drawing/2014/main" id="{F705D6E8-49A7-AA46-A818-65E5953EC2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8873" y="5660145"/>
              <a:ext cx="1143514" cy="680533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872" name="Content Placeholder 2">
              <a:extLst>
                <a:ext uri="{FF2B5EF4-FFF2-40B4-BE49-F238E27FC236}">
                  <a16:creationId xmlns:a16="http://schemas.microsoft.com/office/drawing/2014/main" id="{5F6F3EFF-3938-B04A-9425-41262E778239}"/>
                </a:ext>
              </a:extLst>
            </p:cNvPr>
            <p:cNvSpPr txBox="1">
              <a:spLocks/>
            </p:cNvSpPr>
            <p:nvPr/>
          </p:nvSpPr>
          <p:spPr>
            <a:xfrm>
              <a:off x="3142713" y="5539150"/>
              <a:ext cx="4032553" cy="1149445"/>
            </a:xfrm>
            <a:prstGeom prst="rect">
              <a:avLst/>
            </a:prstGeom>
          </p:spPr>
          <p:txBody>
            <a:bodyPr>
              <a:normAutofit fontScale="92500" lnSpcReduction="20000"/>
            </a:bodyPr>
            <a:lstStyle>
              <a:lvl1pPr marL="347472" indent="-347472" algn="l" defTabSz="914400" rtl="0" eaLnBrk="1" latinLnBrk="0" hangingPunct="1">
                <a:lnSpc>
                  <a:spcPct val="90000"/>
                </a:lnSpc>
                <a:spcBef>
                  <a:spcPts val="672"/>
                </a:spcBef>
                <a:buClr>
                  <a:srgbClr val="002E8A"/>
                </a:buClr>
                <a:buSzPct val="100000"/>
                <a:buFont typeface="Wingdings" panose="05000000000000000000" pitchFamily="2" charset="2"/>
                <a:buChar char="§"/>
                <a:defRPr sz="2800" kern="1200">
                  <a:solidFill>
                    <a:schemeClr val="tx1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1pPr>
              <a:lvl2pPr marL="740664" indent="-283464" algn="l" defTabSz="914400" rtl="0" eaLnBrk="1" latinLnBrk="0" hangingPunct="1">
                <a:lnSpc>
                  <a:spcPct val="90000"/>
                </a:lnSpc>
                <a:spcBef>
                  <a:spcPts val="528"/>
                </a:spcBef>
                <a:buClr>
                  <a:srgbClr val="C00000"/>
                </a:buClr>
                <a:buSzPct val="100000"/>
                <a:buFont typeface="Wingdings" panose="05000000000000000000" pitchFamily="2" charset="2"/>
                <a:buChar char="§"/>
                <a:defRPr sz="2400" kern="1200">
                  <a:solidFill>
                    <a:srgbClr val="0070C0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2">
                    <a:lumMod val="75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sz="2200" kern="1200">
                  <a:solidFill>
                    <a:schemeClr val="accent2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70C0"/>
                </a:buClr>
                <a:buSzPct val="100000"/>
                <a:buFont typeface="Wingdings" panose="05000000000000000000" pitchFamily="2" charset="2"/>
                <a:buChar char="§"/>
                <a:defRPr sz="2000" kern="1200">
                  <a:solidFill>
                    <a:srgbClr val="7030A0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27242"/>
                </a:buClr>
                <a:buSzPct val="100000"/>
                <a:buFont typeface="Wingdings" panose="05000000000000000000" pitchFamily="2" charset="2"/>
                <a:buChar char="§"/>
                <a:defRPr sz="1800" kern="1200">
                  <a:solidFill>
                    <a:schemeClr val="accent6">
                      <a:lumMod val="50000"/>
                    </a:schemeClr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 baseline="0">
                  <a:solidFill>
                    <a:schemeClr val="accent4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144" indent="0">
                <a:buClr>
                  <a:srgbClr val="0000A8"/>
                </a:buClr>
                <a:buNone/>
              </a:pPr>
              <a:r>
                <a:rPr lang="en-US" altLang="en-US" sz="1800" i="1" dirty="0">
                  <a:solidFill>
                    <a:srgbClr val="C00000"/>
                  </a:solidFill>
                  <a:latin typeface="+mn-lt"/>
                  <a:ea typeface="Arial" panose="020B0604020202020204" pitchFamily="34" charset="0"/>
                </a:rPr>
                <a:t>Networks</a:t>
              </a:r>
            </a:p>
            <a:p>
              <a:pPr marL="259556" lvl="1" indent="-173831">
                <a:buClr>
                  <a:srgbClr val="0000A3"/>
                </a:buClr>
              </a:pPr>
              <a:r>
                <a:rPr lang="en-US" altLang="en-US" sz="1500" dirty="0">
                  <a:solidFill>
                    <a:schemeClr val="tx1"/>
                  </a:solidFill>
                  <a:latin typeface="+mn-lt"/>
                  <a:ea typeface="Arial" panose="020B0604020202020204" pitchFamily="34" charset="0"/>
                </a:rPr>
                <a:t>collection of devices, routers, links: managed by an organization</a:t>
              </a:r>
              <a:endParaRPr lang="en-US" sz="1800" dirty="0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C27B58DA-1AEB-4740-B294-405BA04A628A}"/>
              </a:ext>
            </a:extLst>
          </p:cNvPr>
          <p:cNvSpPr/>
          <p:nvPr/>
        </p:nvSpPr>
        <p:spPr>
          <a:xfrm>
            <a:off x="5391968" y="1231482"/>
            <a:ext cx="3075797" cy="3190756"/>
          </a:xfrm>
          <a:custGeom>
            <a:avLst/>
            <a:gdLst>
              <a:gd name="connsiteX0" fmla="*/ 2112364 w 4107620"/>
              <a:gd name="connsiteY0" fmla="*/ 1261685 h 4330718"/>
              <a:gd name="connsiteX1" fmla="*/ 1712971 w 4107620"/>
              <a:gd name="connsiteY1" fmla="*/ 1293216 h 4330718"/>
              <a:gd name="connsiteX2" fmla="*/ 1387150 w 4107620"/>
              <a:gd name="connsiteY2" fmla="*/ 904333 h 4330718"/>
              <a:gd name="connsiteX3" fmla="*/ 1134902 w 4107620"/>
              <a:gd name="connsiteY3" fmla="*/ 568002 h 4330718"/>
              <a:gd name="connsiteX4" fmla="*/ 840612 w 4107620"/>
              <a:gd name="connsiteY4" fmla="*/ 851781 h 4330718"/>
              <a:gd name="connsiteX5" fmla="*/ 703978 w 4107620"/>
              <a:gd name="connsiteY5" fmla="*/ 1356278 h 4330718"/>
              <a:gd name="connsiteX6" fmla="*/ 1240006 w 4107620"/>
              <a:gd name="connsiteY6" fmla="*/ 1955368 h 4330718"/>
              <a:gd name="connsiteX7" fmla="*/ 1303068 w 4107620"/>
              <a:gd name="connsiteY7" fmla="*/ 2375781 h 4330718"/>
              <a:gd name="connsiteX8" fmla="*/ 220502 w 4107620"/>
              <a:gd name="connsiteY8" fmla="*/ 2302209 h 4330718"/>
              <a:gd name="connsiteX9" fmla="*/ 83868 w 4107620"/>
              <a:gd name="connsiteY9" fmla="*/ 2943340 h 4330718"/>
              <a:gd name="connsiteX10" fmla="*/ 1218985 w 4107620"/>
              <a:gd name="connsiteY10" fmla="*/ 3258650 h 4330718"/>
              <a:gd name="connsiteX11" fmla="*/ 1124392 w 4107620"/>
              <a:gd name="connsiteY11" fmla="*/ 3647533 h 4330718"/>
              <a:gd name="connsiteX12" fmla="*/ 924695 w 4107620"/>
              <a:gd name="connsiteY12" fmla="*/ 3763147 h 4330718"/>
              <a:gd name="connsiteX13" fmla="*/ 1324088 w 4107620"/>
              <a:gd name="connsiteY13" fmla="*/ 3962843 h 4330718"/>
              <a:gd name="connsiteX14" fmla="*/ 1576337 w 4107620"/>
              <a:gd name="connsiteY14" fmla="*/ 3899781 h 4330718"/>
              <a:gd name="connsiteX15" fmla="*/ 1818075 w 4107620"/>
              <a:gd name="connsiteY15" fmla="*/ 4036416 h 4330718"/>
              <a:gd name="connsiteX16" fmla="*/ 1996750 w 4107620"/>
              <a:gd name="connsiteY16" fmla="*/ 4299174 h 4330718"/>
              <a:gd name="connsiteX17" fmla="*/ 2448695 w 4107620"/>
              <a:gd name="connsiteY17" fmla="*/ 4299174 h 4330718"/>
              <a:gd name="connsiteX18" fmla="*/ 2764006 w 4107620"/>
              <a:gd name="connsiteY18" fmla="*/ 4057436 h 4330718"/>
              <a:gd name="connsiteX19" fmla="*/ 2995233 w 4107620"/>
              <a:gd name="connsiteY19" fmla="*/ 4025905 h 4330718"/>
              <a:gd name="connsiteX20" fmla="*/ 3016254 w 4107620"/>
              <a:gd name="connsiteY20" fmla="*/ 3731616 h 4330718"/>
              <a:gd name="connsiteX21" fmla="*/ 3194930 w 4107620"/>
              <a:gd name="connsiteY21" fmla="*/ 3300692 h 4330718"/>
              <a:gd name="connsiteX22" fmla="*/ 3972695 w 4107620"/>
              <a:gd name="connsiteY22" fmla="*/ 3122016 h 4330718"/>
              <a:gd name="connsiteX23" fmla="*/ 3909633 w 4107620"/>
              <a:gd name="connsiteY23" fmla="*/ 1818733 h 4330718"/>
              <a:gd name="connsiteX24" fmla="*/ 4046268 w 4107620"/>
              <a:gd name="connsiteY24" fmla="*/ 904333 h 4330718"/>
              <a:gd name="connsiteX25" fmla="*/ 3962185 w 4107620"/>
              <a:gd name="connsiteY25" fmla="*/ 147588 h 4330718"/>
              <a:gd name="connsiteX26" fmla="*/ 2480226 w 4107620"/>
              <a:gd name="connsiteY26" fmla="*/ 63505 h 4330718"/>
              <a:gd name="connsiteX27" fmla="*/ 2133385 w 4107620"/>
              <a:gd name="connsiteY27" fmla="*/ 872802 h 4330718"/>
              <a:gd name="connsiteX28" fmla="*/ 2238488 w 4107620"/>
              <a:gd name="connsiteY28" fmla="*/ 1230154 h 4330718"/>
              <a:gd name="connsiteX29" fmla="*/ 2112364 w 4107620"/>
              <a:gd name="connsiteY29" fmla="*/ 1261685 h 4330718"/>
              <a:gd name="connsiteX0" fmla="*/ 1996750 w 4107620"/>
              <a:gd name="connsiteY0" fmla="*/ 1366789 h 4330718"/>
              <a:gd name="connsiteX1" fmla="*/ 1712971 w 4107620"/>
              <a:gd name="connsiteY1" fmla="*/ 1293216 h 4330718"/>
              <a:gd name="connsiteX2" fmla="*/ 1387150 w 4107620"/>
              <a:gd name="connsiteY2" fmla="*/ 904333 h 4330718"/>
              <a:gd name="connsiteX3" fmla="*/ 1134902 w 4107620"/>
              <a:gd name="connsiteY3" fmla="*/ 568002 h 4330718"/>
              <a:gd name="connsiteX4" fmla="*/ 840612 w 4107620"/>
              <a:gd name="connsiteY4" fmla="*/ 851781 h 4330718"/>
              <a:gd name="connsiteX5" fmla="*/ 703978 w 4107620"/>
              <a:gd name="connsiteY5" fmla="*/ 1356278 h 4330718"/>
              <a:gd name="connsiteX6" fmla="*/ 1240006 w 4107620"/>
              <a:gd name="connsiteY6" fmla="*/ 1955368 h 4330718"/>
              <a:gd name="connsiteX7" fmla="*/ 1303068 w 4107620"/>
              <a:gd name="connsiteY7" fmla="*/ 2375781 h 4330718"/>
              <a:gd name="connsiteX8" fmla="*/ 220502 w 4107620"/>
              <a:gd name="connsiteY8" fmla="*/ 2302209 h 4330718"/>
              <a:gd name="connsiteX9" fmla="*/ 83868 w 4107620"/>
              <a:gd name="connsiteY9" fmla="*/ 2943340 h 4330718"/>
              <a:gd name="connsiteX10" fmla="*/ 1218985 w 4107620"/>
              <a:gd name="connsiteY10" fmla="*/ 3258650 h 4330718"/>
              <a:gd name="connsiteX11" fmla="*/ 1124392 w 4107620"/>
              <a:gd name="connsiteY11" fmla="*/ 3647533 h 4330718"/>
              <a:gd name="connsiteX12" fmla="*/ 924695 w 4107620"/>
              <a:gd name="connsiteY12" fmla="*/ 3763147 h 4330718"/>
              <a:gd name="connsiteX13" fmla="*/ 1324088 w 4107620"/>
              <a:gd name="connsiteY13" fmla="*/ 3962843 h 4330718"/>
              <a:gd name="connsiteX14" fmla="*/ 1576337 w 4107620"/>
              <a:gd name="connsiteY14" fmla="*/ 3899781 h 4330718"/>
              <a:gd name="connsiteX15" fmla="*/ 1818075 w 4107620"/>
              <a:gd name="connsiteY15" fmla="*/ 4036416 h 4330718"/>
              <a:gd name="connsiteX16" fmla="*/ 1996750 w 4107620"/>
              <a:gd name="connsiteY16" fmla="*/ 4299174 h 4330718"/>
              <a:gd name="connsiteX17" fmla="*/ 2448695 w 4107620"/>
              <a:gd name="connsiteY17" fmla="*/ 4299174 h 4330718"/>
              <a:gd name="connsiteX18" fmla="*/ 2764006 w 4107620"/>
              <a:gd name="connsiteY18" fmla="*/ 4057436 h 4330718"/>
              <a:gd name="connsiteX19" fmla="*/ 2995233 w 4107620"/>
              <a:gd name="connsiteY19" fmla="*/ 4025905 h 4330718"/>
              <a:gd name="connsiteX20" fmla="*/ 3016254 w 4107620"/>
              <a:gd name="connsiteY20" fmla="*/ 3731616 h 4330718"/>
              <a:gd name="connsiteX21" fmla="*/ 3194930 w 4107620"/>
              <a:gd name="connsiteY21" fmla="*/ 3300692 h 4330718"/>
              <a:gd name="connsiteX22" fmla="*/ 3972695 w 4107620"/>
              <a:gd name="connsiteY22" fmla="*/ 3122016 h 4330718"/>
              <a:gd name="connsiteX23" fmla="*/ 3909633 w 4107620"/>
              <a:gd name="connsiteY23" fmla="*/ 1818733 h 4330718"/>
              <a:gd name="connsiteX24" fmla="*/ 4046268 w 4107620"/>
              <a:gd name="connsiteY24" fmla="*/ 904333 h 4330718"/>
              <a:gd name="connsiteX25" fmla="*/ 3962185 w 4107620"/>
              <a:gd name="connsiteY25" fmla="*/ 147588 h 4330718"/>
              <a:gd name="connsiteX26" fmla="*/ 2480226 w 4107620"/>
              <a:gd name="connsiteY26" fmla="*/ 63505 h 4330718"/>
              <a:gd name="connsiteX27" fmla="*/ 2133385 w 4107620"/>
              <a:gd name="connsiteY27" fmla="*/ 872802 h 4330718"/>
              <a:gd name="connsiteX28" fmla="*/ 2238488 w 4107620"/>
              <a:gd name="connsiteY28" fmla="*/ 1230154 h 4330718"/>
              <a:gd name="connsiteX29" fmla="*/ 1996750 w 4107620"/>
              <a:gd name="connsiteY29" fmla="*/ 1366789 h 4330718"/>
              <a:gd name="connsiteX0" fmla="*/ 1996750 w 4107620"/>
              <a:gd name="connsiteY0" fmla="*/ 1339069 h 4302998"/>
              <a:gd name="connsiteX1" fmla="*/ 1712971 w 4107620"/>
              <a:gd name="connsiteY1" fmla="*/ 1265496 h 4302998"/>
              <a:gd name="connsiteX2" fmla="*/ 1387150 w 4107620"/>
              <a:gd name="connsiteY2" fmla="*/ 876613 h 4302998"/>
              <a:gd name="connsiteX3" fmla="*/ 1134902 w 4107620"/>
              <a:gd name="connsiteY3" fmla="*/ 540282 h 4302998"/>
              <a:gd name="connsiteX4" fmla="*/ 840612 w 4107620"/>
              <a:gd name="connsiteY4" fmla="*/ 824061 h 4302998"/>
              <a:gd name="connsiteX5" fmla="*/ 703978 w 4107620"/>
              <a:gd name="connsiteY5" fmla="*/ 1328558 h 4302998"/>
              <a:gd name="connsiteX6" fmla="*/ 1240006 w 4107620"/>
              <a:gd name="connsiteY6" fmla="*/ 1927648 h 4302998"/>
              <a:gd name="connsiteX7" fmla="*/ 1303068 w 4107620"/>
              <a:gd name="connsiteY7" fmla="*/ 2348061 h 4302998"/>
              <a:gd name="connsiteX8" fmla="*/ 220502 w 4107620"/>
              <a:gd name="connsiteY8" fmla="*/ 2274489 h 4302998"/>
              <a:gd name="connsiteX9" fmla="*/ 83868 w 4107620"/>
              <a:gd name="connsiteY9" fmla="*/ 2915620 h 4302998"/>
              <a:gd name="connsiteX10" fmla="*/ 1218985 w 4107620"/>
              <a:gd name="connsiteY10" fmla="*/ 3230930 h 4302998"/>
              <a:gd name="connsiteX11" fmla="*/ 1124392 w 4107620"/>
              <a:gd name="connsiteY11" fmla="*/ 3619813 h 4302998"/>
              <a:gd name="connsiteX12" fmla="*/ 924695 w 4107620"/>
              <a:gd name="connsiteY12" fmla="*/ 3735427 h 4302998"/>
              <a:gd name="connsiteX13" fmla="*/ 1324088 w 4107620"/>
              <a:gd name="connsiteY13" fmla="*/ 3935123 h 4302998"/>
              <a:gd name="connsiteX14" fmla="*/ 1576337 w 4107620"/>
              <a:gd name="connsiteY14" fmla="*/ 3872061 h 4302998"/>
              <a:gd name="connsiteX15" fmla="*/ 1818075 w 4107620"/>
              <a:gd name="connsiteY15" fmla="*/ 4008696 h 4302998"/>
              <a:gd name="connsiteX16" fmla="*/ 1996750 w 4107620"/>
              <a:gd name="connsiteY16" fmla="*/ 4271454 h 4302998"/>
              <a:gd name="connsiteX17" fmla="*/ 2448695 w 4107620"/>
              <a:gd name="connsiteY17" fmla="*/ 4271454 h 4302998"/>
              <a:gd name="connsiteX18" fmla="*/ 2764006 w 4107620"/>
              <a:gd name="connsiteY18" fmla="*/ 4029716 h 4302998"/>
              <a:gd name="connsiteX19" fmla="*/ 2995233 w 4107620"/>
              <a:gd name="connsiteY19" fmla="*/ 3998185 h 4302998"/>
              <a:gd name="connsiteX20" fmla="*/ 3016254 w 4107620"/>
              <a:gd name="connsiteY20" fmla="*/ 3703896 h 4302998"/>
              <a:gd name="connsiteX21" fmla="*/ 3194930 w 4107620"/>
              <a:gd name="connsiteY21" fmla="*/ 3272972 h 4302998"/>
              <a:gd name="connsiteX22" fmla="*/ 3972695 w 4107620"/>
              <a:gd name="connsiteY22" fmla="*/ 3094296 h 4302998"/>
              <a:gd name="connsiteX23" fmla="*/ 3909633 w 4107620"/>
              <a:gd name="connsiteY23" fmla="*/ 1791013 h 4302998"/>
              <a:gd name="connsiteX24" fmla="*/ 4046268 w 4107620"/>
              <a:gd name="connsiteY24" fmla="*/ 876613 h 4302998"/>
              <a:gd name="connsiteX25" fmla="*/ 3962185 w 4107620"/>
              <a:gd name="connsiteY25" fmla="*/ 119868 h 4302998"/>
              <a:gd name="connsiteX26" fmla="*/ 2480226 w 4107620"/>
              <a:gd name="connsiteY26" fmla="*/ 35785 h 4302998"/>
              <a:gd name="connsiteX27" fmla="*/ 2185936 w 4107620"/>
              <a:gd name="connsiteY27" fmla="*/ 466709 h 4302998"/>
              <a:gd name="connsiteX28" fmla="*/ 2238488 w 4107620"/>
              <a:gd name="connsiteY28" fmla="*/ 1202434 h 4302998"/>
              <a:gd name="connsiteX29" fmla="*/ 1996750 w 4107620"/>
              <a:gd name="connsiteY29" fmla="*/ 1339069 h 4302998"/>
              <a:gd name="connsiteX0" fmla="*/ 1996750 w 4107620"/>
              <a:gd name="connsiteY0" fmla="*/ 1339069 h 4302998"/>
              <a:gd name="connsiteX1" fmla="*/ 1712971 w 4107620"/>
              <a:gd name="connsiteY1" fmla="*/ 1265496 h 4302998"/>
              <a:gd name="connsiteX2" fmla="*/ 1387150 w 4107620"/>
              <a:gd name="connsiteY2" fmla="*/ 876613 h 4302998"/>
              <a:gd name="connsiteX3" fmla="*/ 1134902 w 4107620"/>
              <a:gd name="connsiteY3" fmla="*/ 540282 h 4302998"/>
              <a:gd name="connsiteX4" fmla="*/ 840612 w 4107620"/>
              <a:gd name="connsiteY4" fmla="*/ 824061 h 4302998"/>
              <a:gd name="connsiteX5" fmla="*/ 703978 w 4107620"/>
              <a:gd name="connsiteY5" fmla="*/ 1328558 h 4302998"/>
              <a:gd name="connsiteX6" fmla="*/ 1240006 w 4107620"/>
              <a:gd name="connsiteY6" fmla="*/ 1927648 h 4302998"/>
              <a:gd name="connsiteX7" fmla="*/ 1303068 w 4107620"/>
              <a:gd name="connsiteY7" fmla="*/ 2348061 h 4302998"/>
              <a:gd name="connsiteX8" fmla="*/ 220502 w 4107620"/>
              <a:gd name="connsiteY8" fmla="*/ 2274489 h 4302998"/>
              <a:gd name="connsiteX9" fmla="*/ 83868 w 4107620"/>
              <a:gd name="connsiteY9" fmla="*/ 2915620 h 4302998"/>
              <a:gd name="connsiteX10" fmla="*/ 1218985 w 4107620"/>
              <a:gd name="connsiteY10" fmla="*/ 3230930 h 4302998"/>
              <a:gd name="connsiteX11" fmla="*/ 1124392 w 4107620"/>
              <a:gd name="connsiteY11" fmla="*/ 3619813 h 4302998"/>
              <a:gd name="connsiteX12" fmla="*/ 924695 w 4107620"/>
              <a:gd name="connsiteY12" fmla="*/ 3735427 h 4302998"/>
              <a:gd name="connsiteX13" fmla="*/ 1324088 w 4107620"/>
              <a:gd name="connsiteY13" fmla="*/ 3935123 h 4302998"/>
              <a:gd name="connsiteX14" fmla="*/ 1576337 w 4107620"/>
              <a:gd name="connsiteY14" fmla="*/ 3872061 h 4302998"/>
              <a:gd name="connsiteX15" fmla="*/ 1818075 w 4107620"/>
              <a:gd name="connsiteY15" fmla="*/ 4008696 h 4302998"/>
              <a:gd name="connsiteX16" fmla="*/ 1996750 w 4107620"/>
              <a:gd name="connsiteY16" fmla="*/ 4271454 h 4302998"/>
              <a:gd name="connsiteX17" fmla="*/ 2448695 w 4107620"/>
              <a:gd name="connsiteY17" fmla="*/ 4271454 h 4302998"/>
              <a:gd name="connsiteX18" fmla="*/ 2764006 w 4107620"/>
              <a:gd name="connsiteY18" fmla="*/ 4029716 h 4302998"/>
              <a:gd name="connsiteX19" fmla="*/ 2995233 w 4107620"/>
              <a:gd name="connsiteY19" fmla="*/ 3998185 h 4302998"/>
              <a:gd name="connsiteX20" fmla="*/ 3016254 w 4107620"/>
              <a:gd name="connsiteY20" fmla="*/ 3703896 h 4302998"/>
              <a:gd name="connsiteX21" fmla="*/ 3194930 w 4107620"/>
              <a:gd name="connsiteY21" fmla="*/ 3272972 h 4302998"/>
              <a:gd name="connsiteX22" fmla="*/ 3972695 w 4107620"/>
              <a:gd name="connsiteY22" fmla="*/ 3094296 h 4302998"/>
              <a:gd name="connsiteX23" fmla="*/ 3909633 w 4107620"/>
              <a:gd name="connsiteY23" fmla="*/ 1791013 h 4302998"/>
              <a:gd name="connsiteX24" fmla="*/ 4046268 w 4107620"/>
              <a:gd name="connsiteY24" fmla="*/ 876613 h 4302998"/>
              <a:gd name="connsiteX25" fmla="*/ 3962185 w 4107620"/>
              <a:gd name="connsiteY25" fmla="*/ 119868 h 4302998"/>
              <a:gd name="connsiteX26" fmla="*/ 2480226 w 4107620"/>
              <a:gd name="connsiteY26" fmla="*/ 35785 h 4302998"/>
              <a:gd name="connsiteX27" fmla="*/ 2270019 w 4107620"/>
              <a:gd name="connsiteY27" fmla="*/ 466709 h 4302998"/>
              <a:gd name="connsiteX28" fmla="*/ 2238488 w 4107620"/>
              <a:gd name="connsiteY28" fmla="*/ 1202434 h 4302998"/>
              <a:gd name="connsiteX29" fmla="*/ 1996750 w 4107620"/>
              <a:gd name="connsiteY29" fmla="*/ 1339069 h 4302998"/>
              <a:gd name="connsiteX0" fmla="*/ 1996750 w 4101062"/>
              <a:gd name="connsiteY0" fmla="*/ 1290412 h 4254341"/>
              <a:gd name="connsiteX1" fmla="*/ 1712971 w 4101062"/>
              <a:gd name="connsiteY1" fmla="*/ 1216839 h 4254341"/>
              <a:gd name="connsiteX2" fmla="*/ 1387150 w 4101062"/>
              <a:gd name="connsiteY2" fmla="*/ 827956 h 4254341"/>
              <a:gd name="connsiteX3" fmla="*/ 1134902 w 4101062"/>
              <a:gd name="connsiteY3" fmla="*/ 491625 h 4254341"/>
              <a:gd name="connsiteX4" fmla="*/ 840612 w 4101062"/>
              <a:gd name="connsiteY4" fmla="*/ 775404 h 4254341"/>
              <a:gd name="connsiteX5" fmla="*/ 703978 w 4101062"/>
              <a:gd name="connsiteY5" fmla="*/ 1279901 h 4254341"/>
              <a:gd name="connsiteX6" fmla="*/ 1240006 w 4101062"/>
              <a:gd name="connsiteY6" fmla="*/ 1878991 h 4254341"/>
              <a:gd name="connsiteX7" fmla="*/ 1303068 w 4101062"/>
              <a:gd name="connsiteY7" fmla="*/ 2299404 h 4254341"/>
              <a:gd name="connsiteX8" fmla="*/ 220502 w 4101062"/>
              <a:gd name="connsiteY8" fmla="*/ 2225832 h 4254341"/>
              <a:gd name="connsiteX9" fmla="*/ 83868 w 4101062"/>
              <a:gd name="connsiteY9" fmla="*/ 2866963 h 4254341"/>
              <a:gd name="connsiteX10" fmla="*/ 1218985 w 4101062"/>
              <a:gd name="connsiteY10" fmla="*/ 3182273 h 4254341"/>
              <a:gd name="connsiteX11" fmla="*/ 1124392 w 4101062"/>
              <a:gd name="connsiteY11" fmla="*/ 3571156 h 4254341"/>
              <a:gd name="connsiteX12" fmla="*/ 924695 w 4101062"/>
              <a:gd name="connsiteY12" fmla="*/ 3686770 h 4254341"/>
              <a:gd name="connsiteX13" fmla="*/ 1324088 w 4101062"/>
              <a:gd name="connsiteY13" fmla="*/ 3886466 h 4254341"/>
              <a:gd name="connsiteX14" fmla="*/ 1576337 w 4101062"/>
              <a:gd name="connsiteY14" fmla="*/ 3823404 h 4254341"/>
              <a:gd name="connsiteX15" fmla="*/ 1818075 w 4101062"/>
              <a:gd name="connsiteY15" fmla="*/ 3960039 h 4254341"/>
              <a:gd name="connsiteX16" fmla="*/ 1996750 w 4101062"/>
              <a:gd name="connsiteY16" fmla="*/ 4222797 h 4254341"/>
              <a:gd name="connsiteX17" fmla="*/ 2448695 w 4101062"/>
              <a:gd name="connsiteY17" fmla="*/ 4222797 h 4254341"/>
              <a:gd name="connsiteX18" fmla="*/ 2764006 w 4101062"/>
              <a:gd name="connsiteY18" fmla="*/ 3981059 h 4254341"/>
              <a:gd name="connsiteX19" fmla="*/ 2995233 w 4101062"/>
              <a:gd name="connsiteY19" fmla="*/ 3949528 h 4254341"/>
              <a:gd name="connsiteX20" fmla="*/ 3016254 w 4101062"/>
              <a:gd name="connsiteY20" fmla="*/ 3655239 h 4254341"/>
              <a:gd name="connsiteX21" fmla="*/ 3194930 w 4101062"/>
              <a:gd name="connsiteY21" fmla="*/ 3224315 h 4254341"/>
              <a:gd name="connsiteX22" fmla="*/ 3972695 w 4101062"/>
              <a:gd name="connsiteY22" fmla="*/ 3045639 h 4254341"/>
              <a:gd name="connsiteX23" fmla="*/ 3909633 w 4101062"/>
              <a:gd name="connsiteY23" fmla="*/ 1742356 h 4254341"/>
              <a:gd name="connsiteX24" fmla="*/ 4046268 w 4101062"/>
              <a:gd name="connsiteY24" fmla="*/ 827956 h 4254341"/>
              <a:gd name="connsiteX25" fmla="*/ 3962185 w 4101062"/>
              <a:gd name="connsiteY25" fmla="*/ 71211 h 4254341"/>
              <a:gd name="connsiteX26" fmla="*/ 2574819 w 4101062"/>
              <a:gd name="connsiteY26" fmla="*/ 71211 h 4254341"/>
              <a:gd name="connsiteX27" fmla="*/ 2270019 w 4101062"/>
              <a:gd name="connsiteY27" fmla="*/ 418052 h 4254341"/>
              <a:gd name="connsiteX28" fmla="*/ 2238488 w 4101062"/>
              <a:gd name="connsiteY28" fmla="*/ 1153777 h 4254341"/>
              <a:gd name="connsiteX29" fmla="*/ 1996750 w 4101062"/>
              <a:gd name="connsiteY29" fmla="*/ 1290412 h 42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101062" h="4254341">
                <a:moveTo>
                  <a:pt x="1996750" y="1290412"/>
                </a:moveTo>
                <a:cubicBezTo>
                  <a:pt x="1909164" y="1300922"/>
                  <a:pt x="1814571" y="1293915"/>
                  <a:pt x="1712971" y="1216839"/>
                </a:cubicBezTo>
                <a:cubicBezTo>
                  <a:pt x="1611371" y="1139763"/>
                  <a:pt x="1483495" y="948825"/>
                  <a:pt x="1387150" y="827956"/>
                </a:cubicBezTo>
                <a:cubicBezTo>
                  <a:pt x="1290805" y="707087"/>
                  <a:pt x="1225992" y="500384"/>
                  <a:pt x="1134902" y="491625"/>
                </a:cubicBezTo>
                <a:cubicBezTo>
                  <a:pt x="1043812" y="482866"/>
                  <a:pt x="912433" y="644025"/>
                  <a:pt x="840612" y="775404"/>
                </a:cubicBezTo>
                <a:cubicBezTo>
                  <a:pt x="768791" y="906783"/>
                  <a:pt x="637412" y="1095970"/>
                  <a:pt x="703978" y="1279901"/>
                </a:cubicBezTo>
                <a:cubicBezTo>
                  <a:pt x="770544" y="1463832"/>
                  <a:pt x="1140158" y="1709074"/>
                  <a:pt x="1240006" y="1878991"/>
                </a:cubicBezTo>
                <a:cubicBezTo>
                  <a:pt x="1339854" y="2048908"/>
                  <a:pt x="1472985" y="2241597"/>
                  <a:pt x="1303068" y="2299404"/>
                </a:cubicBezTo>
                <a:cubicBezTo>
                  <a:pt x="1133151" y="2357211"/>
                  <a:pt x="423702" y="2131239"/>
                  <a:pt x="220502" y="2225832"/>
                </a:cubicBezTo>
                <a:cubicBezTo>
                  <a:pt x="17302" y="2320425"/>
                  <a:pt x="-82546" y="2707556"/>
                  <a:pt x="83868" y="2866963"/>
                </a:cubicBezTo>
                <a:cubicBezTo>
                  <a:pt x="250282" y="3026370"/>
                  <a:pt x="1045564" y="3064908"/>
                  <a:pt x="1218985" y="3182273"/>
                </a:cubicBezTo>
                <a:cubicBezTo>
                  <a:pt x="1392406" y="3299638"/>
                  <a:pt x="1173440" y="3487073"/>
                  <a:pt x="1124392" y="3571156"/>
                </a:cubicBezTo>
                <a:cubicBezTo>
                  <a:pt x="1075344" y="3655239"/>
                  <a:pt x="891412" y="3634218"/>
                  <a:pt x="924695" y="3686770"/>
                </a:cubicBezTo>
                <a:cubicBezTo>
                  <a:pt x="957978" y="3739322"/>
                  <a:pt x="1215481" y="3863694"/>
                  <a:pt x="1324088" y="3886466"/>
                </a:cubicBezTo>
                <a:cubicBezTo>
                  <a:pt x="1432695" y="3909238"/>
                  <a:pt x="1494006" y="3811142"/>
                  <a:pt x="1576337" y="3823404"/>
                </a:cubicBezTo>
                <a:cubicBezTo>
                  <a:pt x="1658668" y="3835666"/>
                  <a:pt x="1748006" y="3893474"/>
                  <a:pt x="1818075" y="3960039"/>
                </a:cubicBezTo>
                <a:cubicBezTo>
                  <a:pt x="1888144" y="4026604"/>
                  <a:pt x="1891647" y="4179004"/>
                  <a:pt x="1996750" y="4222797"/>
                </a:cubicBezTo>
                <a:cubicBezTo>
                  <a:pt x="2101853" y="4266590"/>
                  <a:pt x="2320819" y="4263087"/>
                  <a:pt x="2448695" y="4222797"/>
                </a:cubicBezTo>
                <a:cubicBezTo>
                  <a:pt x="2576571" y="4182507"/>
                  <a:pt x="2672916" y="4026604"/>
                  <a:pt x="2764006" y="3981059"/>
                </a:cubicBezTo>
                <a:cubicBezTo>
                  <a:pt x="2855096" y="3935514"/>
                  <a:pt x="2953192" y="4003831"/>
                  <a:pt x="2995233" y="3949528"/>
                </a:cubicBezTo>
                <a:cubicBezTo>
                  <a:pt x="3037274" y="3895225"/>
                  <a:pt x="2982971" y="3776108"/>
                  <a:pt x="3016254" y="3655239"/>
                </a:cubicBezTo>
                <a:cubicBezTo>
                  <a:pt x="3049537" y="3534370"/>
                  <a:pt x="3035523" y="3325915"/>
                  <a:pt x="3194930" y="3224315"/>
                </a:cubicBezTo>
                <a:cubicBezTo>
                  <a:pt x="3354337" y="3122715"/>
                  <a:pt x="3853578" y="3292632"/>
                  <a:pt x="3972695" y="3045639"/>
                </a:cubicBezTo>
                <a:cubicBezTo>
                  <a:pt x="4091812" y="2798646"/>
                  <a:pt x="3897371" y="2111970"/>
                  <a:pt x="3909633" y="1742356"/>
                </a:cubicBezTo>
                <a:cubicBezTo>
                  <a:pt x="3921895" y="1372742"/>
                  <a:pt x="4037509" y="1106480"/>
                  <a:pt x="4046268" y="827956"/>
                </a:cubicBezTo>
                <a:cubicBezTo>
                  <a:pt x="4055027" y="549432"/>
                  <a:pt x="4207426" y="197335"/>
                  <a:pt x="3962185" y="71211"/>
                </a:cubicBezTo>
                <a:cubicBezTo>
                  <a:pt x="3716944" y="-54913"/>
                  <a:pt x="2856847" y="13404"/>
                  <a:pt x="2574819" y="71211"/>
                </a:cubicBezTo>
                <a:cubicBezTo>
                  <a:pt x="2292791" y="129018"/>
                  <a:pt x="2310309" y="223611"/>
                  <a:pt x="2270019" y="418052"/>
                </a:cubicBezTo>
                <a:cubicBezTo>
                  <a:pt x="2229729" y="612493"/>
                  <a:pt x="2284033" y="1008384"/>
                  <a:pt x="2238488" y="1153777"/>
                </a:cubicBezTo>
                <a:cubicBezTo>
                  <a:pt x="2192943" y="1299170"/>
                  <a:pt x="2084336" y="1279902"/>
                  <a:pt x="1996750" y="1290412"/>
                </a:cubicBezTo>
                <a:close/>
              </a:path>
            </a:pathLst>
          </a:custGeom>
          <a:noFill/>
          <a:ln>
            <a:solidFill>
              <a:schemeClr val="accent1">
                <a:shade val="50000"/>
                <a:alpha val="5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609" name="Google Shape;79;p13"/>
          <p:cNvSpPr txBox="1">
            <a:spLocks/>
          </p:cNvSpPr>
          <p:nvPr/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en" dirty="0" smtClean="0">
                <a:latin typeface="Source Sans Pro" panose="020B0604020202020204" charset="0"/>
              </a:rPr>
              <a:t>16</a:t>
            </a:r>
            <a:endParaRPr lang="en" dirty="0"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851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3" grpId="0" animBg="1"/>
      <p:bldP spid="3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62AB8-B4D6-B043-ABA8-88BB01847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251992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“Fun” Internet-connected devices</a:t>
            </a:r>
            <a:endParaRPr lang="en-US" dirty="0"/>
          </a:p>
        </p:txBody>
      </p:sp>
      <p:pic>
        <p:nvPicPr>
          <p:cNvPr id="4" name="Picture 4" descr="whisper">
            <a:extLst>
              <a:ext uri="{FF2B5EF4-FFF2-40B4-BE49-F238E27FC236}">
                <a16:creationId xmlns:a16="http://schemas.microsoft.com/office/drawing/2014/main" id="{BFAA5176-D98E-2541-91FA-3453E486B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334" y="1288020"/>
            <a:ext cx="1421606" cy="1170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3" descr="toaster">
            <a:extLst>
              <a:ext uri="{FF2B5EF4-FFF2-40B4-BE49-F238E27FC236}">
                <a16:creationId xmlns:a16="http://schemas.microsoft.com/office/drawing/2014/main" id="{0982414B-A50E-6846-B3C9-35B07D525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1576" y="2158533"/>
            <a:ext cx="1256562" cy="1477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7">
            <a:extLst>
              <a:ext uri="{FF2B5EF4-FFF2-40B4-BE49-F238E27FC236}">
                <a16:creationId xmlns:a16="http://schemas.microsoft.com/office/drawing/2014/main" id="{4181DE53-23D0-7546-8926-67F62CECB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2281" y="2338207"/>
            <a:ext cx="1269899" cy="27699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IP picture frame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FBA8D6BC-9873-5440-8898-10CB69473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251" y="2343888"/>
            <a:ext cx="17411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Web-enabled toaster +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weather forecaster</a:t>
            </a:r>
          </a:p>
        </p:txBody>
      </p:sp>
      <p:pic>
        <p:nvPicPr>
          <p:cNvPr id="8" name="Picture 9" descr="cisco">
            <a:extLst>
              <a:ext uri="{FF2B5EF4-FFF2-40B4-BE49-F238E27FC236}">
                <a16:creationId xmlns:a16="http://schemas.microsoft.com/office/drawing/2014/main" id="{C9D9F2A6-C27F-204F-A396-2B09F622C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106" y="3769707"/>
            <a:ext cx="1326284" cy="1062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10">
            <a:extLst>
              <a:ext uri="{FF2B5EF4-FFF2-40B4-BE49-F238E27FC236}">
                <a16:creationId xmlns:a16="http://schemas.microsoft.com/office/drawing/2014/main" id="{C7AD8890-4AC4-954C-9A9A-64FC8FE511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195" y="4166065"/>
            <a:ext cx="125066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Internet phones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BEC5BB-21D0-474B-91BF-DE1F5184103D}"/>
              </a:ext>
            </a:extLst>
          </p:cNvPr>
          <p:cNvGrpSpPr/>
          <p:nvPr/>
        </p:nvGrpSpPr>
        <p:grpSpPr>
          <a:xfrm>
            <a:off x="1516495" y="1057899"/>
            <a:ext cx="934872" cy="2097243"/>
            <a:chOff x="2472650" y="1897178"/>
            <a:chExt cx="1246496" cy="2796324"/>
          </a:xfrm>
        </p:grpSpPr>
        <p:graphicFrame>
          <p:nvGraphicFramePr>
            <p:cNvPr id="11" name="Object 14">
              <a:extLst>
                <a:ext uri="{FF2B5EF4-FFF2-40B4-BE49-F238E27FC236}">
                  <a16:creationId xmlns:a16="http://schemas.microsoft.com/office/drawing/2014/main" id="{2DC66987-6296-4244-81B5-408D6F49E1C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694260" y="1897178"/>
            <a:ext cx="803275" cy="2168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0" r:id="rId6" imgW="1434415" imgH="3873016" progId="">
                    <p:embed/>
                  </p:oleObj>
                </mc:Choice>
                <mc:Fallback>
                  <p:oleObj r:id="rId6" imgW="1434415" imgH="3873016" progId="">
                    <p:embed/>
                    <p:pic>
                      <p:nvPicPr>
                        <p:cNvPr id="11" name="Object 14">
                          <a:extLst>
                            <a:ext uri="{FF2B5EF4-FFF2-40B4-BE49-F238E27FC236}">
                              <a16:creationId xmlns:a16="http://schemas.microsoft.com/office/drawing/2014/main" id="{2DC66987-6296-4244-81B5-408D6F49E1C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4260" y="1897178"/>
                          <a:ext cx="803275" cy="2168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 Box 8">
              <a:extLst>
                <a:ext uri="{FF2B5EF4-FFF2-40B4-BE49-F238E27FC236}">
                  <a16:creationId xmlns:a16="http://schemas.microsoft.com/office/drawing/2014/main" id="{03865E9F-E744-3A46-9EBD-1411FCB23B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650" y="4077949"/>
              <a:ext cx="1246496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dirty="0">
                  <a:latin typeface="Arial" panose="020B0604020202020204" pitchFamily="34" charset="0"/>
                </a:rPr>
                <a:t>Internet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dirty="0">
                  <a:latin typeface="Arial" panose="020B0604020202020204" pitchFamily="34" charset="0"/>
                </a:rPr>
                <a:t>refrigerator</a:t>
              </a:r>
            </a:p>
          </p:txBody>
        </p:sp>
      </p:grpSp>
      <p:pic>
        <p:nvPicPr>
          <p:cNvPr id="13" name="Picture 16">
            <a:extLst>
              <a:ext uri="{FF2B5EF4-FFF2-40B4-BE49-F238E27FC236}">
                <a16:creationId xmlns:a16="http://schemas.microsoft.com/office/drawing/2014/main" id="{85E57D8C-0502-A74A-AE40-F1167D4C9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1299" y="2693477"/>
            <a:ext cx="1164431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8">
            <a:extLst>
              <a:ext uri="{FF2B5EF4-FFF2-40B4-BE49-F238E27FC236}">
                <a16:creationId xmlns:a16="http://schemas.microsoft.com/office/drawing/2014/main" id="{29CF8B45-77DE-7E40-8D19-6A8EEB3A0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7389" y="3129246"/>
            <a:ext cx="13356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Slingbox: remote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control cable TV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7039C00-F163-0242-B27E-88F4B684A34F}"/>
              </a:ext>
            </a:extLst>
          </p:cNvPr>
          <p:cNvGrpSpPr/>
          <p:nvPr/>
        </p:nvGrpSpPr>
        <p:grpSpPr>
          <a:xfrm>
            <a:off x="6683674" y="954998"/>
            <a:ext cx="1497526" cy="1367705"/>
            <a:chOff x="8962475" y="2735515"/>
            <a:chExt cx="1996700" cy="1823607"/>
          </a:xfrm>
        </p:grpSpPr>
        <p:pic>
          <p:nvPicPr>
            <p:cNvPr id="16" name="Picture 23">
              <a:extLst>
                <a:ext uri="{FF2B5EF4-FFF2-40B4-BE49-F238E27FC236}">
                  <a16:creationId xmlns:a16="http://schemas.microsoft.com/office/drawing/2014/main" id="{12DC02F1-9588-8544-AE86-F32907C38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00012" y="2735515"/>
              <a:ext cx="695325" cy="109696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Text Box 10">
              <a:extLst>
                <a:ext uri="{FF2B5EF4-FFF2-40B4-BE49-F238E27FC236}">
                  <a16:creationId xmlns:a16="http://schemas.microsoft.com/office/drawing/2014/main" id="{7460E56A-C582-CB4B-BB20-ABA2CC497C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62475" y="3943569"/>
              <a:ext cx="1996700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dirty="0">
                  <a:latin typeface="Arial" panose="020B0604020202020204" pitchFamily="34" charset="0"/>
                </a:rPr>
                <a:t>Tweet-a-watt: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dirty="0">
                  <a:latin typeface="Arial" panose="020B0604020202020204" pitchFamily="34" charset="0"/>
                </a:rPr>
                <a:t>monitor energy use</a:t>
              </a:r>
            </a:p>
          </p:txBody>
        </p:sp>
      </p:grpSp>
      <p:pic>
        <p:nvPicPr>
          <p:cNvPr id="18" name="Picture 1">
            <a:extLst>
              <a:ext uri="{FF2B5EF4-FFF2-40B4-BE49-F238E27FC236}">
                <a16:creationId xmlns:a16="http://schemas.microsoft.com/office/drawing/2014/main" id="{1D54884B-8FF7-2B48-A721-AE22F7F5C6B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9712" y="3793055"/>
            <a:ext cx="966788" cy="1158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8">
            <a:extLst>
              <a:ext uri="{FF2B5EF4-FFF2-40B4-BE49-F238E27FC236}">
                <a16:creationId xmlns:a16="http://schemas.microsoft.com/office/drawing/2014/main" id="{1C3CA974-2833-8B4A-AD26-CA911E1B0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5476" y="3786970"/>
            <a:ext cx="96853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 err="1">
                <a:latin typeface="Arial" panose="020B0604020202020204" pitchFamily="34" charset="0"/>
              </a:rPr>
              <a:t>sensorized</a:t>
            </a:r>
            <a:r>
              <a:rPr lang="en-US" altLang="en-US" sz="1200" dirty="0">
                <a:latin typeface="Arial" panose="020B0604020202020204" pitchFamily="34" charset="0"/>
              </a:rPr>
              <a:t>,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bed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mattress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5921A14-7A9E-D843-B710-C98FE965CE48}"/>
              </a:ext>
            </a:extLst>
          </p:cNvPr>
          <p:cNvGrpSpPr/>
          <p:nvPr/>
        </p:nvGrpSpPr>
        <p:grpSpPr>
          <a:xfrm>
            <a:off x="610670" y="2810662"/>
            <a:ext cx="2093488" cy="914170"/>
            <a:chOff x="1752086" y="3835708"/>
            <a:chExt cx="2791317" cy="1218892"/>
          </a:xfrm>
        </p:grpSpPr>
        <p:sp>
          <p:nvSpPr>
            <p:cNvPr id="21" name="Text Box 8">
              <a:extLst>
                <a:ext uri="{FF2B5EF4-FFF2-40B4-BE49-F238E27FC236}">
                  <a16:creationId xmlns:a16="http://schemas.microsoft.com/office/drawing/2014/main" id="{7BC8E854-5333-004E-AB0E-8D451C613A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3259" y="4685268"/>
              <a:ext cx="177014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dirty="0">
                  <a:latin typeface="Arial" panose="020B0604020202020204" pitchFamily="34" charset="0"/>
                </a:rPr>
                <a:t>Security Camera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4977361F-F946-E746-BAEB-374C849AA1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752086" y="3835708"/>
              <a:ext cx="1124188" cy="1136342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12767D5-9E29-564E-80E2-F55B4A82324A}"/>
              </a:ext>
            </a:extLst>
          </p:cNvPr>
          <p:cNvGrpSpPr/>
          <p:nvPr/>
        </p:nvGrpSpPr>
        <p:grpSpPr>
          <a:xfrm>
            <a:off x="461766" y="1345065"/>
            <a:ext cx="1140056" cy="1145307"/>
            <a:chOff x="1455902" y="1837775"/>
            <a:chExt cx="1520075" cy="1527076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C6DC43C-35CF-D641-A0D1-45393D71C3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665601" y="1837775"/>
              <a:ext cx="550338" cy="1149734"/>
            </a:xfrm>
            <a:prstGeom prst="rect">
              <a:avLst/>
            </a:prstGeom>
          </p:spPr>
        </p:pic>
        <p:sp>
          <p:nvSpPr>
            <p:cNvPr id="25" name="Text Box 8">
              <a:extLst>
                <a:ext uri="{FF2B5EF4-FFF2-40B4-BE49-F238E27FC236}">
                  <a16:creationId xmlns:a16="http://schemas.microsoft.com/office/drawing/2014/main" id="{23F7E456-D71D-3844-AE63-866B36C95B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5902" y="2995519"/>
              <a:ext cx="15200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dirty="0">
                  <a:latin typeface="Arial" panose="020B0604020202020204" pitchFamily="34" charset="0"/>
                </a:rPr>
                <a:t>Amazon Echo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1948532-9530-1146-897B-DCFADC27A92F}"/>
              </a:ext>
            </a:extLst>
          </p:cNvPr>
          <p:cNvGrpSpPr/>
          <p:nvPr/>
        </p:nvGrpSpPr>
        <p:grpSpPr>
          <a:xfrm>
            <a:off x="3933137" y="1124799"/>
            <a:ext cx="2051897" cy="841212"/>
            <a:chOff x="616980" y="5292729"/>
            <a:chExt cx="3127445" cy="1241985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CDED42E-CC7D-9245-8E47-BC40291CA6D2}"/>
                </a:ext>
              </a:extLst>
            </p:cNvPr>
            <p:cNvGrpSpPr/>
            <p:nvPr/>
          </p:nvGrpSpPr>
          <p:grpSpPr>
            <a:xfrm>
              <a:off x="616980" y="5292729"/>
              <a:ext cx="3127445" cy="821190"/>
              <a:chOff x="842590" y="5420084"/>
              <a:chExt cx="3127445" cy="821190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CD3E45EE-DA47-FB4C-AC41-27292F878C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2590" y="5420084"/>
                <a:ext cx="2016478" cy="821190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30103B98-660D-084B-8321-DBA525F85DB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4905"/>
              <a:stretch/>
            </p:blipFill>
            <p:spPr>
              <a:xfrm>
                <a:off x="2859067" y="5420084"/>
                <a:ext cx="1110968" cy="821190"/>
              </a:xfrm>
              <a:prstGeom prst="rect">
                <a:avLst/>
              </a:prstGeom>
            </p:spPr>
          </p:pic>
        </p:grpSp>
        <p:sp>
          <p:nvSpPr>
            <p:cNvPr id="28" name="Text Box 8">
              <a:extLst>
                <a:ext uri="{FF2B5EF4-FFF2-40B4-BE49-F238E27FC236}">
                  <a16:creationId xmlns:a16="http://schemas.microsoft.com/office/drawing/2014/main" id="{353FBC48-20B8-084C-B54B-2A578BE3B2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561" y="6125746"/>
              <a:ext cx="2531699" cy="408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dirty="0">
                  <a:latin typeface="Arial" panose="020B0604020202020204" pitchFamily="34" charset="0"/>
                </a:rPr>
                <a:t>Pacemaker &amp; Monitor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893A0B6-39E7-204C-827B-349BC5FC8535}"/>
              </a:ext>
            </a:extLst>
          </p:cNvPr>
          <p:cNvSpPr txBox="1"/>
          <p:nvPr/>
        </p:nvSpPr>
        <p:spPr>
          <a:xfrm>
            <a:off x="7167684" y="4000162"/>
            <a:ext cx="155202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i="1" dirty="0">
                <a:solidFill>
                  <a:srgbClr val="0000A8"/>
                </a:solidFill>
              </a:rPr>
              <a:t>Others?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4B1D193-AA5A-2B4F-A43C-A5DB01A465A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89568" y="4000162"/>
            <a:ext cx="981004" cy="969077"/>
          </a:xfrm>
          <a:prstGeom prst="rect">
            <a:avLst/>
          </a:prstGeom>
        </p:spPr>
      </p:pic>
      <p:sp>
        <p:nvSpPr>
          <p:cNvPr id="33" name="Text Box 10">
            <a:extLst>
              <a:ext uri="{FF2B5EF4-FFF2-40B4-BE49-F238E27FC236}">
                <a16:creationId xmlns:a16="http://schemas.microsoft.com/office/drawing/2014/main" id="{10243502-70F1-454C-B91D-F4CBAD87D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5096" y="4651154"/>
            <a:ext cx="51809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Fitbit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397B6CC-7ACF-AB44-AEEB-6942A1959FC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9179" y="3014012"/>
            <a:ext cx="1163716" cy="497879"/>
          </a:xfrm>
          <a:prstGeom prst="rect">
            <a:avLst/>
          </a:prstGeom>
        </p:spPr>
      </p:pic>
      <p:sp>
        <p:nvSpPr>
          <p:cNvPr id="35" name="Text Box 10">
            <a:extLst>
              <a:ext uri="{FF2B5EF4-FFF2-40B4-BE49-F238E27FC236}">
                <a16:creationId xmlns:a16="http://schemas.microsoft.com/office/drawing/2014/main" id="{D5046EF2-BE9A-5947-80CD-08C169F54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8775" y="3511891"/>
            <a:ext cx="96051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AR devices</a:t>
            </a:r>
          </a:p>
        </p:txBody>
      </p:sp>
      <p:sp>
        <p:nvSpPr>
          <p:cNvPr id="36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17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155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366B7-1FF0-134B-B419-0A5A82710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737" y="1071770"/>
            <a:ext cx="4877510" cy="948232"/>
          </a:xfrm>
        </p:spPr>
        <p:txBody>
          <a:bodyPr/>
          <a:lstStyle/>
          <a:p>
            <a:pPr>
              <a:buSzPct val="75000"/>
            </a:pPr>
            <a:r>
              <a:rPr lang="en-US" altLang="en-US" sz="2200" i="1" dirty="0">
                <a:solidFill>
                  <a:srgbClr val="CC0000"/>
                </a:solidFill>
                <a:ea typeface="ＭＳ Ｐゴシック" panose="020B0600070205080204" pitchFamily="34" charset="-128"/>
                <a:cs typeface="Calibri" panose="020F0502020204030204" pitchFamily="34" charset="0"/>
              </a:rPr>
              <a:t>Internet: “</a:t>
            </a:r>
            <a:r>
              <a:rPr lang="en-US" altLang="ja-JP" sz="2200" dirty="0">
                <a:solidFill>
                  <a:srgbClr val="CC0000"/>
                </a:solidFill>
                <a:ea typeface="ＭＳ Ｐゴシック" panose="020B0600070205080204" pitchFamily="34" charset="-128"/>
                <a:cs typeface="Calibri" panose="020F0502020204030204" pitchFamily="34" charset="0"/>
              </a:rPr>
              <a:t>network of networks”</a:t>
            </a:r>
          </a:p>
          <a:p>
            <a:pPr lvl="1"/>
            <a:r>
              <a:rPr lang="en-US" altLang="en-US" sz="2200" dirty="0">
                <a:ea typeface="Arial" panose="020B0604020202020204" pitchFamily="34" charset="0"/>
                <a:cs typeface="Calibri" panose="020F0502020204030204" pitchFamily="34" charset="0"/>
              </a:rPr>
              <a:t>Interconnected ISPs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38866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The Internet: a “nuts and bolts” view</a:t>
            </a:r>
            <a:endParaRPr lang="en-US" dirty="0"/>
          </a:p>
        </p:txBody>
      </p:sp>
      <p:sp>
        <p:nvSpPr>
          <p:cNvPr id="371" name="Freeform 370">
            <a:extLst>
              <a:ext uri="{FF2B5EF4-FFF2-40B4-BE49-F238E27FC236}">
                <a16:creationId xmlns:a16="http://schemas.microsoft.com/office/drawing/2014/main" id="{21662630-62BB-AE4A-A779-AEACD21E6D7C}"/>
              </a:ext>
            </a:extLst>
          </p:cNvPr>
          <p:cNvSpPr/>
          <p:nvPr/>
        </p:nvSpPr>
        <p:spPr>
          <a:xfrm>
            <a:off x="6738892" y="2299334"/>
            <a:ext cx="843605" cy="1003436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/>
          </a:p>
        </p:txBody>
      </p:sp>
      <p:sp>
        <p:nvSpPr>
          <p:cNvPr id="13" name="Freeform 417">
            <a:extLst>
              <a:ext uri="{FF2B5EF4-FFF2-40B4-BE49-F238E27FC236}">
                <a16:creationId xmlns:a16="http://schemas.microsoft.com/office/drawing/2014/main" id="{22352293-C7A6-4C41-9DD8-CAA48CB29154}"/>
              </a:ext>
            </a:extLst>
          </p:cNvPr>
          <p:cNvSpPr>
            <a:spLocks/>
          </p:cNvSpPr>
          <p:nvPr/>
        </p:nvSpPr>
        <p:spPr bwMode="auto">
          <a:xfrm>
            <a:off x="5455557" y="1369526"/>
            <a:ext cx="1302544" cy="988278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endParaRPr lang="en-US" sz="1050"/>
          </a:p>
        </p:txBody>
      </p:sp>
      <p:grpSp>
        <p:nvGrpSpPr>
          <p:cNvPr id="14" name="Group 418">
            <a:extLst>
              <a:ext uri="{FF2B5EF4-FFF2-40B4-BE49-F238E27FC236}">
                <a16:creationId xmlns:a16="http://schemas.microsoft.com/office/drawing/2014/main" id="{BE0D451A-5CE4-4C4B-B3DF-A408288EDA0C}"/>
              </a:ext>
            </a:extLst>
          </p:cNvPr>
          <p:cNvGrpSpPr>
            <a:grpSpLocks/>
          </p:cNvGrpSpPr>
          <p:nvPr/>
        </p:nvGrpSpPr>
        <p:grpSpPr bwMode="auto">
          <a:xfrm>
            <a:off x="5404013" y="2466938"/>
            <a:ext cx="1094184" cy="700088"/>
            <a:chOff x="2889" y="1631"/>
            <a:chExt cx="980" cy="743"/>
          </a:xfrm>
        </p:grpSpPr>
        <p:sp>
          <p:nvSpPr>
            <p:cNvPr id="369" name="Rectangle 419">
              <a:extLst>
                <a:ext uri="{FF2B5EF4-FFF2-40B4-BE49-F238E27FC236}">
                  <a16:creationId xmlns:a16="http://schemas.microsoft.com/office/drawing/2014/main" id="{F39DA03D-3BDA-2344-B3D3-3A95FB5EE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70" name="AutoShape 420">
              <a:extLst>
                <a:ext uri="{FF2B5EF4-FFF2-40B4-BE49-F238E27FC236}">
                  <a16:creationId xmlns:a16="http://schemas.microsoft.com/office/drawing/2014/main" id="{579866B0-F884-A84A-B74A-EFEA50EBF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00CC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1" name="Freeform 427">
            <a:extLst>
              <a:ext uri="{FF2B5EF4-FFF2-40B4-BE49-F238E27FC236}">
                <a16:creationId xmlns:a16="http://schemas.microsoft.com/office/drawing/2014/main" id="{3F97D486-CCD5-C043-940C-EC1740EC7BA0}"/>
              </a:ext>
            </a:extLst>
          </p:cNvPr>
          <p:cNvSpPr>
            <a:spLocks/>
          </p:cNvSpPr>
          <p:nvPr/>
        </p:nvSpPr>
        <p:spPr bwMode="auto">
          <a:xfrm>
            <a:off x="5784301" y="3512351"/>
            <a:ext cx="2309813" cy="1248966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endParaRPr lang="en-US" sz="1050"/>
          </a:p>
        </p:txBody>
      </p:sp>
      <p:sp>
        <p:nvSpPr>
          <p:cNvPr id="66" name="Text Box 580">
            <a:extLst>
              <a:ext uri="{FF2B5EF4-FFF2-40B4-BE49-F238E27FC236}">
                <a16:creationId xmlns:a16="http://schemas.microsoft.com/office/drawing/2014/main" id="{16C4E384-62E0-DC41-883F-EB2C4C99F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456" y="1116346"/>
            <a:ext cx="1093569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dirty="0">
                <a:latin typeface="+mn-lt"/>
              </a:rPr>
              <a:t>mobile network</a:t>
            </a:r>
          </a:p>
        </p:txBody>
      </p:sp>
      <p:sp>
        <p:nvSpPr>
          <p:cNvPr id="69" name="Text Box 580">
            <a:extLst>
              <a:ext uri="{FF2B5EF4-FFF2-40B4-BE49-F238E27FC236}">
                <a16:creationId xmlns:a16="http://schemas.microsoft.com/office/drawing/2014/main" id="{9AC056F8-729E-D344-BD7D-917810217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8126" y="3143942"/>
            <a:ext cx="1466735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dirty="0">
                <a:latin typeface="+mn-lt"/>
              </a:rPr>
              <a:t>home network</a:t>
            </a:r>
          </a:p>
        </p:txBody>
      </p:sp>
      <p:sp>
        <p:nvSpPr>
          <p:cNvPr id="70" name="Text Box 580">
            <a:extLst>
              <a:ext uri="{FF2B5EF4-FFF2-40B4-BE49-F238E27FC236}">
                <a16:creationId xmlns:a16="http://schemas.microsoft.com/office/drawing/2014/main" id="{8A1A4F41-0243-4946-9F02-F301CBD59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0182" y="4334832"/>
            <a:ext cx="1026243" cy="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dirty="0">
                <a:latin typeface="+mn-lt"/>
              </a:rPr>
              <a:t>enterprise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dirty="0">
                <a:latin typeface="+mn-lt"/>
              </a:rPr>
              <a:t>          network</a:t>
            </a:r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id="{C89E7C56-1DE4-7143-8EEB-E5965035CC42}"/>
              </a:ext>
            </a:extLst>
          </p:cNvPr>
          <p:cNvSpPr/>
          <p:nvPr/>
        </p:nvSpPr>
        <p:spPr>
          <a:xfrm>
            <a:off x="7666610" y="2384655"/>
            <a:ext cx="954875" cy="1451811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/>
          </a:p>
        </p:txBody>
      </p: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96BCCD85-1D07-EF4E-A878-EC23CD23096A}"/>
              </a:ext>
            </a:extLst>
          </p:cNvPr>
          <p:cNvGrpSpPr/>
          <p:nvPr/>
        </p:nvGrpSpPr>
        <p:grpSpPr>
          <a:xfrm>
            <a:off x="8128275" y="2946038"/>
            <a:ext cx="515545" cy="541161"/>
            <a:chOff x="5203089" y="1751190"/>
            <a:chExt cx="858331" cy="662414"/>
          </a:xfrm>
        </p:grpSpPr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D6FAD5AB-6E93-5E47-BE32-4993FD767B8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2A115C8B-7EC0-084D-A3CF-7AEF0487F301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16F8043F-8502-904C-9632-B3658D71B8BE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B4B3A6DE-2E70-F74C-8CA1-13247C912682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4B9DB078-BD58-F64A-B873-E1187205EB9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D321DD82-9D22-0B49-ADF9-8BE310E97E7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18A2FB0C-53B9-5248-AA65-9BA9B429FC4C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44FBB965-69F3-F546-AE9F-4AD14078F37E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BDA3EF41-5873-7D4B-8A04-F8D62DFD2DB6}"/>
              </a:ext>
            </a:extLst>
          </p:cNvPr>
          <p:cNvGrpSpPr/>
          <p:nvPr/>
        </p:nvGrpSpPr>
        <p:grpSpPr>
          <a:xfrm>
            <a:off x="8078379" y="2395628"/>
            <a:ext cx="445960" cy="486252"/>
            <a:chOff x="5203089" y="1751190"/>
            <a:chExt cx="858331" cy="662414"/>
          </a:xfrm>
        </p:grpSpPr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325473B9-6F55-684D-B22D-FF70325540CE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06CE85F7-18B2-3947-975F-CEA32EE2FBA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F3F3D0FA-374D-9147-8047-2B7B3AAF05D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AFF00F79-7128-E243-BBD5-A97200EABABC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729D9C8D-B396-A049-9B7A-BE878812629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4B32C41F-58E3-CC4F-9625-B6688BEB2140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58933865-B1C6-3244-A0F5-136E4C6DD92E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76C939A7-C3F0-5A45-B81D-4E775CF1C92C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2" name="Freeform 561">
            <a:extLst>
              <a:ext uri="{FF2B5EF4-FFF2-40B4-BE49-F238E27FC236}">
                <a16:creationId xmlns:a16="http://schemas.microsoft.com/office/drawing/2014/main" id="{BE088278-C41B-3E4A-87CE-FD65749FA13D}"/>
              </a:ext>
            </a:extLst>
          </p:cNvPr>
          <p:cNvSpPr/>
          <p:nvPr/>
        </p:nvSpPr>
        <p:spPr>
          <a:xfrm>
            <a:off x="7155610" y="1336532"/>
            <a:ext cx="1123398" cy="1039841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/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59DB778E-F23D-6C41-8A2D-8F08BD46CBCB}"/>
              </a:ext>
            </a:extLst>
          </p:cNvPr>
          <p:cNvSpPr txBox="1"/>
          <p:nvPr/>
        </p:nvSpPr>
        <p:spPr>
          <a:xfrm>
            <a:off x="7070401" y="1388397"/>
            <a:ext cx="1468672" cy="2377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dirty="0"/>
              <a:t>national or global ISP</a:t>
            </a: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2DCB9395-41DC-D844-A0B1-59B5BDD3151F}"/>
              </a:ext>
            </a:extLst>
          </p:cNvPr>
          <p:cNvSpPr/>
          <p:nvPr/>
        </p:nvSpPr>
        <p:spPr>
          <a:xfrm>
            <a:off x="6959301" y="2758432"/>
            <a:ext cx="229312" cy="148385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653" name="TextBox 652">
            <a:extLst>
              <a:ext uri="{FF2B5EF4-FFF2-40B4-BE49-F238E27FC236}">
                <a16:creationId xmlns:a16="http://schemas.microsoft.com/office/drawing/2014/main" id="{C34CA97E-4007-3540-925A-3C739C254049}"/>
              </a:ext>
            </a:extLst>
          </p:cNvPr>
          <p:cNvSpPr txBox="1"/>
          <p:nvPr/>
        </p:nvSpPr>
        <p:spPr>
          <a:xfrm>
            <a:off x="6574622" y="2585939"/>
            <a:ext cx="780479" cy="528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dirty="0"/>
              <a:t>local or regional ISP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7DCF99E9-1DFC-0241-B2E7-471998268663}"/>
              </a:ext>
            </a:extLst>
          </p:cNvPr>
          <p:cNvSpPr txBox="1"/>
          <p:nvPr/>
        </p:nvSpPr>
        <p:spPr>
          <a:xfrm>
            <a:off x="8188325" y="3508453"/>
            <a:ext cx="692818" cy="3105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788" dirty="0"/>
              <a:t>datacenter </a:t>
            </a:r>
          </a:p>
          <a:p>
            <a:pPr>
              <a:lnSpc>
                <a:spcPct val="90000"/>
              </a:lnSpc>
            </a:pPr>
            <a:r>
              <a:rPr lang="en-US" sz="788" dirty="0"/>
              <a:t>network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173BD163-3F4D-944E-B86B-3275B779D5A8}"/>
              </a:ext>
            </a:extLst>
          </p:cNvPr>
          <p:cNvSpPr txBox="1"/>
          <p:nvPr/>
        </p:nvSpPr>
        <p:spPr>
          <a:xfrm>
            <a:off x="7547264" y="3171186"/>
            <a:ext cx="710451" cy="528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dirty="0"/>
              <a:t>content 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provider 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network</a:t>
            </a:r>
            <a:endParaRPr lang="en-US" sz="750" dirty="0"/>
          </a:p>
        </p:txBody>
      </p:sp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B7334F8A-78E8-5447-8C7B-A897E1246B5B}"/>
              </a:ext>
            </a:extLst>
          </p:cNvPr>
          <p:cNvGrpSpPr/>
          <p:nvPr/>
        </p:nvGrpSpPr>
        <p:grpSpPr>
          <a:xfrm>
            <a:off x="5671679" y="1595494"/>
            <a:ext cx="2684150" cy="2730212"/>
            <a:chOff x="7562238" y="2127325"/>
            <a:chExt cx="3578867" cy="3640283"/>
          </a:xfrm>
        </p:grpSpPr>
        <p:cxnSp>
          <p:nvCxnSpPr>
            <p:cNvPr id="830" name="Straight Connector 829">
              <a:extLst>
                <a:ext uri="{FF2B5EF4-FFF2-40B4-BE49-F238E27FC236}">
                  <a16:creationId xmlns:a16="http://schemas.microsoft.com/office/drawing/2014/main" id="{B163CA8C-EB1E-A14C-9A66-BC297C1207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59920" y="3580125"/>
              <a:ext cx="412964" cy="637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826">
              <a:extLst>
                <a:ext uri="{FF2B5EF4-FFF2-40B4-BE49-F238E27FC236}">
                  <a16:creationId xmlns:a16="http://schemas.microsoft.com/office/drawing/2014/main" id="{5423E50E-9196-7E41-B2E3-7EFFBB8078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60835" y="3640684"/>
              <a:ext cx="345866" cy="7389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824">
              <a:extLst>
                <a:ext uri="{FF2B5EF4-FFF2-40B4-BE49-F238E27FC236}">
                  <a16:creationId xmlns:a16="http://schemas.microsoft.com/office/drawing/2014/main" id="{D736E0FF-D607-3B4C-A87A-D415301D6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6897" y="3633421"/>
              <a:ext cx="335987" cy="3953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822">
              <a:extLst>
                <a:ext uri="{FF2B5EF4-FFF2-40B4-BE49-F238E27FC236}">
                  <a16:creationId xmlns:a16="http://schemas.microsoft.com/office/drawing/2014/main" id="{412118DA-F614-8A42-80A7-8D427CB9D0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70774" y="3594896"/>
              <a:ext cx="1" cy="4857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818">
              <a:extLst>
                <a:ext uri="{FF2B5EF4-FFF2-40B4-BE49-F238E27FC236}">
                  <a16:creationId xmlns:a16="http://schemas.microsoft.com/office/drawing/2014/main" id="{1F000A1C-019C-AC40-8B26-99394BC90A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50620" y="4071642"/>
              <a:ext cx="508543" cy="3486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817">
              <a:extLst>
                <a:ext uri="{FF2B5EF4-FFF2-40B4-BE49-F238E27FC236}">
                  <a16:creationId xmlns:a16="http://schemas.microsoft.com/office/drawing/2014/main" id="{E581177E-ADBB-324A-BE56-FFA64730F3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5195" y="4087742"/>
              <a:ext cx="6554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815">
              <a:extLst>
                <a:ext uri="{FF2B5EF4-FFF2-40B4-BE49-F238E27FC236}">
                  <a16:creationId xmlns:a16="http://schemas.microsoft.com/office/drawing/2014/main" id="{D0BFF2F4-0B07-CF45-A69B-7B91FA12DE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9616" y="4087742"/>
              <a:ext cx="6554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812">
              <a:extLst>
                <a:ext uri="{FF2B5EF4-FFF2-40B4-BE49-F238E27FC236}">
                  <a16:creationId xmlns:a16="http://schemas.microsoft.com/office/drawing/2014/main" id="{E3568D00-797E-F542-B47B-DC40257A1A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76868" y="3507672"/>
              <a:ext cx="382424" cy="5170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810">
              <a:extLst>
                <a:ext uri="{FF2B5EF4-FFF2-40B4-BE49-F238E27FC236}">
                  <a16:creationId xmlns:a16="http://schemas.microsoft.com/office/drawing/2014/main" id="{B5D2DFB3-E4DE-3C49-8F72-DC09F553A5F3}"/>
                </a:ext>
              </a:extLst>
            </p:cNvPr>
            <p:cNvCxnSpPr>
              <a:cxnSpLocks/>
            </p:cNvCxnSpPr>
            <p:nvPr/>
          </p:nvCxnSpPr>
          <p:spPr>
            <a:xfrm>
              <a:off x="9733069" y="3507672"/>
              <a:ext cx="0" cy="540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807">
              <a:extLst>
                <a:ext uri="{FF2B5EF4-FFF2-40B4-BE49-F238E27FC236}">
                  <a16:creationId xmlns:a16="http://schemas.microsoft.com/office/drawing/2014/main" id="{F9A85AAA-3DAA-6946-B559-D97F731B61D5}"/>
                </a:ext>
              </a:extLst>
            </p:cNvPr>
            <p:cNvCxnSpPr/>
            <p:nvPr/>
          </p:nvCxnSpPr>
          <p:spPr>
            <a:xfrm>
              <a:off x="10137668" y="2754692"/>
              <a:ext cx="488174" cy="8393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Straight Connector 562">
              <a:extLst>
                <a:ext uri="{FF2B5EF4-FFF2-40B4-BE49-F238E27FC236}">
                  <a16:creationId xmlns:a16="http://schemas.microsoft.com/office/drawing/2014/main" id="{12CE73BA-DDE8-5741-9E5E-64CA353BA9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98719" y="2695013"/>
              <a:ext cx="380432" cy="694807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3" name="Group 802">
              <a:extLst>
                <a:ext uri="{FF2B5EF4-FFF2-40B4-BE49-F238E27FC236}">
                  <a16:creationId xmlns:a16="http://schemas.microsoft.com/office/drawing/2014/main" id="{4429D23B-C424-D54E-A99F-D3FC646B3D08}"/>
                </a:ext>
              </a:extLst>
            </p:cNvPr>
            <p:cNvGrpSpPr/>
            <p:nvPr/>
          </p:nvGrpSpPr>
          <p:grpSpPr>
            <a:xfrm>
              <a:off x="7562238" y="2127325"/>
              <a:ext cx="3578867" cy="3640283"/>
              <a:chOff x="7562238" y="2127325"/>
              <a:chExt cx="3578867" cy="3640283"/>
            </a:xfrm>
          </p:grpSpPr>
          <p:grpSp>
            <p:nvGrpSpPr>
              <p:cNvPr id="800" name="Group 799">
                <a:extLst>
                  <a:ext uri="{FF2B5EF4-FFF2-40B4-BE49-F238E27FC236}">
                    <a16:creationId xmlns:a16="http://schemas.microsoft.com/office/drawing/2014/main" id="{C0FB38C4-8D4E-FD46-8BA5-A01F983C9AF5}"/>
                  </a:ext>
                </a:extLst>
              </p:cNvPr>
              <p:cNvGrpSpPr/>
              <p:nvPr/>
            </p:nvGrpSpPr>
            <p:grpSpPr>
              <a:xfrm>
                <a:off x="7857253" y="2127325"/>
                <a:ext cx="3283852" cy="3640283"/>
                <a:chOff x="7881336" y="2104198"/>
                <a:chExt cx="3283852" cy="3640283"/>
              </a:xfrm>
            </p:grpSpPr>
            <p:sp>
              <p:nvSpPr>
                <p:cNvPr id="22" name="Line 428">
                  <a:extLst>
                    <a:ext uri="{FF2B5EF4-FFF2-40B4-BE49-F238E27FC236}">
                      <a16:creationId xmlns:a16="http://schemas.microsoft.com/office/drawing/2014/main" id="{28DDE19D-11FD-214B-B68A-9F6AAEA3AA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813692" y="5228612"/>
                  <a:ext cx="388062" cy="75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050"/>
                </a:p>
              </p:txBody>
            </p:sp>
            <p:sp>
              <p:nvSpPr>
                <p:cNvPr id="24" name="Line 430">
                  <a:extLst>
                    <a:ext uri="{FF2B5EF4-FFF2-40B4-BE49-F238E27FC236}">
                      <a16:creationId xmlns:a16="http://schemas.microsoft.com/office/drawing/2014/main" id="{3188928B-5976-7142-B509-B67C32631B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>
                  <a:off x="10234009" y="5382159"/>
                  <a:ext cx="0" cy="1143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050"/>
                </a:p>
              </p:txBody>
            </p:sp>
            <p:sp>
              <p:nvSpPr>
                <p:cNvPr id="25" name="Line 431">
                  <a:extLst>
                    <a:ext uri="{FF2B5EF4-FFF2-40B4-BE49-F238E27FC236}">
                      <a16:creationId xmlns:a16="http://schemas.microsoft.com/office/drawing/2014/main" id="{B61C3274-819B-1A4B-9892-BC7A0AB4BF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457042" y="4815390"/>
                  <a:ext cx="524483" cy="2615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6" name="Line 432">
                  <a:extLst>
                    <a:ext uri="{FF2B5EF4-FFF2-40B4-BE49-F238E27FC236}">
                      <a16:creationId xmlns:a16="http://schemas.microsoft.com/office/drawing/2014/main" id="{6434324A-C183-F645-84E8-7170D215D0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74149" y="4815390"/>
                  <a:ext cx="569255" cy="24626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7" name="Line 433">
                  <a:extLst>
                    <a:ext uri="{FF2B5EF4-FFF2-40B4-BE49-F238E27FC236}">
                      <a16:creationId xmlns:a16="http://schemas.microsoft.com/office/drawing/2014/main" id="{4326369B-7050-F54A-9B61-51FBE98316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45827" y="5085749"/>
                  <a:ext cx="103050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8" name="Line 435">
                  <a:extLst>
                    <a:ext uri="{FF2B5EF4-FFF2-40B4-BE49-F238E27FC236}">
                      <a16:creationId xmlns:a16="http://schemas.microsoft.com/office/drawing/2014/main" id="{D2EFF5DE-9380-7D46-847C-7986E80C63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34290" y="5094207"/>
                  <a:ext cx="22680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 dirty="0"/>
                </a:p>
              </p:txBody>
            </p:sp>
            <p:sp>
              <p:nvSpPr>
                <p:cNvPr id="29" name="Line 436">
                  <a:extLst>
                    <a:ext uri="{FF2B5EF4-FFF2-40B4-BE49-F238E27FC236}">
                      <a16:creationId xmlns:a16="http://schemas.microsoft.com/office/drawing/2014/main" id="{CAD2281A-59A4-DA4C-A9DC-E37CA49919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972450" y="5267343"/>
                  <a:ext cx="41275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0" name="Line 439">
                  <a:extLst>
                    <a:ext uri="{FF2B5EF4-FFF2-40B4-BE49-F238E27FC236}">
                      <a16:creationId xmlns:a16="http://schemas.microsoft.com/office/drawing/2014/main" id="{59746900-72D7-BF46-8B59-62F2A5D479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397900" y="5259125"/>
                  <a:ext cx="68080" cy="2939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1" name="Line 440">
                  <a:extLst>
                    <a:ext uri="{FF2B5EF4-FFF2-40B4-BE49-F238E27FC236}">
                      <a16:creationId xmlns:a16="http://schemas.microsoft.com/office/drawing/2014/main" id="{76AA107C-4028-5D4D-B986-E7C4D7058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512814" y="5284804"/>
                  <a:ext cx="280374" cy="2698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2" name="Line 441">
                  <a:extLst>
                    <a:ext uri="{FF2B5EF4-FFF2-40B4-BE49-F238E27FC236}">
                      <a16:creationId xmlns:a16="http://schemas.microsoft.com/office/drawing/2014/main" id="{AF797424-05E8-8345-847C-94DA81395A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512814" y="5234921"/>
                  <a:ext cx="914184" cy="4686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3" name="Line 443">
                  <a:extLst>
                    <a:ext uri="{FF2B5EF4-FFF2-40B4-BE49-F238E27FC236}">
                      <a16:creationId xmlns:a16="http://schemas.microsoft.com/office/drawing/2014/main" id="{BCDF073B-F330-A345-A512-B85DFD399D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71861" y="3806843"/>
                  <a:ext cx="0" cy="1317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9" name="Line 449">
                  <a:extLst>
                    <a:ext uri="{FF2B5EF4-FFF2-40B4-BE49-F238E27FC236}">
                      <a16:creationId xmlns:a16="http://schemas.microsoft.com/office/drawing/2014/main" id="{53CD988A-3515-7242-9C29-87AF281086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881336" y="4017980"/>
                  <a:ext cx="168275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528" name="Line 428">
                  <a:extLst>
                    <a:ext uri="{FF2B5EF4-FFF2-40B4-BE49-F238E27FC236}">
                      <a16:creationId xmlns:a16="http://schemas.microsoft.com/office/drawing/2014/main" id="{538963BA-E603-D94F-A908-92C50EC393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909628" y="5560344"/>
                  <a:ext cx="366793" cy="148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050"/>
                </a:p>
              </p:txBody>
            </p:sp>
            <p:sp>
              <p:nvSpPr>
                <p:cNvPr id="537" name="Line 440">
                  <a:extLst>
                    <a:ext uri="{FF2B5EF4-FFF2-40B4-BE49-F238E27FC236}">
                      <a16:creationId xmlns:a16="http://schemas.microsoft.com/office/drawing/2014/main" id="{E3BCB46D-EF32-8C42-A43A-1B0DAF759B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483508" y="5013435"/>
                  <a:ext cx="404236" cy="20777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cxnSp>
              <p:nvCxnSpPr>
                <p:cNvPr id="564" name="Straight Connector 563">
                  <a:extLst>
                    <a:ext uri="{FF2B5EF4-FFF2-40B4-BE49-F238E27FC236}">
                      <a16:creationId xmlns:a16="http://schemas.microsoft.com/office/drawing/2014/main" id="{CE6E1140-BC2F-9947-9B51-91DC5079ABB1}"/>
                    </a:ext>
                  </a:extLst>
                </p:cNvPr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5" name="Straight Connector 564">
                  <a:extLst>
                    <a:ext uri="{FF2B5EF4-FFF2-40B4-BE49-F238E27FC236}">
                      <a16:creationId xmlns:a16="http://schemas.microsoft.com/office/drawing/2014/main" id="{9EF5B4FA-3960-F54C-936B-C64147078447}"/>
                    </a:ext>
                  </a:extLst>
                </p:cNvPr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6" name="Straight Connector 565">
                  <a:extLst>
                    <a:ext uri="{FF2B5EF4-FFF2-40B4-BE49-F238E27FC236}">
                      <a16:creationId xmlns:a16="http://schemas.microsoft.com/office/drawing/2014/main" id="{691B45AC-C5E3-D24E-9C63-05D00B08C71D}"/>
                    </a:ext>
                  </a:extLst>
                </p:cNvPr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7" name="Straight Connector 566">
                  <a:extLst>
                    <a:ext uri="{FF2B5EF4-FFF2-40B4-BE49-F238E27FC236}">
                      <a16:creationId xmlns:a16="http://schemas.microsoft.com/office/drawing/2014/main" id="{59EB46BB-F3EA-4248-B631-AC80BEB74EF0}"/>
                    </a:ext>
                  </a:extLst>
                </p:cNvPr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8" name="Straight Connector 567">
                  <a:extLst>
                    <a:ext uri="{FF2B5EF4-FFF2-40B4-BE49-F238E27FC236}">
                      <a16:creationId xmlns:a16="http://schemas.microsoft.com/office/drawing/2014/main" id="{C562C7DD-3FD1-0E4C-B308-744C6C87FC79}"/>
                    </a:ext>
                  </a:extLst>
                </p:cNvPr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9" name="Straight Connector 568">
                  <a:extLst>
                    <a:ext uri="{FF2B5EF4-FFF2-40B4-BE49-F238E27FC236}">
                      <a16:creationId xmlns:a16="http://schemas.microsoft.com/office/drawing/2014/main" id="{6793D61B-AD50-A246-A5C0-38DF48C17738}"/>
                    </a:ext>
                  </a:extLst>
                </p:cNvPr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0" name="Straight Connector 569">
                  <a:extLst>
                    <a:ext uri="{FF2B5EF4-FFF2-40B4-BE49-F238E27FC236}">
                      <a16:creationId xmlns:a16="http://schemas.microsoft.com/office/drawing/2014/main" id="{EDD09B84-3AA8-0948-AB6C-1D5CBFFC5293}"/>
                    </a:ext>
                  </a:extLst>
                </p:cNvPr>
                <p:cNvCxnSpPr/>
                <p:nvPr/>
              </p:nvCxnSpPr>
              <p:spPr>
                <a:xfrm flipH="1" flipV="1">
                  <a:off x="10706077" y="2695840"/>
                  <a:ext cx="353541" cy="6780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4" name="Straight Connector 573">
                  <a:extLst>
                    <a:ext uri="{FF2B5EF4-FFF2-40B4-BE49-F238E27FC236}">
                      <a16:creationId xmlns:a16="http://schemas.microsoft.com/office/drawing/2014/main" id="{C777BA08-17B1-254B-BCB6-583E10254EC6}"/>
                    </a:ext>
                  </a:extLst>
                </p:cNvPr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Line 541">
                  <a:extLst>
                    <a:ext uri="{FF2B5EF4-FFF2-40B4-BE49-F238E27FC236}">
                      <a16:creationId xmlns:a16="http://schemas.microsoft.com/office/drawing/2014/main" id="{C44ADC96-78DA-C64F-AF97-4FFA68D2ED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402788" y="4090252"/>
                  <a:ext cx="429324" cy="70560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9" name="Line 424">
                  <a:extLst>
                    <a:ext uri="{FF2B5EF4-FFF2-40B4-BE49-F238E27FC236}">
                      <a16:creationId xmlns:a16="http://schemas.microsoft.com/office/drawing/2014/main" id="{845B46BE-685D-2D4E-AD26-5684794D19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268637" y="4024329"/>
                  <a:ext cx="969051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</p:grpSp>
          <p:pic>
            <p:nvPicPr>
              <p:cNvPr id="262" name="Picture 778" descr="antenna_radiation_stylized">
                <a:extLst>
                  <a:ext uri="{FF2B5EF4-FFF2-40B4-BE49-F238E27FC236}">
                    <a16:creationId xmlns:a16="http://schemas.microsoft.com/office/drawing/2014/main" id="{B73E5F98-BC74-DB47-BA02-5F29DC6757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60" name="Picture 781" descr="antenna_radiation_stylized">
                <a:extLst>
                  <a:ext uri="{FF2B5EF4-FFF2-40B4-BE49-F238E27FC236}">
                    <a16:creationId xmlns:a16="http://schemas.microsoft.com/office/drawing/2014/main" id="{5F858A2F-D0F0-7E47-8EF1-4C37898F9C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2" name="Picture 799" descr="cell_tower_radiation copy">
                <a:extLst>
                  <a:ext uri="{FF2B5EF4-FFF2-40B4-BE49-F238E27FC236}">
                    <a16:creationId xmlns:a16="http://schemas.microsoft.com/office/drawing/2014/main" id="{B5B28CD6-3076-384D-8180-86543C59B6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3" name="Oval 800">
                <a:extLst>
                  <a:ext uri="{FF2B5EF4-FFF2-40B4-BE49-F238E27FC236}">
                    <a16:creationId xmlns:a16="http://schemas.microsoft.com/office/drawing/2014/main" id="{271D03F6-D85B-EC41-803D-EFAA96DAE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787" name="Group 786">
            <a:extLst>
              <a:ext uri="{FF2B5EF4-FFF2-40B4-BE49-F238E27FC236}">
                <a16:creationId xmlns:a16="http://schemas.microsoft.com/office/drawing/2014/main" id="{C944F5F4-7AD1-AE48-9769-ABE2F95B5A26}"/>
              </a:ext>
            </a:extLst>
          </p:cNvPr>
          <p:cNvGrpSpPr/>
          <p:nvPr/>
        </p:nvGrpSpPr>
        <p:grpSpPr>
          <a:xfrm>
            <a:off x="5560554" y="1418935"/>
            <a:ext cx="1432333" cy="703508"/>
            <a:chOff x="7432700" y="1830405"/>
            <a:chExt cx="1909777" cy="938011"/>
          </a:xfrm>
        </p:grpSpPr>
        <p:grpSp>
          <p:nvGrpSpPr>
            <p:cNvPr id="49" name="Group 652">
              <a:extLst>
                <a:ext uri="{FF2B5EF4-FFF2-40B4-BE49-F238E27FC236}">
                  <a16:creationId xmlns:a16="http://schemas.microsoft.com/office/drawing/2014/main" id="{F4E63F52-683B-8244-A48E-D8CF833CC0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3850" y="1830405"/>
              <a:ext cx="415925" cy="385763"/>
              <a:chOff x="2751" y="1851"/>
              <a:chExt cx="462" cy="478"/>
            </a:xfrm>
          </p:grpSpPr>
          <p:pic>
            <p:nvPicPr>
              <p:cNvPr id="359" name="Picture 653" descr="iphone_stylized_small">
                <a:extLst>
                  <a:ext uri="{FF2B5EF4-FFF2-40B4-BE49-F238E27FC236}">
                    <a16:creationId xmlns:a16="http://schemas.microsoft.com/office/drawing/2014/main" id="{EDF1EC93-A6E5-964F-B0D6-EE56B282AE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0" name="Picture 654" descr="antenna_radiation_stylized">
                <a:extLst>
                  <a:ext uri="{FF2B5EF4-FFF2-40B4-BE49-F238E27FC236}">
                    <a16:creationId xmlns:a16="http://schemas.microsoft.com/office/drawing/2014/main" id="{0A17C594-505E-6F41-AEEB-272A31DFD2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785" name="Group 784">
              <a:extLst>
                <a:ext uri="{FF2B5EF4-FFF2-40B4-BE49-F238E27FC236}">
                  <a16:creationId xmlns:a16="http://schemas.microsoft.com/office/drawing/2014/main" id="{91E02B81-5B35-4545-A954-B7E923AB7286}"/>
                </a:ext>
              </a:extLst>
            </p:cNvPr>
            <p:cNvGrpSpPr/>
            <p:nvPr/>
          </p:nvGrpSpPr>
          <p:grpSpPr>
            <a:xfrm>
              <a:off x="7432700" y="2327293"/>
              <a:ext cx="534987" cy="407988"/>
              <a:chOff x="7432700" y="2327293"/>
              <a:chExt cx="534987" cy="407988"/>
            </a:xfrm>
          </p:grpSpPr>
          <p:pic>
            <p:nvPicPr>
              <p:cNvPr id="73" name="Picture 1017" descr="antenna_stylized">
                <a:extLst>
                  <a:ext uri="{FF2B5EF4-FFF2-40B4-BE49-F238E27FC236}">
                    <a16:creationId xmlns:a16="http://schemas.microsoft.com/office/drawing/2014/main" id="{27A537F5-5D99-BF4C-9B11-E9782673F1A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4" name="Picture 1018" descr="laptop_keyboard">
                <a:extLst>
                  <a:ext uri="{FF2B5EF4-FFF2-40B4-BE49-F238E27FC236}">
                    <a16:creationId xmlns:a16="http://schemas.microsoft.com/office/drawing/2014/main" id="{7087B8D0-FFCB-0746-A889-28909002C2F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5" name="Freeform 1019">
                <a:extLst>
                  <a:ext uri="{FF2B5EF4-FFF2-40B4-BE49-F238E27FC236}">
                    <a16:creationId xmlns:a16="http://schemas.microsoft.com/office/drawing/2014/main" id="{7C75BC30-0808-D44D-AF7A-A72B4A529E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3304" y="2420984"/>
                <a:ext cx="351919" cy="208167"/>
              </a:xfrm>
              <a:custGeom>
                <a:avLst/>
                <a:gdLst>
                  <a:gd name="T0" fmla="*/ 775798119 w 2982"/>
                  <a:gd name="T1" fmla="*/ 0 h 2442"/>
                  <a:gd name="T2" fmla="*/ 0 w 2982"/>
                  <a:gd name="T3" fmla="*/ 211226083 h 2442"/>
                  <a:gd name="T4" fmla="*/ 2147483646 w 2982"/>
                  <a:gd name="T5" fmla="*/ 263880059 h 2442"/>
                  <a:gd name="T6" fmla="*/ 2147483646 w 2982"/>
                  <a:gd name="T7" fmla="*/ 52653891 h 2442"/>
                  <a:gd name="T8" fmla="*/ 775798119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1050"/>
              </a:p>
            </p:txBody>
          </p:sp>
          <p:pic>
            <p:nvPicPr>
              <p:cNvPr id="76" name="Picture 1020" descr="screen">
                <a:extLst>
                  <a:ext uri="{FF2B5EF4-FFF2-40B4-BE49-F238E27FC236}">
                    <a16:creationId xmlns:a16="http://schemas.microsoft.com/office/drawing/2014/main" id="{2D732B7A-74CB-D547-ADB5-C721526D5E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7" name="Freeform 1021">
                <a:extLst>
                  <a:ext uri="{FF2B5EF4-FFF2-40B4-BE49-F238E27FC236}">
                    <a16:creationId xmlns:a16="http://schemas.microsoft.com/office/drawing/2014/main" id="{FBD1A429-9B8F-F940-AD09-4638CC3167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7378" y="2414843"/>
                <a:ext cx="298167" cy="38736"/>
              </a:xfrm>
              <a:custGeom>
                <a:avLst/>
                <a:gdLst>
                  <a:gd name="T0" fmla="*/ 193616298 w 2528"/>
                  <a:gd name="T1" fmla="*/ 0 h 455"/>
                  <a:gd name="T2" fmla="*/ 2147483646 w 2528"/>
                  <a:gd name="T3" fmla="*/ 52445139 h 455"/>
                  <a:gd name="T4" fmla="*/ 2147483646 w 2528"/>
                  <a:gd name="T5" fmla="*/ 52445139 h 455"/>
                  <a:gd name="T6" fmla="*/ 0 w 2528"/>
                  <a:gd name="T7" fmla="*/ 52445139 h 455"/>
                  <a:gd name="T8" fmla="*/ 193616298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78" name="Freeform 1022">
                <a:extLst>
                  <a:ext uri="{FF2B5EF4-FFF2-40B4-BE49-F238E27FC236}">
                    <a16:creationId xmlns:a16="http://schemas.microsoft.com/office/drawing/2014/main" id="{376C8B48-3441-F643-B92D-5DC759EDA1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0188" y="2414528"/>
                <a:ext cx="82770" cy="161243"/>
              </a:xfrm>
              <a:custGeom>
                <a:avLst/>
                <a:gdLst>
                  <a:gd name="T0" fmla="*/ 773664160 w 702"/>
                  <a:gd name="T1" fmla="*/ 0 h 1893"/>
                  <a:gd name="T2" fmla="*/ 0 w 702"/>
                  <a:gd name="T3" fmla="*/ 210739916 h 1893"/>
                  <a:gd name="T4" fmla="*/ 193416040 w 702"/>
                  <a:gd name="T5" fmla="*/ 210739916 h 1893"/>
                  <a:gd name="T6" fmla="*/ 967080200 w 702"/>
                  <a:gd name="T7" fmla="*/ 52529017 h 1893"/>
                  <a:gd name="T8" fmla="*/ 773664160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79" name="Freeform 1023">
                <a:extLst>
                  <a:ext uri="{FF2B5EF4-FFF2-40B4-BE49-F238E27FC236}">
                    <a16:creationId xmlns:a16="http://schemas.microsoft.com/office/drawing/2014/main" id="{4DFECD03-4AF0-1342-8138-6CEC8249A2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4205" y="2443344"/>
                <a:ext cx="89197" cy="186122"/>
              </a:xfrm>
              <a:custGeom>
                <a:avLst/>
                <a:gdLst>
                  <a:gd name="T0" fmla="*/ 969024527 w 756"/>
                  <a:gd name="T1" fmla="*/ 0 h 2184"/>
                  <a:gd name="T2" fmla="*/ 193802074 w 756"/>
                  <a:gd name="T3" fmla="*/ 263660221 h 2184"/>
                  <a:gd name="T4" fmla="*/ 0 w 756"/>
                  <a:gd name="T5" fmla="*/ 263660221 h 2184"/>
                  <a:gd name="T6" fmla="*/ 775222454 w 756"/>
                  <a:gd name="T7" fmla="*/ 52610059 h 2184"/>
                  <a:gd name="T8" fmla="*/ 969024527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80" name="Freeform 1024">
                <a:extLst>
                  <a:ext uri="{FF2B5EF4-FFF2-40B4-BE49-F238E27FC236}">
                    <a16:creationId xmlns:a16="http://schemas.microsoft.com/office/drawing/2014/main" id="{8AA57D4B-3E9B-994B-AF13-DB646178BD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214" y="2567582"/>
                <a:ext cx="327185" cy="62828"/>
              </a:xfrm>
              <a:custGeom>
                <a:avLst/>
                <a:gdLst>
                  <a:gd name="T0" fmla="*/ 193829444 w 2773"/>
                  <a:gd name="T1" fmla="*/ 0 h 738"/>
                  <a:gd name="T2" fmla="*/ 0 w 2773"/>
                  <a:gd name="T3" fmla="*/ 52443587 h 738"/>
                  <a:gd name="T4" fmla="*/ 2147483646 w 2773"/>
                  <a:gd name="T5" fmla="*/ 104894411 h 738"/>
                  <a:gd name="T6" fmla="*/ 2147483646 w 2773"/>
                  <a:gd name="T7" fmla="*/ 52443587 h 738"/>
                  <a:gd name="T8" fmla="*/ 193829444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81" name="Freeform 1025">
                <a:extLst>
                  <a:ext uri="{FF2B5EF4-FFF2-40B4-BE49-F238E27FC236}">
                    <a16:creationId xmlns:a16="http://schemas.microsoft.com/office/drawing/2014/main" id="{59DA24E7-1981-0E44-8060-2B7CE58EBF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4138" y="2444918"/>
                <a:ext cx="83549" cy="186909"/>
              </a:xfrm>
              <a:custGeom>
                <a:avLst/>
                <a:gdLst>
                  <a:gd name="T0" fmla="*/ 2147483646 w 637"/>
                  <a:gd name="T1" fmla="*/ 0 h 1659"/>
                  <a:gd name="T2" fmla="*/ 2147483646 w 637"/>
                  <a:gd name="T3" fmla="*/ 0 h 1659"/>
                  <a:gd name="T4" fmla="*/ 295581541 w 637"/>
                  <a:gd name="T5" fmla="*/ 2147483646 h 1659"/>
                  <a:gd name="T6" fmla="*/ 0 w 637"/>
                  <a:gd name="T7" fmla="*/ 2147483646 h 1659"/>
                  <a:gd name="T8" fmla="*/ 214748364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82" name="Freeform 1026">
                <a:extLst>
                  <a:ext uri="{FF2B5EF4-FFF2-40B4-BE49-F238E27FC236}">
                    <a16:creationId xmlns:a16="http://schemas.microsoft.com/office/drawing/2014/main" id="{DB3D3129-2B70-5643-96C2-83638DE57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603" y="2575928"/>
                <a:ext cx="290961" cy="62041"/>
              </a:xfrm>
              <a:custGeom>
                <a:avLst/>
                <a:gdLst>
                  <a:gd name="T0" fmla="*/ 0 w 2216"/>
                  <a:gd name="T1" fmla="*/ 0 h 550"/>
                  <a:gd name="T2" fmla="*/ 296523134 w 2216"/>
                  <a:gd name="T3" fmla="*/ 324379338 h 550"/>
                  <a:gd name="T4" fmla="*/ 2147483646 w 2216"/>
                  <a:gd name="T5" fmla="*/ 2147483646 h 550"/>
                  <a:gd name="T6" fmla="*/ 2147483646 w 2216"/>
                  <a:gd name="T7" fmla="*/ 2147483646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grpSp>
            <p:nvGrpSpPr>
              <p:cNvPr id="83" name="Group 1027">
                <a:extLst>
                  <a:ext uri="{FF2B5EF4-FFF2-40B4-BE49-F238E27FC236}">
                    <a16:creationId xmlns:a16="http://schemas.microsoft.com/office/drawing/2014/main" id="{8C6DEC60-5C97-D546-9977-EBD182221D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169" name="Freeform 1028">
                  <a:extLst>
                    <a:ext uri="{FF2B5EF4-FFF2-40B4-BE49-F238E27FC236}">
                      <a16:creationId xmlns:a16="http://schemas.microsoft.com/office/drawing/2014/main" id="{5D16627E-DE34-BC4F-9513-7A7D4707F7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70" name="Freeform 1029">
                  <a:extLst>
                    <a:ext uri="{FF2B5EF4-FFF2-40B4-BE49-F238E27FC236}">
                      <a16:creationId xmlns:a16="http://schemas.microsoft.com/office/drawing/2014/main" id="{D8D65D68-18A4-E54D-8916-1DEF36844C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71" name="Freeform 1030">
                  <a:extLst>
                    <a:ext uri="{FF2B5EF4-FFF2-40B4-BE49-F238E27FC236}">
                      <a16:creationId xmlns:a16="http://schemas.microsoft.com/office/drawing/2014/main" id="{3C79D147-9974-F341-96E9-F9AD19F140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72" name="Freeform 1031">
                  <a:extLst>
                    <a:ext uri="{FF2B5EF4-FFF2-40B4-BE49-F238E27FC236}">
                      <a16:creationId xmlns:a16="http://schemas.microsoft.com/office/drawing/2014/main" id="{5E0CE9D2-21FD-2644-9691-743CC3E130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73" name="Freeform 1032">
                  <a:extLst>
                    <a:ext uri="{FF2B5EF4-FFF2-40B4-BE49-F238E27FC236}">
                      <a16:creationId xmlns:a16="http://schemas.microsoft.com/office/drawing/2014/main" id="{5691098F-1432-0D44-8573-312C3A566A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74" name="Freeform 1033">
                  <a:extLst>
                    <a:ext uri="{FF2B5EF4-FFF2-40B4-BE49-F238E27FC236}">
                      <a16:creationId xmlns:a16="http://schemas.microsoft.com/office/drawing/2014/main" id="{2D4A77A2-D0F1-164A-A67D-A509543869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</p:grpSp>
          <p:sp>
            <p:nvSpPr>
              <p:cNvPr id="84" name="Freeform 1034">
                <a:extLst>
                  <a:ext uri="{FF2B5EF4-FFF2-40B4-BE49-F238E27FC236}">
                    <a16:creationId xmlns:a16="http://schemas.microsoft.com/office/drawing/2014/main" id="{A283BD8E-0AD2-B743-8237-483C3A6A6C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63780" y="2647731"/>
                <a:ext cx="119578" cy="80936"/>
              </a:xfrm>
              <a:custGeom>
                <a:avLst/>
                <a:gdLst>
                  <a:gd name="T0" fmla="*/ 213221464 w 990"/>
                  <a:gd name="T1" fmla="*/ 1090686587 h 792"/>
                  <a:gd name="T2" fmla="*/ 1915477586 w 990"/>
                  <a:gd name="T3" fmla="*/ 0 h 792"/>
                  <a:gd name="T4" fmla="*/ 1915477586 w 990"/>
                  <a:gd name="T5" fmla="*/ 108859840 h 792"/>
                  <a:gd name="T6" fmla="*/ 0 w 990"/>
                  <a:gd name="T7" fmla="*/ 1090686587 h 792"/>
                  <a:gd name="T8" fmla="*/ 213221464 w 990"/>
                  <a:gd name="T9" fmla="*/ 1090686587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85" name="Freeform 1035">
                <a:extLst>
                  <a:ext uri="{FF2B5EF4-FFF2-40B4-BE49-F238E27FC236}">
                    <a16:creationId xmlns:a16="http://schemas.microsoft.com/office/drawing/2014/main" id="{AA215C2D-4069-DE48-884E-A1816F7D4D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602" y="2654187"/>
                <a:ext cx="305957" cy="73850"/>
              </a:xfrm>
              <a:custGeom>
                <a:avLst/>
                <a:gdLst>
                  <a:gd name="T0" fmla="*/ 213486572 w 2532"/>
                  <a:gd name="T1" fmla="*/ 0 h 723"/>
                  <a:gd name="T2" fmla="*/ 213486572 w 2532"/>
                  <a:gd name="T3" fmla="*/ 0 h 723"/>
                  <a:gd name="T4" fmla="*/ 2147483646 w 2532"/>
                  <a:gd name="T5" fmla="*/ 979380008 h 723"/>
                  <a:gd name="T6" fmla="*/ 2147483646 w 2532"/>
                  <a:gd name="T7" fmla="*/ 1088085165 h 723"/>
                  <a:gd name="T8" fmla="*/ 0 w 2532"/>
                  <a:gd name="T9" fmla="*/ 108705259 h 723"/>
                  <a:gd name="T10" fmla="*/ 213486572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86" name="Freeform 1036">
                <a:extLst>
                  <a:ext uri="{FF2B5EF4-FFF2-40B4-BE49-F238E27FC236}">
                    <a16:creationId xmlns:a16="http://schemas.microsoft.com/office/drawing/2014/main" id="{421821F5-5AD5-4D4E-A4F9-5D46E41A4E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797" y="2640645"/>
                <a:ext cx="3311" cy="14959"/>
              </a:xfrm>
              <a:custGeom>
                <a:avLst/>
                <a:gdLst>
                  <a:gd name="T0" fmla="*/ 262278191 w 26"/>
                  <a:gd name="T1" fmla="*/ 107489981 h 147"/>
                  <a:gd name="T2" fmla="*/ 262278191 w 26"/>
                  <a:gd name="T3" fmla="*/ 214969480 h 147"/>
                  <a:gd name="T4" fmla="*/ 0 w 26"/>
                  <a:gd name="T5" fmla="*/ 214969480 h 147"/>
                  <a:gd name="T6" fmla="*/ 262278191 w 26"/>
                  <a:gd name="T7" fmla="*/ 0 h 147"/>
                  <a:gd name="T8" fmla="*/ 262278191 w 26"/>
                  <a:gd name="T9" fmla="*/ 10748998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87" name="Freeform 1037">
                <a:extLst>
                  <a:ext uri="{FF2B5EF4-FFF2-40B4-BE49-F238E27FC236}">
                    <a16:creationId xmlns:a16="http://schemas.microsoft.com/office/drawing/2014/main" id="{499D2FC7-7022-A944-98B2-E74E9B2E52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992" y="2579707"/>
                <a:ext cx="142170" cy="61883"/>
              </a:xfrm>
              <a:custGeom>
                <a:avLst/>
                <a:gdLst>
                  <a:gd name="T0" fmla="*/ 2136125890 w 1176"/>
                  <a:gd name="T1" fmla="*/ 0 h 606"/>
                  <a:gd name="T2" fmla="*/ 0 w 1176"/>
                  <a:gd name="T3" fmla="*/ 870000945 h 606"/>
                  <a:gd name="T4" fmla="*/ 213789467 w 1176"/>
                  <a:gd name="T5" fmla="*/ 870000945 h 606"/>
                  <a:gd name="T6" fmla="*/ 2136125890 w 1176"/>
                  <a:gd name="T7" fmla="*/ 108617123 h 606"/>
                  <a:gd name="T8" fmla="*/ 213612589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88" name="Freeform 1038">
                <a:extLst>
                  <a:ext uri="{FF2B5EF4-FFF2-40B4-BE49-F238E27FC236}">
                    <a16:creationId xmlns:a16="http://schemas.microsoft.com/office/drawing/2014/main" id="{37918171-6E71-A846-A2B5-7C65DD7456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68535" y="2643795"/>
                <a:ext cx="290182" cy="71016"/>
              </a:xfrm>
              <a:custGeom>
                <a:avLst/>
                <a:gdLst>
                  <a:gd name="T0" fmla="*/ 173112702 w 2532"/>
                  <a:gd name="T1" fmla="*/ 0 h 723"/>
                  <a:gd name="T2" fmla="*/ 173112702 w 2532"/>
                  <a:gd name="T3" fmla="*/ 0 h 723"/>
                  <a:gd name="T4" fmla="*/ 2069773885 w 2532"/>
                  <a:gd name="T5" fmla="*/ 558173482 h 723"/>
                  <a:gd name="T6" fmla="*/ 2069773885 w 2532"/>
                  <a:gd name="T7" fmla="*/ 558173482 h 723"/>
                  <a:gd name="T8" fmla="*/ 0 w 2532"/>
                  <a:gd name="T9" fmla="*/ 92871346 h 723"/>
                  <a:gd name="T10" fmla="*/ 173112702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89" name="Freeform 1039">
                <a:extLst>
                  <a:ext uri="{FF2B5EF4-FFF2-40B4-BE49-F238E27FC236}">
                    <a16:creationId xmlns:a16="http://schemas.microsoft.com/office/drawing/2014/main" id="{68ECFF60-AA48-2D4C-9A67-90DB18F81D47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58327" y="2638756"/>
                <a:ext cx="118410" cy="73535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62694895 h 723"/>
                  <a:gd name="T6" fmla="*/ 0 w 2532"/>
                  <a:gd name="T7" fmla="*/ 962694895 h 723"/>
                  <a:gd name="T8" fmla="*/ 0 w 2532"/>
                  <a:gd name="T9" fmla="*/ 107314314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</p:grpSp>
        <p:grpSp>
          <p:nvGrpSpPr>
            <p:cNvPr id="740" name="Group 739">
              <a:extLst>
                <a:ext uri="{FF2B5EF4-FFF2-40B4-BE49-F238E27FC236}">
                  <a16:creationId xmlns:a16="http://schemas.microsoft.com/office/drawing/2014/main" id="{504BAA5F-BBD8-8242-BC48-7D0E761F340A}"/>
                </a:ext>
              </a:extLst>
            </p:cNvPr>
            <p:cNvGrpSpPr/>
            <p:nvPr/>
          </p:nvGrpSpPr>
          <p:grpSpPr>
            <a:xfrm>
              <a:off x="8631407" y="2290407"/>
              <a:ext cx="530702" cy="478009"/>
              <a:chOff x="8631407" y="2290407"/>
              <a:chExt cx="530702" cy="478009"/>
            </a:xfrm>
          </p:grpSpPr>
          <p:pic>
            <p:nvPicPr>
              <p:cNvPr id="110" name="Picture 568" descr="light2.png">
                <a:extLst>
                  <a:ext uri="{FF2B5EF4-FFF2-40B4-BE49-F238E27FC236}">
                    <a16:creationId xmlns:a16="http://schemas.microsoft.com/office/drawing/2014/main" id="{D96B693D-26FC-E443-A112-C4AFFE90DC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8825293" y="2362969"/>
                <a:ext cx="92772" cy="4054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1" name="Picture 1017" descr="antenna_stylized">
                <a:extLst>
                  <a:ext uri="{FF2B5EF4-FFF2-40B4-BE49-F238E27FC236}">
                    <a16:creationId xmlns:a16="http://schemas.microsoft.com/office/drawing/2014/main" id="{F4E4C4C0-89A6-D74D-B25C-228CE5BC1DB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31407" y="229040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786" name="Group 785">
              <a:extLst>
                <a:ext uri="{FF2B5EF4-FFF2-40B4-BE49-F238E27FC236}">
                  <a16:creationId xmlns:a16="http://schemas.microsoft.com/office/drawing/2014/main" id="{46F998A3-3B85-214A-927A-3BF067B7C2A0}"/>
                </a:ext>
              </a:extLst>
            </p:cNvPr>
            <p:cNvGrpSpPr/>
            <p:nvPr/>
          </p:nvGrpSpPr>
          <p:grpSpPr>
            <a:xfrm>
              <a:off x="8493165" y="2029804"/>
              <a:ext cx="849312" cy="226109"/>
              <a:chOff x="8493165" y="2029804"/>
              <a:chExt cx="849312" cy="226109"/>
            </a:xfrm>
          </p:grpSpPr>
          <p:pic>
            <p:nvPicPr>
              <p:cNvPr id="48" name="Picture 603" descr="car_icon_small">
                <a:extLst>
                  <a:ext uri="{FF2B5EF4-FFF2-40B4-BE49-F238E27FC236}">
                    <a16:creationId xmlns:a16="http://schemas.microsoft.com/office/drawing/2014/main" id="{147E2796-D425-6645-93B3-B97E69B1461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93165" y="2087638"/>
                <a:ext cx="849312" cy="168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2" name="Picture 1017" descr="antenna_stylized">
                <a:extLst>
                  <a:ext uri="{FF2B5EF4-FFF2-40B4-BE49-F238E27FC236}">
                    <a16:creationId xmlns:a16="http://schemas.microsoft.com/office/drawing/2014/main" id="{F0886BE8-9B0B-F046-92AA-1AC818378E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04645" y="202980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793" name="Group 792">
            <a:extLst>
              <a:ext uri="{FF2B5EF4-FFF2-40B4-BE49-F238E27FC236}">
                <a16:creationId xmlns:a16="http://schemas.microsoft.com/office/drawing/2014/main" id="{93351559-0D4C-F04C-928E-5CDA57B5EB47}"/>
              </a:ext>
            </a:extLst>
          </p:cNvPr>
          <p:cNvGrpSpPr/>
          <p:nvPr/>
        </p:nvGrpSpPr>
        <p:grpSpPr>
          <a:xfrm>
            <a:off x="5601388" y="2518208"/>
            <a:ext cx="643304" cy="437823"/>
            <a:chOff x="7487144" y="3296104"/>
            <a:chExt cx="857739" cy="583764"/>
          </a:xfrm>
        </p:grpSpPr>
        <p:grpSp>
          <p:nvGrpSpPr>
            <p:cNvPr id="792" name="Group 791">
              <a:extLst>
                <a:ext uri="{FF2B5EF4-FFF2-40B4-BE49-F238E27FC236}">
                  <a16:creationId xmlns:a16="http://schemas.microsoft.com/office/drawing/2014/main" id="{084B6293-559E-5D43-AF2B-4CB5E09EC6C5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91" name="Picture 1115" descr="antenna_stylized">
                <a:extLst>
                  <a:ext uri="{FF2B5EF4-FFF2-40B4-BE49-F238E27FC236}">
                    <a16:creationId xmlns:a16="http://schemas.microsoft.com/office/drawing/2014/main" id="{1821BC3E-6137-D844-92B9-4BA4CFF41F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2" name="Picture 1116" descr="laptop_keyboard">
                <a:extLst>
                  <a:ext uri="{FF2B5EF4-FFF2-40B4-BE49-F238E27FC236}">
                    <a16:creationId xmlns:a16="http://schemas.microsoft.com/office/drawing/2014/main" id="{7F05CE3B-E67B-1B40-9D5B-2914F0B9BF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3" name="Freeform 1117">
                <a:extLst>
                  <a:ext uri="{FF2B5EF4-FFF2-40B4-BE49-F238E27FC236}">
                    <a16:creationId xmlns:a16="http://schemas.microsoft.com/office/drawing/2014/main" id="{B52A07C5-D801-5B41-BD20-C20958925D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1050"/>
              </a:p>
            </p:txBody>
          </p:sp>
          <p:pic>
            <p:nvPicPr>
              <p:cNvPr id="94" name="Picture 1118" descr="screen">
                <a:extLst>
                  <a:ext uri="{FF2B5EF4-FFF2-40B4-BE49-F238E27FC236}">
                    <a16:creationId xmlns:a16="http://schemas.microsoft.com/office/drawing/2014/main" id="{2EA30B4E-5447-0340-8DAD-349A843F2A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5" name="Freeform 1119">
                <a:extLst>
                  <a:ext uri="{FF2B5EF4-FFF2-40B4-BE49-F238E27FC236}">
                    <a16:creationId xmlns:a16="http://schemas.microsoft.com/office/drawing/2014/main" id="{1137F6C6-A7C9-9A4D-BCE3-048DB90EF7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96" name="Freeform 1120">
                <a:extLst>
                  <a:ext uri="{FF2B5EF4-FFF2-40B4-BE49-F238E27FC236}">
                    <a16:creationId xmlns:a16="http://schemas.microsoft.com/office/drawing/2014/main" id="{7A0060E2-767D-1545-8656-29ED1A471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97" name="Freeform 1121">
                <a:extLst>
                  <a:ext uri="{FF2B5EF4-FFF2-40B4-BE49-F238E27FC236}">
                    <a16:creationId xmlns:a16="http://schemas.microsoft.com/office/drawing/2014/main" id="{15790F5A-ABAC-8D49-A4F9-E2F576550D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98" name="Freeform 1122">
                <a:extLst>
                  <a:ext uri="{FF2B5EF4-FFF2-40B4-BE49-F238E27FC236}">
                    <a16:creationId xmlns:a16="http://schemas.microsoft.com/office/drawing/2014/main" id="{8898B7ED-5BCF-8C4E-B1AA-B82AD50FD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99" name="Freeform 1123">
                <a:extLst>
                  <a:ext uri="{FF2B5EF4-FFF2-40B4-BE49-F238E27FC236}">
                    <a16:creationId xmlns:a16="http://schemas.microsoft.com/office/drawing/2014/main" id="{5A7F91EF-AD6B-D64E-B73E-C762D73A7A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00" name="Freeform 1124">
                <a:extLst>
                  <a:ext uri="{FF2B5EF4-FFF2-40B4-BE49-F238E27FC236}">
                    <a16:creationId xmlns:a16="http://schemas.microsoft.com/office/drawing/2014/main" id="{BBB1B153-2E6F-7246-9B11-B68D01DF60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grpSp>
            <p:nvGrpSpPr>
              <p:cNvPr id="101" name="Group 1125">
                <a:extLst>
                  <a:ext uri="{FF2B5EF4-FFF2-40B4-BE49-F238E27FC236}">
                    <a16:creationId xmlns:a16="http://schemas.microsoft.com/office/drawing/2014/main" id="{57060979-075D-9D4D-B12E-DA0CCD4C6B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140" name="Freeform 1126">
                  <a:extLst>
                    <a:ext uri="{FF2B5EF4-FFF2-40B4-BE49-F238E27FC236}">
                      <a16:creationId xmlns:a16="http://schemas.microsoft.com/office/drawing/2014/main" id="{8DFFF656-1361-C546-8336-177F79E469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41" name="Freeform 1127">
                  <a:extLst>
                    <a:ext uri="{FF2B5EF4-FFF2-40B4-BE49-F238E27FC236}">
                      <a16:creationId xmlns:a16="http://schemas.microsoft.com/office/drawing/2014/main" id="{60C6C6B3-72DE-664B-B4DE-3C04B0C5BF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42" name="Freeform 1128">
                  <a:extLst>
                    <a:ext uri="{FF2B5EF4-FFF2-40B4-BE49-F238E27FC236}">
                      <a16:creationId xmlns:a16="http://schemas.microsoft.com/office/drawing/2014/main" id="{0D48292A-917D-D046-A974-043CEE5A41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43" name="Freeform 1129">
                  <a:extLst>
                    <a:ext uri="{FF2B5EF4-FFF2-40B4-BE49-F238E27FC236}">
                      <a16:creationId xmlns:a16="http://schemas.microsoft.com/office/drawing/2014/main" id="{DB6BAAEB-BADD-0A4F-8A9D-D72AFCA99A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44" name="Freeform 1130">
                  <a:extLst>
                    <a:ext uri="{FF2B5EF4-FFF2-40B4-BE49-F238E27FC236}">
                      <a16:creationId xmlns:a16="http://schemas.microsoft.com/office/drawing/2014/main" id="{05D5969F-F3B9-414D-975E-A6700098F2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45" name="Freeform 1131">
                  <a:extLst>
                    <a:ext uri="{FF2B5EF4-FFF2-40B4-BE49-F238E27FC236}">
                      <a16:creationId xmlns:a16="http://schemas.microsoft.com/office/drawing/2014/main" id="{41BB174D-6019-384D-A5AC-1B4D92D938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</p:grpSp>
          <p:sp>
            <p:nvSpPr>
              <p:cNvPr id="102" name="Freeform 1132">
                <a:extLst>
                  <a:ext uri="{FF2B5EF4-FFF2-40B4-BE49-F238E27FC236}">
                    <a16:creationId xmlns:a16="http://schemas.microsoft.com/office/drawing/2014/main" id="{F8739864-4836-E447-8FC8-5886923FF4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03" name="Freeform 1133">
                <a:extLst>
                  <a:ext uri="{FF2B5EF4-FFF2-40B4-BE49-F238E27FC236}">
                    <a16:creationId xmlns:a16="http://schemas.microsoft.com/office/drawing/2014/main" id="{C59CADF3-CD09-FB48-A672-C2C50B66C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04" name="Freeform 1134">
                <a:extLst>
                  <a:ext uri="{FF2B5EF4-FFF2-40B4-BE49-F238E27FC236}">
                    <a16:creationId xmlns:a16="http://schemas.microsoft.com/office/drawing/2014/main" id="{628AB6FD-35F6-0345-BD13-22EAAF9EC2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05" name="Freeform 1135">
                <a:extLst>
                  <a:ext uri="{FF2B5EF4-FFF2-40B4-BE49-F238E27FC236}">
                    <a16:creationId xmlns:a16="http://schemas.microsoft.com/office/drawing/2014/main" id="{76529D44-B4FD-DE4D-812E-E461A0FCCA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06" name="Freeform 1136">
                <a:extLst>
                  <a:ext uri="{FF2B5EF4-FFF2-40B4-BE49-F238E27FC236}">
                    <a16:creationId xmlns:a16="http://schemas.microsoft.com/office/drawing/2014/main" id="{44CD9A89-0E3B-2C40-8436-71B7526BA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07" name="Freeform 1137">
                <a:extLst>
                  <a:ext uri="{FF2B5EF4-FFF2-40B4-BE49-F238E27FC236}">
                    <a16:creationId xmlns:a16="http://schemas.microsoft.com/office/drawing/2014/main" id="{92BF681C-02FC-8F49-A2CD-8F3446ECE5D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</p:grpSp>
        <p:grpSp>
          <p:nvGrpSpPr>
            <p:cNvPr id="108" name="Group 1139">
              <a:extLst>
                <a:ext uri="{FF2B5EF4-FFF2-40B4-BE49-F238E27FC236}">
                  <a16:creationId xmlns:a16="http://schemas.microsoft.com/office/drawing/2014/main" id="{904B7C12-C509-8641-BB63-56DEDB95F95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138" name="Picture 1140" descr="desktop_computer_stylized_medium">
                <a:extLst>
                  <a:ext uri="{FF2B5EF4-FFF2-40B4-BE49-F238E27FC236}">
                    <a16:creationId xmlns:a16="http://schemas.microsoft.com/office/drawing/2014/main" id="{BDC7F552-21C9-C942-90FF-0162099A3D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9" name="Freeform 1141">
                <a:extLst>
                  <a:ext uri="{FF2B5EF4-FFF2-40B4-BE49-F238E27FC236}">
                    <a16:creationId xmlns:a16="http://schemas.microsoft.com/office/drawing/2014/main" id="{654B43BA-608E-5D4D-B11B-71762CFBE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</p:grpSp>
        <p:grpSp>
          <p:nvGrpSpPr>
            <p:cNvPr id="694" name="Group 693">
              <a:extLst>
                <a:ext uri="{FF2B5EF4-FFF2-40B4-BE49-F238E27FC236}">
                  <a16:creationId xmlns:a16="http://schemas.microsoft.com/office/drawing/2014/main" id="{14715B6C-9A50-FE4B-A8D2-1E669BF891E3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113" name="Picture 571" descr="fridge2.png">
                <a:extLst>
                  <a:ext uri="{FF2B5EF4-FFF2-40B4-BE49-F238E27FC236}">
                    <a16:creationId xmlns:a16="http://schemas.microsoft.com/office/drawing/2014/main" id="{29DD0F98-F93B-0145-A925-F4125ED490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4" name="Picture 1115" descr="antenna_stylized">
                <a:extLst>
                  <a:ext uri="{FF2B5EF4-FFF2-40B4-BE49-F238E27FC236}">
                    <a16:creationId xmlns:a16="http://schemas.microsoft.com/office/drawing/2014/main" id="{C1A64F68-4D16-AE4F-AB60-09D2C0CF0E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795" name="Group 794">
            <a:extLst>
              <a:ext uri="{FF2B5EF4-FFF2-40B4-BE49-F238E27FC236}">
                <a16:creationId xmlns:a16="http://schemas.microsoft.com/office/drawing/2014/main" id="{AF73DE4B-526E-9C4F-9242-9BC0D43F8CBA}"/>
              </a:ext>
            </a:extLst>
          </p:cNvPr>
          <p:cNvGrpSpPr/>
          <p:nvPr/>
        </p:nvGrpSpPr>
        <p:grpSpPr>
          <a:xfrm>
            <a:off x="8279959" y="2595504"/>
            <a:ext cx="388836" cy="909182"/>
            <a:chOff x="11058573" y="3399165"/>
            <a:chExt cx="518448" cy="1212242"/>
          </a:xfrm>
        </p:grpSpPr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433FEDDB-405E-DB4E-815F-55EE9E62EF1A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1D164102-BE0D-AF40-9A7B-7F2B261B2C20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id="{9018E7EF-EB96-424D-962A-FEB80B43946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79" name="Picture 378" descr="server_rack.png">
                  <a:extLst>
                    <a:ext uri="{FF2B5EF4-FFF2-40B4-BE49-F238E27FC236}">
                      <a16:creationId xmlns:a16="http://schemas.microsoft.com/office/drawing/2014/main" id="{C865CB27-BCE1-654B-9519-9B39D4CB58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0" name="Picture 379" descr="server_rack.png">
                  <a:extLst>
                    <a:ext uri="{FF2B5EF4-FFF2-40B4-BE49-F238E27FC236}">
                      <a16:creationId xmlns:a16="http://schemas.microsoft.com/office/drawing/2014/main" id="{41D005B5-0BAE-3E48-A2D4-576E4F7B94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1" name="Picture 380" descr="server_rack.png">
                  <a:extLst>
                    <a:ext uri="{FF2B5EF4-FFF2-40B4-BE49-F238E27FC236}">
                      <a16:creationId xmlns:a16="http://schemas.microsoft.com/office/drawing/2014/main" id="{89060F4D-6C40-724C-BD1E-F12A5CA65D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710FDFDB-5658-6346-883B-53F72A0E1C90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21121473-8384-8944-A0B5-DD441780262C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5" name="Group 394">
                <a:extLst>
                  <a:ext uri="{FF2B5EF4-FFF2-40B4-BE49-F238E27FC236}">
                    <a16:creationId xmlns:a16="http://schemas.microsoft.com/office/drawing/2014/main" id="{11366773-360A-0449-911A-80462659C660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96" name="Picture 395" descr="server_rack.png">
                  <a:extLst>
                    <a:ext uri="{FF2B5EF4-FFF2-40B4-BE49-F238E27FC236}">
                      <a16:creationId xmlns:a16="http://schemas.microsoft.com/office/drawing/2014/main" id="{361EFF3D-6A1F-2646-B975-1FACB4284F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7" name="Picture 396" descr="server_rack.png">
                  <a:extLst>
                    <a:ext uri="{FF2B5EF4-FFF2-40B4-BE49-F238E27FC236}">
                      <a16:creationId xmlns:a16="http://schemas.microsoft.com/office/drawing/2014/main" id="{E83F8942-DE11-A747-A5A4-EDFBB17BFC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8" name="Picture 397" descr="server_rack.png">
                  <a:extLst>
                    <a:ext uri="{FF2B5EF4-FFF2-40B4-BE49-F238E27FC236}">
                      <a16:creationId xmlns:a16="http://schemas.microsoft.com/office/drawing/2014/main" id="{300ED1AC-F5EE-3C49-B963-42178C2434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71" name="Group 950">
            <a:extLst>
              <a:ext uri="{FF2B5EF4-FFF2-40B4-BE49-F238E27FC236}">
                <a16:creationId xmlns:a16="http://schemas.microsoft.com/office/drawing/2014/main" id="{2B0A745F-DA32-E140-AB36-BC5E1C4E2D48}"/>
              </a:ext>
            </a:extLst>
          </p:cNvPr>
          <p:cNvGrpSpPr>
            <a:grpSpLocks/>
          </p:cNvGrpSpPr>
          <p:nvPr/>
        </p:nvGrpSpPr>
        <p:grpSpPr bwMode="auto">
          <a:xfrm>
            <a:off x="7697935" y="3979604"/>
            <a:ext cx="132894" cy="248125"/>
            <a:chOff x="4140" y="429"/>
            <a:chExt cx="1425" cy="2396"/>
          </a:xfrm>
        </p:grpSpPr>
        <p:sp>
          <p:nvSpPr>
            <p:cNvPr id="207" name="Freeform 951">
              <a:extLst>
                <a:ext uri="{FF2B5EF4-FFF2-40B4-BE49-F238E27FC236}">
                  <a16:creationId xmlns:a16="http://schemas.microsoft.com/office/drawing/2014/main" id="{12CB3660-4D63-014F-8CC9-FDFB8140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08" name="Rectangle 952">
              <a:extLst>
                <a:ext uri="{FF2B5EF4-FFF2-40B4-BE49-F238E27FC236}">
                  <a16:creationId xmlns:a16="http://schemas.microsoft.com/office/drawing/2014/main" id="{EFE1382F-B768-3541-8BD1-06AB71BFA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09" name="Freeform 953">
              <a:extLst>
                <a:ext uri="{FF2B5EF4-FFF2-40B4-BE49-F238E27FC236}">
                  <a16:creationId xmlns:a16="http://schemas.microsoft.com/office/drawing/2014/main" id="{FB363E8F-CA06-2449-A66C-B1473589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10" name="Freeform 954">
              <a:extLst>
                <a:ext uri="{FF2B5EF4-FFF2-40B4-BE49-F238E27FC236}">
                  <a16:creationId xmlns:a16="http://schemas.microsoft.com/office/drawing/2014/main" id="{8A74E36A-A735-7440-A2B1-55846B516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11" name="Rectangle 955">
              <a:extLst>
                <a:ext uri="{FF2B5EF4-FFF2-40B4-BE49-F238E27FC236}">
                  <a16:creationId xmlns:a16="http://schemas.microsoft.com/office/drawing/2014/main" id="{FC433BF5-02C8-F540-AE86-53BF56960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212" name="Group 956">
              <a:extLst>
                <a:ext uri="{FF2B5EF4-FFF2-40B4-BE49-F238E27FC236}">
                  <a16:creationId xmlns:a16="http://schemas.microsoft.com/office/drawing/2014/main" id="{969A0B36-D994-A24C-8329-146363A51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7" name="AutoShape 957">
                <a:extLst>
                  <a:ext uri="{FF2B5EF4-FFF2-40B4-BE49-F238E27FC236}">
                    <a16:creationId xmlns:a16="http://schemas.microsoft.com/office/drawing/2014/main" id="{75A7B329-681F-2B4A-8470-FC0231FE2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8" name="AutoShape 958">
                <a:extLst>
                  <a:ext uri="{FF2B5EF4-FFF2-40B4-BE49-F238E27FC236}">
                    <a16:creationId xmlns:a16="http://schemas.microsoft.com/office/drawing/2014/main" id="{197CEF08-20F4-5741-AC2B-1EBB072FA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3" name="Rectangle 959">
              <a:extLst>
                <a:ext uri="{FF2B5EF4-FFF2-40B4-BE49-F238E27FC236}">
                  <a16:creationId xmlns:a16="http://schemas.microsoft.com/office/drawing/2014/main" id="{775AA9F7-199B-ED4C-B422-5E1B766FB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214" name="Group 960">
              <a:extLst>
                <a:ext uri="{FF2B5EF4-FFF2-40B4-BE49-F238E27FC236}">
                  <a16:creationId xmlns:a16="http://schemas.microsoft.com/office/drawing/2014/main" id="{4EED0C22-3BA6-E24F-B528-BF018CB34F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5" name="AutoShape 961">
                <a:extLst>
                  <a:ext uri="{FF2B5EF4-FFF2-40B4-BE49-F238E27FC236}">
                    <a16:creationId xmlns:a16="http://schemas.microsoft.com/office/drawing/2014/main" id="{FE30D28F-02DD-D041-8551-45D9D2836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6" name="AutoShape 962">
                <a:extLst>
                  <a:ext uri="{FF2B5EF4-FFF2-40B4-BE49-F238E27FC236}">
                    <a16:creationId xmlns:a16="http://schemas.microsoft.com/office/drawing/2014/main" id="{92F33680-18D6-7C4A-88C2-46C4FA3D0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5" name="Rectangle 963">
              <a:extLst>
                <a:ext uri="{FF2B5EF4-FFF2-40B4-BE49-F238E27FC236}">
                  <a16:creationId xmlns:a16="http://schemas.microsoft.com/office/drawing/2014/main" id="{A0014856-A5F8-544F-98BE-B1D6878A6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16" name="Rectangle 964">
              <a:extLst>
                <a:ext uri="{FF2B5EF4-FFF2-40B4-BE49-F238E27FC236}">
                  <a16:creationId xmlns:a16="http://schemas.microsoft.com/office/drawing/2014/main" id="{0E6FC61A-EACA-7D4E-9AA7-C7690D093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217" name="Group 965">
              <a:extLst>
                <a:ext uri="{FF2B5EF4-FFF2-40B4-BE49-F238E27FC236}">
                  <a16:creationId xmlns:a16="http://schemas.microsoft.com/office/drawing/2014/main" id="{CF083CE2-2403-FD4E-8F7D-758E7F67F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3" name="AutoShape 966">
                <a:extLst>
                  <a:ext uri="{FF2B5EF4-FFF2-40B4-BE49-F238E27FC236}">
                    <a16:creationId xmlns:a16="http://schemas.microsoft.com/office/drawing/2014/main" id="{5ED8E2CD-DB59-0040-9493-378A5D7DF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4" name="AutoShape 967">
                <a:extLst>
                  <a:ext uri="{FF2B5EF4-FFF2-40B4-BE49-F238E27FC236}">
                    <a16:creationId xmlns:a16="http://schemas.microsoft.com/office/drawing/2014/main" id="{F249F021-1652-2041-9D37-82D9ADAF2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8" name="Freeform 968">
              <a:extLst>
                <a:ext uri="{FF2B5EF4-FFF2-40B4-BE49-F238E27FC236}">
                  <a16:creationId xmlns:a16="http://schemas.microsoft.com/office/drawing/2014/main" id="{2DA20985-B59E-DD4F-B452-9726DAD28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grpSp>
          <p:nvGrpSpPr>
            <p:cNvPr id="219" name="Group 969">
              <a:extLst>
                <a:ext uri="{FF2B5EF4-FFF2-40B4-BE49-F238E27FC236}">
                  <a16:creationId xmlns:a16="http://schemas.microsoft.com/office/drawing/2014/main" id="{68489279-23CF-FB42-9AE3-CAB3A000B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1" name="AutoShape 970">
                <a:extLst>
                  <a:ext uri="{FF2B5EF4-FFF2-40B4-BE49-F238E27FC236}">
                    <a16:creationId xmlns:a16="http://schemas.microsoft.com/office/drawing/2014/main" id="{12532EDD-6029-FD41-90A0-EB4B9A3B8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2" name="AutoShape 971">
                <a:extLst>
                  <a:ext uri="{FF2B5EF4-FFF2-40B4-BE49-F238E27FC236}">
                    <a16:creationId xmlns:a16="http://schemas.microsoft.com/office/drawing/2014/main" id="{2ADE9625-767F-5247-8211-3638BECC9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" name="Rectangle 972">
              <a:extLst>
                <a:ext uri="{FF2B5EF4-FFF2-40B4-BE49-F238E27FC236}">
                  <a16:creationId xmlns:a16="http://schemas.microsoft.com/office/drawing/2014/main" id="{71E52DA0-9A54-7744-90B9-E438CBE0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1" name="Freeform 973">
              <a:extLst>
                <a:ext uri="{FF2B5EF4-FFF2-40B4-BE49-F238E27FC236}">
                  <a16:creationId xmlns:a16="http://schemas.microsoft.com/office/drawing/2014/main" id="{D950FAED-4EC6-7B4B-AFA5-CA2701F7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22" name="Freeform 974">
              <a:extLst>
                <a:ext uri="{FF2B5EF4-FFF2-40B4-BE49-F238E27FC236}">
                  <a16:creationId xmlns:a16="http://schemas.microsoft.com/office/drawing/2014/main" id="{55AF3FE0-BBE4-A74C-A9EF-B8F3AA7A0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23" name="Oval 975">
              <a:extLst>
                <a:ext uri="{FF2B5EF4-FFF2-40B4-BE49-F238E27FC236}">
                  <a16:creationId xmlns:a16="http://schemas.microsoft.com/office/drawing/2014/main" id="{AC808981-49D6-D840-800C-F21BB910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4" name="Freeform 976">
              <a:extLst>
                <a:ext uri="{FF2B5EF4-FFF2-40B4-BE49-F238E27FC236}">
                  <a16:creationId xmlns:a16="http://schemas.microsoft.com/office/drawing/2014/main" id="{EBD04B6D-F8F6-FE45-BBD9-3CFFE7B28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25" name="AutoShape 977">
              <a:extLst>
                <a:ext uri="{FF2B5EF4-FFF2-40B4-BE49-F238E27FC236}">
                  <a16:creationId xmlns:a16="http://schemas.microsoft.com/office/drawing/2014/main" id="{EB968B78-CEDA-2949-925F-D6EE71A8E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6" name="AutoShape 978">
              <a:extLst>
                <a:ext uri="{FF2B5EF4-FFF2-40B4-BE49-F238E27FC236}">
                  <a16:creationId xmlns:a16="http://schemas.microsoft.com/office/drawing/2014/main" id="{6127245D-2639-C841-ABBD-0A2EB8719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7" name="Oval 979">
              <a:extLst>
                <a:ext uri="{FF2B5EF4-FFF2-40B4-BE49-F238E27FC236}">
                  <a16:creationId xmlns:a16="http://schemas.microsoft.com/office/drawing/2014/main" id="{CBCE7727-73A7-814E-B244-E80EED405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8" name="Oval 980">
              <a:extLst>
                <a:ext uri="{FF2B5EF4-FFF2-40B4-BE49-F238E27FC236}">
                  <a16:creationId xmlns:a16="http://schemas.microsoft.com/office/drawing/2014/main" id="{7A66ECF6-DDAE-2842-92B5-EA8F14A1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9" name="Oval 981">
              <a:extLst>
                <a:ext uri="{FF2B5EF4-FFF2-40B4-BE49-F238E27FC236}">
                  <a16:creationId xmlns:a16="http://schemas.microsoft.com/office/drawing/2014/main" id="{5A97568E-F028-FD44-8E47-C92EC6C0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30" name="Rectangle 982">
              <a:extLst>
                <a:ext uri="{FF2B5EF4-FFF2-40B4-BE49-F238E27FC236}">
                  <a16:creationId xmlns:a16="http://schemas.microsoft.com/office/drawing/2014/main" id="{A834B858-68E5-0D45-8391-2A0A996F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44" name="Group 590">
            <a:extLst>
              <a:ext uri="{FF2B5EF4-FFF2-40B4-BE49-F238E27FC236}">
                <a16:creationId xmlns:a16="http://schemas.microsoft.com/office/drawing/2014/main" id="{2648262B-E78D-1D4B-B3FD-3AE9CD5C321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966890" y="3699261"/>
            <a:ext cx="259223" cy="240227"/>
            <a:chOff x="2839" y="3501"/>
            <a:chExt cx="755" cy="803"/>
          </a:xfrm>
        </p:grpSpPr>
        <p:pic>
          <p:nvPicPr>
            <p:cNvPr id="367" name="Picture 591" descr="desktop_computer_stylized_medium">
              <a:extLst>
                <a:ext uri="{FF2B5EF4-FFF2-40B4-BE49-F238E27FC236}">
                  <a16:creationId xmlns:a16="http://schemas.microsoft.com/office/drawing/2014/main" id="{35FBE2DB-60A7-B340-A5BB-B3699CCC0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" name="Freeform 592">
              <a:extLst>
                <a:ext uri="{FF2B5EF4-FFF2-40B4-BE49-F238E27FC236}">
                  <a16:creationId xmlns:a16="http://schemas.microsoft.com/office/drawing/2014/main" id="{0263E665-BF2A-2F4A-ADA8-20F44C31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90" name="Group 1064">
            <a:extLst>
              <a:ext uri="{FF2B5EF4-FFF2-40B4-BE49-F238E27FC236}">
                <a16:creationId xmlns:a16="http://schemas.microsoft.com/office/drawing/2014/main" id="{1E483C21-97F2-6C41-9217-2187E09B541E}"/>
              </a:ext>
            </a:extLst>
          </p:cNvPr>
          <p:cNvGrpSpPr>
            <a:grpSpLocks/>
          </p:cNvGrpSpPr>
          <p:nvPr/>
        </p:nvGrpSpPr>
        <p:grpSpPr bwMode="auto">
          <a:xfrm>
            <a:off x="6758101" y="4396019"/>
            <a:ext cx="232640" cy="230856"/>
            <a:chOff x="877" y="1008"/>
            <a:chExt cx="2747" cy="2591"/>
          </a:xfrm>
        </p:grpSpPr>
        <p:pic>
          <p:nvPicPr>
            <p:cNvPr id="146" name="Picture 1065" descr="antenna_stylized">
              <a:extLst>
                <a:ext uri="{FF2B5EF4-FFF2-40B4-BE49-F238E27FC236}">
                  <a16:creationId xmlns:a16="http://schemas.microsoft.com/office/drawing/2014/main" id="{EC1E8FF9-A5AB-904A-91B8-DF49382605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" name="Picture 1066" descr="laptop_keyboard">
              <a:extLst>
                <a:ext uri="{FF2B5EF4-FFF2-40B4-BE49-F238E27FC236}">
                  <a16:creationId xmlns:a16="http://schemas.microsoft.com/office/drawing/2014/main" id="{71E89937-428E-3447-B221-C34E0D71AC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8" name="Freeform 1067">
              <a:extLst>
                <a:ext uri="{FF2B5EF4-FFF2-40B4-BE49-F238E27FC236}">
                  <a16:creationId xmlns:a16="http://schemas.microsoft.com/office/drawing/2014/main" id="{43C21467-3265-FC4F-AF31-44A028163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050"/>
            </a:p>
          </p:txBody>
        </p:sp>
        <p:pic>
          <p:nvPicPr>
            <p:cNvPr id="149" name="Picture 1068" descr="screen">
              <a:extLst>
                <a:ext uri="{FF2B5EF4-FFF2-40B4-BE49-F238E27FC236}">
                  <a16:creationId xmlns:a16="http://schemas.microsoft.com/office/drawing/2014/main" id="{9868250A-D477-2944-B0F8-A7DE63DA4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0" name="Freeform 1069">
              <a:extLst>
                <a:ext uri="{FF2B5EF4-FFF2-40B4-BE49-F238E27FC236}">
                  <a16:creationId xmlns:a16="http://schemas.microsoft.com/office/drawing/2014/main" id="{A4015B9E-FE1F-594E-AFA2-A5277482E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51" name="Freeform 1070">
              <a:extLst>
                <a:ext uri="{FF2B5EF4-FFF2-40B4-BE49-F238E27FC236}">
                  <a16:creationId xmlns:a16="http://schemas.microsoft.com/office/drawing/2014/main" id="{1D5AA9CA-3334-2341-A3C4-E98372488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52" name="Freeform 1071">
              <a:extLst>
                <a:ext uri="{FF2B5EF4-FFF2-40B4-BE49-F238E27FC236}">
                  <a16:creationId xmlns:a16="http://schemas.microsoft.com/office/drawing/2014/main" id="{408815EA-3342-2D4A-AB4D-6A6AD669E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53" name="Freeform 1072">
              <a:extLst>
                <a:ext uri="{FF2B5EF4-FFF2-40B4-BE49-F238E27FC236}">
                  <a16:creationId xmlns:a16="http://schemas.microsoft.com/office/drawing/2014/main" id="{180DED07-429A-A242-A9E3-1BBEEAF42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54" name="Freeform 1073">
              <a:extLst>
                <a:ext uri="{FF2B5EF4-FFF2-40B4-BE49-F238E27FC236}">
                  <a16:creationId xmlns:a16="http://schemas.microsoft.com/office/drawing/2014/main" id="{A86B5E1C-D4A7-804E-9345-DD2099CCF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55" name="Freeform 1074">
              <a:extLst>
                <a:ext uri="{FF2B5EF4-FFF2-40B4-BE49-F238E27FC236}">
                  <a16:creationId xmlns:a16="http://schemas.microsoft.com/office/drawing/2014/main" id="{278E44FF-9118-764F-B154-D54B6D088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grpSp>
          <p:nvGrpSpPr>
            <p:cNvPr id="156" name="Group 1075">
              <a:extLst>
                <a:ext uri="{FF2B5EF4-FFF2-40B4-BE49-F238E27FC236}">
                  <a16:creationId xmlns:a16="http://schemas.microsoft.com/office/drawing/2014/main" id="{B07A4D51-63EA-ED46-9283-3C066C8F80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63" name="Freeform 1076">
                <a:extLst>
                  <a:ext uri="{FF2B5EF4-FFF2-40B4-BE49-F238E27FC236}">
                    <a16:creationId xmlns:a16="http://schemas.microsoft.com/office/drawing/2014/main" id="{362CE3DF-6498-9044-80D1-5B57C954B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64" name="Freeform 1077">
                <a:extLst>
                  <a:ext uri="{FF2B5EF4-FFF2-40B4-BE49-F238E27FC236}">
                    <a16:creationId xmlns:a16="http://schemas.microsoft.com/office/drawing/2014/main" id="{232B6CC8-39FA-8E41-89F9-D454D1953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65" name="Freeform 1078">
                <a:extLst>
                  <a:ext uri="{FF2B5EF4-FFF2-40B4-BE49-F238E27FC236}">
                    <a16:creationId xmlns:a16="http://schemas.microsoft.com/office/drawing/2014/main" id="{14BE6CD7-1B00-AE45-A0A2-B46139077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66" name="Freeform 1079">
                <a:extLst>
                  <a:ext uri="{FF2B5EF4-FFF2-40B4-BE49-F238E27FC236}">
                    <a16:creationId xmlns:a16="http://schemas.microsoft.com/office/drawing/2014/main" id="{17D2993A-DA09-154C-81CE-F00D6DF0DB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67" name="Freeform 1080">
                <a:extLst>
                  <a:ext uri="{FF2B5EF4-FFF2-40B4-BE49-F238E27FC236}">
                    <a16:creationId xmlns:a16="http://schemas.microsoft.com/office/drawing/2014/main" id="{AD580132-3A72-CF47-B834-B58CA201F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68" name="Freeform 1081">
                <a:extLst>
                  <a:ext uri="{FF2B5EF4-FFF2-40B4-BE49-F238E27FC236}">
                    <a16:creationId xmlns:a16="http://schemas.microsoft.com/office/drawing/2014/main" id="{E900C928-6E45-6449-A6C9-3DBE801B0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</p:grpSp>
        <p:sp>
          <p:nvSpPr>
            <p:cNvPr id="157" name="Freeform 1082">
              <a:extLst>
                <a:ext uri="{FF2B5EF4-FFF2-40B4-BE49-F238E27FC236}">
                  <a16:creationId xmlns:a16="http://schemas.microsoft.com/office/drawing/2014/main" id="{1ECD1A08-63F7-2B4E-84E4-3FA628039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58" name="Freeform 1083">
              <a:extLst>
                <a:ext uri="{FF2B5EF4-FFF2-40B4-BE49-F238E27FC236}">
                  <a16:creationId xmlns:a16="http://schemas.microsoft.com/office/drawing/2014/main" id="{E0CE0778-AA7C-994B-8AC5-676F1A825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59" name="Freeform 1084">
              <a:extLst>
                <a:ext uri="{FF2B5EF4-FFF2-40B4-BE49-F238E27FC236}">
                  <a16:creationId xmlns:a16="http://schemas.microsoft.com/office/drawing/2014/main" id="{D2A296F6-56E0-0141-8E63-F209F1106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0" name="Freeform 1085">
              <a:extLst>
                <a:ext uri="{FF2B5EF4-FFF2-40B4-BE49-F238E27FC236}">
                  <a16:creationId xmlns:a16="http://schemas.microsoft.com/office/drawing/2014/main" id="{06824F88-EE84-D347-A023-F053DA4B2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1" name="Freeform 1086">
              <a:extLst>
                <a:ext uri="{FF2B5EF4-FFF2-40B4-BE49-F238E27FC236}">
                  <a16:creationId xmlns:a16="http://schemas.microsoft.com/office/drawing/2014/main" id="{36F4BB90-D696-0945-AC5D-7CBFD97A9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2" name="Freeform 1087">
              <a:extLst>
                <a:ext uri="{FF2B5EF4-FFF2-40B4-BE49-F238E27FC236}">
                  <a16:creationId xmlns:a16="http://schemas.microsoft.com/office/drawing/2014/main" id="{9FC45AEE-F94E-2C41-BB56-2055DE618B2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grpSp>
        <p:nvGrpSpPr>
          <p:cNvPr id="487" name="Group 590">
            <a:extLst>
              <a:ext uri="{FF2B5EF4-FFF2-40B4-BE49-F238E27FC236}">
                <a16:creationId xmlns:a16="http://schemas.microsoft.com/office/drawing/2014/main" id="{B2AAF0C3-BD73-634D-B492-B7CCF9735ED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811734" y="3984935"/>
            <a:ext cx="259223" cy="240227"/>
            <a:chOff x="2839" y="3501"/>
            <a:chExt cx="755" cy="803"/>
          </a:xfrm>
        </p:grpSpPr>
        <p:pic>
          <p:nvPicPr>
            <p:cNvPr id="488" name="Picture 591" descr="desktop_computer_stylized_medium">
              <a:extLst>
                <a:ext uri="{FF2B5EF4-FFF2-40B4-BE49-F238E27FC236}">
                  <a16:creationId xmlns:a16="http://schemas.microsoft.com/office/drawing/2014/main" id="{1B000E5D-AA79-9741-93EF-69776E79DC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9" name="Freeform 592">
              <a:extLst>
                <a:ext uri="{FF2B5EF4-FFF2-40B4-BE49-F238E27FC236}">
                  <a16:creationId xmlns:a16="http://schemas.microsoft.com/office/drawing/2014/main" id="{E285DBFE-A1C0-DE49-94FA-3F8D49F9A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490" name="Group 590">
            <a:extLst>
              <a:ext uri="{FF2B5EF4-FFF2-40B4-BE49-F238E27FC236}">
                <a16:creationId xmlns:a16="http://schemas.microsoft.com/office/drawing/2014/main" id="{A66A00B8-C906-204A-9EA8-BF8007089A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096680" y="4152633"/>
            <a:ext cx="259223" cy="240227"/>
            <a:chOff x="2839" y="3501"/>
            <a:chExt cx="755" cy="803"/>
          </a:xfrm>
        </p:grpSpPr>
        <p:pic>
          <p:nvPicPr>
            <p:cNvPr id="491" name="Picture 591" descr="desktop_computer_stylized_medium">
              <a:extLst>
                <a:ext uri="{FF2B5EF4-FFF2-40B4-BE49-F238E27FC236}">
                  <a16:creationId xmlns:a16="http://schemas.microsoft.com/office/drawing/2014/main" id="{0D26BE9F-5A6F-194D-95F5-9A26085A8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2" name="Freeform 592">
              <a:extLst>
                <a:ext uri="{FF2B5EF4-FFF2-40B4-BE49-F238E27FC236}">
                  <a16:creationId xmlns:a16="http://schemas.microsoft.com/office/drawing/2014/main" id="{F940FA7C-0178-FC42-989D-133C7D3EF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493" name="Group 590">
            <a:extLst>
              <a:ext uri="{FF2B5EF4-FFF2-40B4-BE49-F238E27FC236}">
                <a16:creationId xmlns:a16="http://schemas.microsoft.com/office/drawing/2014/main" id="{AADF67FB-3BE7-EF42-B8A5-B005B506931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395349" y="4168738"/>
            <a:ext cx="259223" cy="240227"/>
            <a:chOff x="2839" y="3501"/>
            <a:chExt cx="755" cy="803"/>
          </a:xfrm>
        </p:grpSpPr>
        <p:pic>
          <p:nvPicPr>
            <p:cNvPr id="494" name="Picture 591" descr="desktop_computer_stylized_medium">
              <a:extLst>
                <a:ext uri="{FF2B5EF4-FFF2-40B4-BE49-F238E27FC236}">
                  <a16:creationId xmlns:a16="http://schemas.microsoft.com/office/drawing/2014/main" id="{0BBC0FBB-DA3F-874A-8EBE-B51C772E0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592">
              <a:extLst>
                <a:ext uri="{FF2B5EF4-FFF2-40B4-BE49-F238E27FC236}">
                  <a16:creationId xmlns:a16="http://schemas.microsoft.com/office/drawing/2014/main" id="{A9932DBD-03D1-3E48-AE83-712DE720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496" name="Group 1064">
            <a:extLst>
              <a:ext uri="{FF2B5EF4-FFF2-40B4-BE49-F238E27FC236}">
                <a16:creationId xmlns:a16="http://schemas.microsoft.com/office/drawing/2014/main" id="{FC2552CF-9AC0-3243-8999-6808B911C762}"/>
              </a:ext>
            </a:extLst>
          </p:cNvPr>
          <p:cNvGrpSpPr>
            <a:grpSpLocks/>
          </p:cNvGrpSpPr>
          <p:nvPr/>
        </p:nvGrpSpPr>
        <p:grpSpPr bwMode="auto">
          <a:xfrm>
            <a:off x="7235377" y="4511766"/>
            <a:ext cx="239448" cy="190034"/>
            <a:chOff x="877" y="1008"/>
            <a:chExt cx="2747" cy="2591"/>
          </a:xfrm>
        </p:grpSpPr>
        <p:pic>
          <p:nvPicPr>
            <p:cNvPr id="497" name="Picture 1065" descr="antenna_stylized">
              <a:extLst>
                <a:ext uri="{FF2B5EF4-FFF2-40B4-BE49-F238E27FC236}">
                  <a16:creationId xmlns:a16="http://schemas.microsoft.com/office/drawing/2014/main" id="{87938519-94DB-D545-A29A-7EDE5E412B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8" name="Picture 1066" descr="laptop_keyboard">
              <a:extLst>
                <a:ext uri="{FF2B5EF4-FFF2-40B4-BE49-F238E27FC236}">
                  <a16:creationId xmlns:a16="http://schemas.microsoft.com/office/drawing/2014/main" id="{2D71707C-83CA-1C4B-8508-67E56E2ADD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9" name="Freeform 1067">
              <a:extLst>
                <a:ext uri="{FF2B5EF4-FFF2-40B4-BE49-F238E27FC236}">
                  <a16:creationId xmlns:a16="http://schemas.microsoft.com/office/drawing/2014/main" id="{73F0FEB4-8393-CC4E-8318-ED16B301B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050"/>
            </a:p>
          </p:txBody>
        </p:sp>
        <p:pic>
          <p:nvPicPr>
            <p:cNvPr id="500" name="Picture 1068" descr="screen">
              <a:extLst>
                <a:ext uri="{FF2B5EF4-FFF2-40B4-BE49-F238E27FC236}">
                  <a16:creationId xmlns:a16="http://schemas.microsoft.com/office/drawing/2014/main" id="{7FE7C88C-9EAD-8349-A46B-E909AEA657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" name="Freeform 1069">
              <a:extLst>
                <a:ext uri="{FF2B5EF4-FFF2-40B4-BE49-F238E27FC236}">
                  <a16:creationId xmlns:a16="http://schemas.microsoft.com/office/drawing/2014/main" id="{0DBCF6AD-8352-3C40-B68E-0383519D2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02" name="Freeform 1070">
              <a:extLst>
                <a:ext uri="{FF2B5EF4-FFF2-40B4-BE49-F238E27FC236}">
                  <a16:creationId xmlns:a16="http://schemas.microsoft.com/office/drawing/2014/main" id="{3C23673E-599F-5241-B844-C8F96A051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03" name="Freeform 1071">
              <a:extLst>
                <a:ext uri="{FF2B5EF4-FFF2-40B4-BE49-F238E27FC236}">
                  <a16:creationId xmlns:a16="http://schemas.microsoft.com/office/drawing/2014/main" id="{4D502A0C-8868-2C4E-B6B7-F46718640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04" name="Freeform 1072">
              <a:extLst>
                <a:ext uri="{FF2B5EF4-FFF2-40B4-BE49-F238E27FC236}">
                  <a16:creationId xmlns:a16="http://schemas.microsoft.com/office/drawing/2014/main" id="{154DEECF-C451-B140-A650-9DB9DCC41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05" name="Freeform 1073">
              <a:extLst>
                <a:ext uri="{FF2B5EF4-FFF2-40B4-BE49-F238E27FC236}">
                  <a16:creationId xmlns:a16="http://schemas.microsoft.com/office/drawing/2014/main" id="{61C09639-BDA6-1848-86B4-033F9F997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06" name="Freeform 1074">
              <a:extLst>
                <a:ext uri="{FF2B5EF4-FFF2-40B4-BE49-F238E27FC236}">
                  <a16:creationId xmlns:a16="http://schemas.microsoft.com/office/drawing/2014/main" id="{BBF9A35C-4B4A-604C-BCA3-20BC6C3D2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grpSp>
          <p:nvGrpSpPr>
            <p:cNvPr id="507" name="Group 1075">
              <a:extLst>
                <a:ext uri="{FF2B5EF4-FFF2-40B4-BE49-F238E27FC236}">
                  <a16:creationId xmlns:a16="http://schemas.microsoft.com/office/drawing/2014/main" id="{C228B10E-0BB1-8D40-9DB1-545E285C7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14" name="Freeform 1076">
                <a:extLst>
                  <a:ext uri="{FF2B5EF4-FFF2-40B4-BE49-F238E27FC236}">
                    <a16:creationId xmlns:a16="http://schemas.microsoft.com/office/drawing/2014/main" id="{DBE93115-3362-AE4D-A30A-337520C73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15" name="Freeform 1077">
                <a:extLst>
                  <a:ext uri="{FF2B5EF4-FFF2-40B4-BE49-F238E27FC236}">
                    <a16:creationId xmlns:a16="http://schemas.microsoft.com/office/drawing/2014/main" id="{E980EACA-94CF-194A-AC7A-1415DBB4C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16" name="Freeform 1078">
                <a:extLst>
                  <a:ext uri="{FF2B5EF4-FFF2-40B4-BE49-F238E27FC236}">
                    <a16:creationId xmlns:a16="http://schemas.microsoft.com/office/drawing/2014/main" id="{67C8CECC-A4D3-D543-A1C2-92A3DDD60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17" name="Freeform 1079">
                <a:extLst>
                  <a:ext uri="{FF2B5EF4-FFF2-40B4-BE49-F238E27FC236}">
                    <a16:creationId xmlns:a16="http://schemas.microsoft.com/office/drawing/2014/main" id="{DF7F90DA-E9FF-E64E-979A-F2C4CF6F2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18" name="Freeform 1080">
                <a:extLst>
                  <a:ext uri="{FF2B5EF4-FFF2-40B4-BE49-F238E27FC236}">
                    <a16:creationId xmlns:a16="http://schemas.microsoft.com/office/drawing/2014/main" id="{1FB7CFF5-5312-6B45-B1C9-1E8019D9A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19" name="Freeform 1081">
                <a:extLst>
                  <a:ext uri="{FF2B5EF4-FFF2-40B4-BE49-F238E27FC236}">
                    <a16:creationId xmlns:a16="http://schemas.microsoft.com/office/drawing/2014/main" id="{F6743163-40E8-634F-BDA5-FD850E9C9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</p:grpSp>
        <p:sp>
          <p:nvSpPr>
            <p:cNvPr id="508" name="Freeform 1082">
              <a:extLst>
                <a:ext uri="{FF2B5EF4-FFF2-40B4-BE49-F238E27FC236}">
                  <a16:creationId xmlns:a16="http://schemas.microsoft.com/office/drawing/2014/main" id="{5C688E93-8024-AF4A-9FAE-F872353A7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09" name="Freeform 1083">
              <a:extLst>
                <a:ext uri="{FF2B5EF4-FFF2-40B4-BE49-F238E27FC236}">
                  <a16:creationId xmlns:a16="http://schemas.microsoft.com/office/drawing/2014/main" id="{E2D8B864-6DD1-D042-9409-8862ACC1A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0" name="Freeform 1084">
              <a:extLst>
                <a:ext uri="{FF2B5EF4-FFF2-40B4-BE49-F238E27FC236}">
                  <a16:creationId xmlns:a16="http://schemas.microsoft.com/office/drawing/2014/main" id="{CC7A3F9E-B0BC-2945-B124-91C53102E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1" name="Freeform 1085">
              <a:extLst>
                <a:ext uri="{FF2B5EF4-FFF2-40B4-BE49-F238E27FC236}">
                  <a16:creationId xmlns:a16="http://schemas.microsoft.com/office/drawing/2014/main" id="{B8E20EA9-88B9-0A42-A470-7AF9E8810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2" name="Freeform 1086">
              <a:extLst>
                <a:ext uri="{FF2B5EF4-FFF2-40B4-BE49-F238E27FC236}">
                  <a16:creationId xmlns:a16="http://schemas.microsoft.com/office/drawing/2014/main" id="{A9D04135-B045-A743-95D7-CA5EF36EE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3" name="Freeform 1087">
              <a:extLst>
                <a:ext uri="{FF2B5EF4-FFF2-40B4-BE49-F238E27FC236}">
                  <a16:creationId xmlns:a16="http://schemas.microsoft.com/office/drawing/2014/main" id="{C0583F57-71B7-B142-BC2A-15444A0CF4E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grpSp>
        <p:nvGrpSpPr>
          <p:cNvPr id="72" name="Group 983">
            <a:extLst>
              <a:ext uri="{FF2B5EF4-FFF2-40B4-BE49-F238E27FC236}">
                <a16:creationId xmlns:a16="http://schemas.microsoft.com/office/drawing/2014/main" id="{105B6396-94AE-3641-98AD-7B23024BF303}"/>
              </a:ext>
            </a:extLst>
          </p:cNvPr>
          <p:cNvGrpSpPr>
            <a:grpSpLocks/>
          </p:cNvGrpSpPr>
          <p:nvPr/>
        </p:nvGrpSpPr>
        <p:grpSpPr bwMode="auto">
          <a:xfrm>
            <a:off x="7494656" y="4251431"/>
            <a:ext cx="128588" cy="261708"/>
            <a:chOff x="4140" y="429"/>
            <a:chExt cx="1425" cy="2396"/>
          </a:xfrm>
        </p:grpSpPr>
        <p:sp>
          <p:nvSpPr>
            <p:cNvPr id="175" name="Freeform 984">
              <a:extLst>
                <a:ext uri="{FF2B5EF4-FFF2-40B4-BE49-F238E27FC236}">
                  <a16:creationId xmlns:a16="http://schemas.microsoft.com/office/drawing/2014/main" id="{69921432-2526-D74B-B1B3-EF4990D57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6" name="Rectangle 985">
              <a:extLst>
                <a:ext uri="{FF2B5EF4-FFF2-40B4-BE49-F238E27FC236}">
                  <a16:creationId xmlns:a16="http://schemas.microsoft.com/office/drawing/2014/main" id="{372674DE-08A1-7340-A835-CB738EF1A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77" name="Freeform 986">
              <a:extLst>
                <a:ext uri="{FF2B5EF4-FFF2-40B4-BE49-F238E27FC236}">
                  <a16:creationId xmlns:a16="http://schemas.microsoft.com/office/drawing/2014/main" id="{210AB56E-8E3A-464C-BA90-E5EE13DE1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8" name="Freeform 987">
              <a:extLst>
                <a:ext uri="{FF2B5EF4-FFF2-40B4-BE49-F238E27FC236}">
                  <a16:creationId xmlns:a16="http://schemas.microsoft.com/office/drawing/2014/main" id="{4B6304D8-37E4-9743-9663-D2140A3373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9" name="Rectangle 988">
              <a:extLst>
                <a:ext uri="{FF2B5EF4-FFF2-40B4-BE49-F238E27FC236}">
                  <a16:creationId xmlns:a16="http://schemas.microsoft.com/office/drawing/2014/main" id="{01DA0D94-4858-4748-835A-0A295C76D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180" name="Group 989">
              <a:extLst>
                <a:ext uri="{FF2B5EF4-FFF2-40B4-BE49-F238E27FC236}">
                  <a16:creationId xmlns:a16="http://schemas.microsoft.com/office/drawing/2014/main" id="{653C7E87-1F7F-B94B-970F-8043BE6AD4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05" name="AutoShape 990">
                <a:extLst>
                  <a:ext uri="{FF2B5EF4-FFF2-40B4-BE49-F238E27FC236}">
                    <a16:creationId xmlns:a16="http://schemas.microsoft.com/office/drawing/2014/main" id="{9E8BF054-B12E-C746-9DCC-FFC0FBE11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6" name="AutoShape 991">
                <a:extLst>
                  <a:ext uri="{FF2B5EF4-FFF2-40B4-BE49-F238E27FC236}">
                    <a16:creationId xmlns:a16="http://schemas.microsoft.com/office/drawing/2014/main" id="{60A26098-3AC3-5F48-AF12-0376133BA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1" name="Rectangle 992">
              <a:extLst>
                <a:ext uri="{FF2B5EF4-FFF2-40B4-BE49-F238E27FC236}">
                  <a16:creationId xmlns:a16="http://schemas.microsoft.com/office/drawing/2014/main" id="{AB0AE9A0-AEC6-B542-BAA1-AD6A9E257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182" name="Group 993">
              <a:extLst>
                <a:ext uri="{FF2B5EF4-FFF2-40B4-BE49-F238E27FC236}">
                  <a16:creationId xmlns:a16="http://schemas.microsoft.com/office/drawing/2014/main" id="{2E23BBDE-93A3-014A-8AD9-509F2B1333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03" name="AutoShape 994">
                <a:extLst>
                  <a:ext uri="{FF2B5EF4-FFF2-40B4-BE49-F238E27FC236}">
                    <a16:creationId xmlns:a16="http://schemas.microsoft.com/office/drawing/2014/main" id="{CF10A6D2-6E36-BA46-8AB3-2A153E9EC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4" name="AutoShape 995">
                <a:extLst>
                  <a:ext uri="{FF2B5EF4-FFF2-40B4-BE49-F238E27FC236}">
                    <a16:creationId xmlns:a16="http://schemas.microsoft.com/office/drawing/2014/main" id="{964D14B2-2639-5A46-B2D5-48A8B0C319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3" name="Rectangle 996">
              <a:extLst>
                <a:ext uri="{FF2B5EF4-FFF2-40B4-BE49-F238E27FC236}">
                  <a16:creationId xmlns:a16="http://schemas.microsoft.com/office/drawing/2014/main" id="{426E7337-36DD-B64A-88F7-00D5A742F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84" name="Rectangle 997">
              <a:extLst>
                <a:ext uri="{FF2B5EF4-FFF2-40B4-BE49-F238E27FC236}">
                  <a16:creationId xmlns:a16="http://schemas.microsoft.com/office/drawing/2014/main" id="{BE4D7353-7D2D-9F42-8A6A-65BAA6259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185" name="Group 998">
              <a:extLst>
                <a:ext uri="{FF2B5EF4-FFF2-40B4-BE49-F238E27FC236}">
                  <a16:creationId xmlns:a16="http://schemas.microsoft.com/office/drawing/2014/main" id="{10644FFB-BF70-614B-94F5-58CB99D12E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01" name="AutoShape 999">
                <a:extLst>
                  <a:ext uri="{FF2B5EF4-FFF2-40B4-BE49-F238E27FC236}">
                    <a16:creationId xmlns:a16="http://schemas.microsoft.com/office/drawing/2014/main" id="{2EEDFBCE-8402-0442-A96B-A6412C51C6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2" name="AutoShape 1000">
                <a:extLst>
                  <a:ext uri="{FF2B5EF4-FFF2-40B4-BE49-F238E27FC236}">
                    <a16:creationId xmlns:a16="http://schemas.microsoft.com/office/drawing/2014/main" id="{5BBF678C-8365-374C-8592-2F40109183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6" name="Freeform 1001">
              <a:extLst>
                <a:ext uri="{FF2B5EF4-FFF2-40B4-BE49-F238E27FC236}">
                  <a16:creationId xmlns:a16="http://schemas.microsoft.com/office/drawing/2014/main" id="{43320BBC-6D3F-CE4C-AE57-EE45F3319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grpSp>
          <p:nvGrpSpPr>
            <p:cNvPr id="187" name="Group 1002">
              <a:extLst>
                <a:ext uri="{FF2B5EF4-FFF2-40B4-BE49-F238E27FC236}">
                  <a16:creationId xmlns:a16="http://schemas.microsoft.com/office/drawing/2014/main" id="{4ED748C4-471F-B74E-9328-2437DB94B8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9" name="AutoShape 1003">
                <a:extLst>
                  <a:ext uri="{FF2B5EF4-FFF2-40B4-BE49-F238E27FC236}">
                    <a16:creationId xmlns:a16="http://schemas.microsoft.com/office/drawing/2014/main" id="{DE163CA4-FABE-9B4C-973B-7160FB0CA8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0" name="AutoShape 1004">
                <a:extLst>
                  <a:ext uri="{FF2B5EF4-FFF2-40B4-BE49-F238E27FC236}">
                    <a16:creationId xmlns:a16="http://schemas.microsoft.com/office/drawing/2014/main" id="{D50A283A-2FFB-A24F-A406-2910EEA8C4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8" name="Rectangle 1005">
              <a:extLst>
                <a:ext uri="{FF2B5EF4-FFF2-40B4-BE49-F238E27FC236}">
                  <a16:creationId xmlns:a16="http://schemas.microsoft.com/office/drawing/2014/main" id="{42659E43-E287-8942-BD23-94141CB4B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89" name="Freeform 1006">
              <a:extLst>
                <a:ext uri="{FF2B5EF4-FFF2-40B4-BE49-F238E27FC236}">
                  <a16:creationId xmlns:a16="http://schemas.microsoft.com/office/drawing/2014/main" id="{48DEF8E3-26E3-0E48-88EA-BAB435AE5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90" name="Freeform 1007">
              <a:extLst>
                <a:ext uri="{FF2B5EF4-FFF2-40B4-BE49-F238E27FC236}">
                  <a16:creationId xmlns:a16="http://schemas.microsoft.com/office/drawing/2014/main" id="{7869EB64-11F6-624E-9B28-6986DD9D0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91" name="Oval 1008">
              <a:extLst>
                <a:ext uri="{FF2B5EF4-FFF2-40B4-BE49-F238E27FC236}">
                  <a16:creationId xmlns:a16="http://schemas.microsoft.com/office/drawing/2014/main" id="{322E0F0C-40A1-7E43-B9BC-A271C6411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2" name="Freeform 1009">
              <a:extLst>
                <a:ext uri="{FF2B5EF4-FFF2-40B4-BE49-F238E27FC236}">
                  <a16:creationId xmlns:a16="http://schemas.microsoft.com/office/drawing/2014/main" id="{2C34A91D-8DF1-DE40-8F88-B7AB2BE63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93" name="AutoShape 1010">
              <a:extLst>
                <a:ext uri="{FF2B5EF4-FFF2-40B4-BE49-F238E27FC236}">
                  <a16:creationId xmlns:a16="http://schemas.microsoft.com/office/drawing/2014/main" id="{C10585A3-5046-F44C-A720-1B5360D1A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4" name="AutoShape 1011">
              <a:extLst>
                <a:ext uri="{FF2B5EF4-FFF2-40B4-BE49-F238E27FC236}">
                  <a16:creationId xmlns:a16="http://schemas.microsoft.com/office/drawing/2014/main" id="{0F1CC371-A8A5-1146-9D54-06BA5783B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5" name="Oval 1012">
              <a:extLst>
                <a:ext uri="{FF2B5EF4-FFF2-40B4-BE49-F238E27FC236}">
                  <a16:creationId xmlns:a16="http://schemas.microsoft.com/office/drawing/2014/main" id="{165ACFDB-EB0A-EF4A-A53B-E952BF38B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6" name="Oval 1013">
              <a:extLst>
                <a:ext uri="{FF2B5EF4-FFF2-40B4-BE49-F238E27FC236}">
                  <a16:creationId xmlns:a16="http://schemas.microsoft.com/office/drawing/2014/main" id="{8E1C86F1-E8A5-AB43-9FBE-05329F11F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7" name="Oval 1014">
              <a:extLst>
                <a:ext uri="{FF2B5EF4-FFF2-40B4-BE49-F238E27FC236}">
                  <a16:creationId xmlns:a16="http://schemas.microsoft.com/office/drawing/2014/main" id="{0C189499-8A09-3E4B-B216-1DBC5D3CD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8" name="Rectangle 1015">
              <a:extLst>
                <a:ext uri="{FF2B5EF4-FFF2-40B4-BE49-F238E27FC236}">
                  <a16:creationId xmlns:a16="http://schemas.microsoft.com/office/drawing/2014/main" id="{F801E0C5-03DC-4947-89BB-24F841D73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11D2D3D5-CF37-8945-8D0A-CBA0214240EA}"/>
              </a:ext>
            </a:extLst>
          </p:cNvPr>
          <p:cNvGrpSpPr/>
          <p:nvPr/>
        </p:nvGrpSpPr>
        <p:grpSpPr>
          <a:xfrm>
            <a:off x="5710412" y="1580973"/>
            <a:ext cx="2655296" cy="2800300"/>
            <a:chOff x="7619038" y="2102861"/>
            <a:chExt cx="3540395" cy="3733733"/>
          </a:xfrm>
        </p:grpSpPr>
        <p:sp>
          <p:nvSpPr>
            <p:cNvPr id="239" name="Line 426">
              <a:extLst>
                <a:ext uri="{FF2B5EF4-FFF2-40B4-BE49-F238E27FC236}">
                  <a16:creationId xmlns:a16="http://schemas.microsoft.com/office/drawing/2014/main" id="{DDAEB50C-98DD-DA43-B9C4-9AB7F9ED5B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3016" y="2695257"/>
              <a:ext cx="227964" cy="174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  <p:grpSp>
          <p:nvGrpSpPr>
            <p:cNvPr id="241" name="Group 783">
              <a:extLst>
                <a:ext uri="{FF2B5EF4-FFF2-40B4-BE49-F238E27FC236}">
                  <a16:creationId xmlns:a16="http://schemas.microsoft.com/office/drawing/2014/main" id="{02FEAFB4-9831-B64A-9F54-92C532E8F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55854" y="2304274"/>
              <a:ext cx="298450" cy="464008"/>
              <a:chOff x="3130" y="3288"/>
              <a:chExt cx="410" cy="742"/>
            </a:xfrm>
          </p:grpSpPr>
          <p:sp>
            <p:nvSpPr>
              <p:cNvPr id="244" name="Line 270">
                <a:extLst>
                  <a:ext uri="{FF2B5EF4-FFF2-40B4-BE49-F238E27FC236}">
                    <a16:creationId xmlns:a16="http://schemas.microsoft.com/office/drawing/2014/main" id="{A9300902-94F3-8949-9A54-8B95986ACB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45" name="Line 271">
                <a:extLst>
                  <a:ext uri="{FF2B5EF4-FFF2-40B4-BE49-F238E27FC236}">
                    <a16:creationId xmlns:a16="http://schemas.microsoft.com/office/drawing/2014/main" id="{B93F32E3-8690-BD4B-B848-94E1FAAB5E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46" name="Line 272">
                <a:extLst>
                  <a:ext uri="{FF2B5EF4-FFF2-40B4-BE49-F238E27FC236}">
                    <a16:creationId xmlns:a16="http://schemas.microsoft.com/office/drawing/2014/main" id="{AB0BEDC3-F0F0-4E42-A55F-57AC0548D5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47" name="Line 273">
                <a:extLst>
                  <a:ext uri="{FF2B5EF4-FFF2-40B4-BE49-F238E27FC236}">
                    <a16:creationId xmlns:a16="http://schemas.microsoft.com/office/drawing/2014/main" id="{3AF299DE-8F54-D84C-B398-5B3B44C53A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48" name="Line 274">
                <a:extLst>
                  <a:ext uri="{FF2B5EF4-FFF2-40B4-BE49-F238E27FC236}">
                    <a16:creationId xmlns:a16="http://schemas.microsoft.com/office/drawing/2014/main" id="{C2005C3C-C4BA-FD44-A127-E5C4FE594D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49" name="Line 275">
                <a:extLst>
                  <a:ext uri="{FF2B5EF4-FFF2-40B4-BE49-F238E27FC236}">
                    <a16:creationId xmlns:a16="http://schemas.microsoft.com/office/drawing/2014/main" id="{948DF918-9246-AF45-A55F-C5B743663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0" name="Line 276">
                <a:extLst>
                  <a:ext uri="{FF2B5EF4-FFF2-40B4-BE49-F238E27FC236}">
                    <a16:creationId xmlns:a16="http://schemas.microsoft.com/office/drawing/2014/main" id="{3D1534AB-9253-A140-B4C5-81F085C452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1" name="Line 277">
                <a:extLst>
                  <a:ext uri="{FF2B5EF4-FFF2-40B4-BE49-F238E27FC236}">
                    <a16:creationId xmlns:a16="http://schemas.microsoft.com/office/drawing/2014/main" id="{3BA377A2-6A51-F64B-AA8B-4FB90FAA7D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2" name="Line 278">
                <a:extLst>
                  <a:ext uri="{FF2B5EF4-FFF2-40B4-BE49-F238E27FC236}">
                    <a16:creationId xmlns:a16="http://schemas.microsoft.com/office/drawing/2014/main" id="{FA310FA6-4B1E-0047-8066-8AF44673F2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3" name="Line 279">
                <a:extLst>
                  <a:ext uri="{FF2B5EF4-FFF2-40B4-BE49-F238E27FC236}">
                    <a16:creationId xmlns:a16="http://schemas.microsoft.com/office/drawing/2014/main" id="{254B094E-F3D3-0F46-BF4E-A226644B01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4" name="Line 280">
                <a:extLst>
                  <a:ext uri="{FF2B5EF4-FFF2-40B4-BE49-F238E27FC236}">
                    <a16:creationId xmlns:a16="http://schemas.microsoft.com/office/drawing/2014/main" id="{9805319A-9CA5-7340-811A-8DBCB5A2BA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5" name="Line 281">
                <a:extLst>
                  <a:ext uri="{FF2B5EF4-FFF2-40B4-BE49-F238E27FC236}">
                    <a16:creationId xmlns:a16="http://schemas.microsoft.com/office/drawing/2014/main" id="{6042C4DF-7427-904B-A064-26708AF480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6" name="Line 282">
                <a:extLst>
                  <a:ext uri="{FF2B5EF4-FFF2-40B4-BE49-F238E27FC236}">
                    <a16:creationId xmlns:a16="http://schemas.microsoft.com/office/drawing/2014/main" id="{21FF36A4-E56F-C94A-8E67-9A6E4DA844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7" name="Line 283">
                <a:extLst>
                  <a:ext uri="{FF2B5EF4-FFF2-40B4-BE49-F238E27FC236}">
                    <a16:creationId xmlns:a16="http://schemas.microsoft.com/office/drawing/2014/main" id="{C6A0831D-FA2C-E744-8FE0-FDFDDB5FDD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8" name="Line 284">
                <a:extLst>
                  <a:ext uri="{FF2B5EF4-FFF2-40B4-BE49-F238E27FC236}">
                    <a16:creationId xmlns:a16="http://schemas.microsoft.com/office/drawing/2014/main" id="{65548550-729A-4849-9DC4-127F8FE86B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</p:grpSp>
        <p:pic>
          <p:nvPicPr>
            <p:cNvPr id="261" name="Picture 777" descr="access_point_stylized_small">
              <a:extLst>
                <a:ext uri="{FF2B5EF4-FFF2-40B4-BE49-F238E27FC236}">
                  <a16:creationId xmlns:a16="http://schemas.microsoft.com/office/drawing/2014/main" id="{FA9A412B-D725-D449-8707-A3626DCB48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9" name="Picture 780" descr="access_point_stylized_small">
              <a:extLst>
                <a:ext uri="{FF2B5EF4-FFF2-40B4-BE49-F238E27FC236}">
                  <a16:creationId xmlns:a16="http://schemas.microsoft.com/office/drawing/2014/main" id="{AC22920E-0555-BA45-9B6A-B76172153C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71" name="Group 470">
              <a:extLst>
                <a:ext uri="{FF2B5EF4-FFF2-40B4-BE49-F238E27FC236}">
                  <a16:creationId xmlns:a16="http://schemas.microsoft.com/office/drawing/2014/main" id="{DE035BC7-2762-3044-BE80-C91EC827E65C}"/>
                </a:ext>
              </a:extLst>
            </p:cNvPr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472" name="Freeform 471">
                <a:extLst>
                  <a:ext uri="{FF2B5EF4-FFF2-40B4-BE49-F238E27FC236}">
                    <a16:creationId xmlns:a16="http://schemas.microsoft.com/office/drawing/2014/main" id="{BEE06200-7AF9-4A43-9447-2349DCBFF947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473" name="Oval 472">
                <a:extLst>
                  <a:ext uri="{FF2B5EF4-FFF2-40B4-BE49-F238E27FC236}">
                    <a16:creationId xmlns:a16="http://schemas.microsoft.com/office/drawing/2014/main" id="{3340A80C-5091-6D49-89E5-375F02E9486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474" name="Group 473">
                <a:extLst>
                  <a:ext uri="{FF2B5EF4-FFF2-40B4-BE49-F238E27FC236}">
                    <a16:creationId xmlns:a16="http://schemas.microsoft.com/office/drawing/2014/main" id="{B2821126-95C5-B044-AEBC-BA333FAF6B2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75" name="Freeform 474">
                  <a:extLst>
                    <a:ext uri="{FF2B5EF4-FFF2-40B4-BE49-F238E27FC236}">
                      <a16:creationId xmlns:a16="http://schemas.microsoft.com/office/drawing/2014/main" id="{B76A81D4-5DC8-C241-B209-B819BC6D74F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76" name="Freeform 475">
                  <a:extLst>
                    <a:ext uri="{FF2B5EF4-FFF2-40B4-BE49-F238E27FC236}">
                      <a16:creationId xmlns:a16="http://schemas.microsoft.com/office/drawing/2014/main" id="{6F6ED06A-086C-754C-BE82-59E2830CF0D9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77" name="Freeform 476">
                  <a:extLst>
                    <a:ext uri="{FF2B5EF4-FFF2-40B4-BE49-F238E27FC236}">
                      <a16:creationId xmlns:a16="http://schemas.microsoft.com/office/drawing/2014/main" id="{A32340AB-4CC3-5442-987B-A47EF2040F1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78" name="Freeform 477">
                  <a:extLst>
                    <a:ext uri="{FF2B5EF4-FFF2-40B4-BE49-F238E27FC236}">
                      <a16:creationId xmlns:a16="http://schemas.microsoft.com/office/drawing/2014/main" id="{AC0AB71B-FD2B-9C4A-AE22-B586FC33568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20" name="Group 519">
              <a:extLst>
                <a:ext uri="{FF2B5EF4-FFF2-40B4-BE49-F238E27FC236}">
                  <a16:creationId xmlns:a16="http://schemas.microsoft.com/office/drawing/2014/main" id="{60B6F784-668B-5D4B-A622-66CCE6350B84}"/>
                </a:ext>
              </a:extLst>
            </p:cNvPr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521" name="Rectangle 520">
                <a:extLst>
                  <a:ext uri="{FF2B5EF4-FFF2-40B4-BE49-F238E27FC236}">
                    <a16:creationId xmlns:a16="http://schemas.microsoft.com/office/drawing/2014/main" id="{275B9F34-60F1-4A43-AAD4-D58802DAAC8F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22" name="Freeform 521">
                <a:extLst>
                  <a:ext uri="{FF2B5EF4-FFF2-40B4-BE49-F238E27FC236}">
                    <a16:creationId xmlns:a16="http://schemas.microsoft.com/office/drawing/2014/main" id="{778A1510-2C69-F848-B6B3-6C73FF163690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grpSp>
            <p:nvGrpSpPr>
              <p:cNvPr id="523" name="Group 522">
                <a:extLst>
                  <a:ext uri="{FF2B5EF4-FFF2-40B4-BE49-F238E27FC236}">
                    <a16:creationId xmlns:a16="http://schemas.microsoft.com/office/drawing/2014/main" id="{85BFF772-B3A6-F548-BDE0-8AEB95F33FBE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24" name="Freeform 523">
                  <a:extLst>
                    <a:ext uri="{FF2B5EF4-FFF2-40B4-BE49-F238E27FC236}">
                      <a16:creationId xmlns:a16="http://schemas.microsoft.com/office/drawing/2014/main" id="{B37A32DB-8119-5447-A58C-87AD1FDF0EB7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25" name="Freeform 524">
                  <a:extLst>
                    <a:ext uri="{FF2B5EF4-FFF2-40B4-BE49-F238E27FC236}">
                      <a16:creationId xmlns:a16="http://schemas.microsoft.com/office/drawing/2014/main" id="{58EF4D92-6D83-864D-92A9-A12640536887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26" name="Freeform 525">
                  <a:extLst>
                    <a:ext uri="{FF2B5EF4-FFF2-40B4-BE49-F238E27FC236}">
                      <a16:creationId xmlns:a16="http://schemas.microsoft.com/office/drawing/2014/main" id="{79E03014-7882-0546-B7FE-50715AB53593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27" name="Freeform 526">
                  <a:extLst>
                    <a:ext uri="{FF2B5EF4-FFF2-40B4-BE49-F238E27FC236}">
                      <a16:creationId xmlns:a16="http://schemas.microsoft.com/office/drawing/2014/main" id="{530508B2-B7B9-B347-8151-5F7967C6BEDA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479" name="Group 478">
              <a:extLst>
                <a:ext uri="{FF2B5EF4-FFF2-40B4-BE49-F238E27FC236}">
                  <a16:creationId xmlns:a16="http://schemas.microsoft.com/office/drawing/2014/main" id="{11A03BFE-097D-3B42-AA2B-11FFEA70FF5B}"/>
                </a:ext>
              </a:extLst>
            </p:cNvPr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480" name="Freeform 479">
                <a:extLst>
                  <a:ext uri="{FF2B5EF4-FFF2-40B4-BE49-F238E27FC236}">
                    <a16:creationId xmlns:a16="http://schemas.microsoft.com/office/drawing/2014/main" id="{89B10910-D4AF-3246-860A-25F1D908938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481" name="Oval 480">
                <a:extLst>
                  <a:ext uri="{FF2B5EF4-FFF2-40B4-BE49-F238E27FC236}">
                    <a16:creationId xmlns:a16="http://schemas.microsoft.com/office/drawing/2014/main" id="{F9BAB47F-DDD3-BE44-9A9E-FC2F67051936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482" name="Group 481">
                <a:extLst>
                  <a:ext uri="{FF2B5EF4-FFF2-40B4-BE49-F238E27FC236}">
                    <a16:creationId xmlns:a16="http://schemas.microsoft.com/office/drawing/2014/main" id="{753018A5-48AB-6D40-BB99-E6281192F8D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83" name="Freeform 482">
                  <a:extLst>
                    <a:ext uri="{FF2B5EF4-FFF2-40B4-BE49-F238E27FC236}">
                      <a16:creationId xmlns:a16="http://schemas.microsoft.com/office/drawing/2014/main" id="{BD7DB5A0-40AC-504F-93F8-89A5617E2AE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84" name="Freeform 483">
                  <a:extLst>
                    <a:ext uri="{FF2B5EF4-FFF2-40B4-BE49-F238E27FC236}">
                      <a16:creationId xmlns:a16="http://schemas.microsoft.com/office/drawing/2014/main" id="{DBEBB83D-40BF-8849-BAAA-59AB22EA085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85" name="Freeform 484">
                  <a:extLst>
                    <a:ext uri="{FF2B5EF4-FFF2-40B4-BE49-F238E27FC236}">
                      <a16:creationId xmlns:a16="http://schemas.microsoft.com/office/drawing/2014/main" id="{18930CC0-2525-0C49-9555-463122A4FBB4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86" name="Freeform 485">
                  <a:extLst>
                    <a:ext uri="{FF2B5EF4-FFF2-40B4-BE49-F238E27FC236}">
                      <a16:creationId xmlns:a16="http://schemas.microsoft.com/office/drawing/2014/main" id="{0C651989-7B8A-F043-A1B6-F47D8764FCE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DE45D3AB-47E3-364E-81D6-324D69CE101C}"/>
                </a:ext>
              </a:extLst>
            </p:cNvPr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530" name="Rectangle 529">
                <a:extLst>
                  <a:ext uri="{FF2B5EF4-FFF2-40B4-BE49-F238E27FC236}">
                    <a16:creationId xmlns:a16="http://schemas.microsoft.com/office/drawing/2014/main" id="{72425686-3D93-0646-A923-6ADF75485CDC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31" name="Freeform 530">
                <a:extLst>
                  <a:ext uri="{FF2B5EF4-FFF2-40B4-BE49-F238E27FC236}">
                    <a16:creationId xmlns:a16="http://schemas.microsoft.com/office/drawing/2014/main" id="{6ADFF160-CF04-7049-A6D4-1C789FDD39AE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grpSp>
            <p:nvGrpSpPr>
              <p:cNvPr id="532" name="Group 531">
                <a:extLst>
                  <a:ext uri="{FF2B5EF4-FFF2-40B4-BE49-F238E27FC236}">
                    <a16:creationId xmlns:a16="http://schemas.microsoft.com/office/drawing/2014/main" id="{AFDD9D33-8D17-F840-A9A5-3807DD3BA314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33" name="Freeform 532">
                  <a:extLst>
                    <a:ext uri="{FF2B5EF4-FFF2-40B4-BE49-F238E27FC236}">
                      <a16:creationId xmlns:a16="http://schemas.microsoft.com/office/drawing/2014/main" id="{3AF3452D-972F-6944-8123-ECA4288786DF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34" name="Freeform 533">
                  <a:extLst>
                    <a:ext uri="{FF2B5EF4-FFF2-40B4-BE49-F238E27FC236}">
                      <a16:creationId xmlns:a16="http://schemas.microsoft.com/office/drawing/2014/main" id="{BA43E42C-CD9B-1744-BEEC-9E664114AC8E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35" name="Freeform 534">
                  <a:extLst>
                    <a:ext uri="{FF2B5EF4-FFF2-40B4-BE49-F238E27FC236}">
                      <a16:creationId xmlns:a16="http://schemas.microsoft.com/office/drawing/2014/main" id="{42EF7BB0-4257-F646-805E-AFBA92B62F9D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36" name="Freeform 535">
                  <a:extLst>
                    <a:ext uri="{FF2B5EF4-FFF2-40B4-BE49-F238E27FC236}">
                      <a16:creationId xmlns:a16="http://schemas.microsoft.com/office/drawing/2014/main" id="{95AEC175-56C0-C14B-9DC5-693400B124AB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CBD7A282-C22D-714A-88F1-C7D4EDD107F8}"/>
                </a:ext>
              </a:extLst>
            </p:cNvPr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408" name="Freeform 407">
                <a:extLst>
                  <a:ext uri="{FF2B5EF4-FFF2-40B4-BE49-F238E27FC236}">
                    <a16:creationId xmlns:a16="http://schemas.microsoft.com/office/drawing/2014/main" id="{3C206862-9269-EE48-877D-EE261101A443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409" name="Oval 408">
                <a:extLst>
                  <a:ext uri="{FF2B5EF4-FFF2-40B4-BE49-F238E27FC236}">
                    <a16:creationId xmlns:a16="http://schemas.microsoft.com/office/drawing/2014/main" id="{9B69A2C6-F31C-E749-B77A-1818B15E1B36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410" name="Group 409">
                <a:extLst>
                  <a:ext uri="{FF2B5EF4-FFF2-40B4-BE49-F238E27FC236}">
                    <a16:creationId xmlns:a16="http://schemas.microsoft.com/office/drawing/2014/main" id="{08BE9AB8-F5DA-4D4A-9621-9AB05D691F0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1" name="Freeform 410">
                  <a:extLst>
                    <a:ext uri="{FF2B5EF4-FFF2-40B4-BE49-F238E27FC236}">
                      <a16:creationId xmlns:a16="http://schemas.microsoft.com/office/drawing/2014/main" id="{56E730F0-5BB3-6446-9D5B-82D51B9EDAF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12" name="Freeform 411">
                  <a:extLst>
                    <a:ext uri="{FF2B5EF4-FFF2-40B4-BE49-F238E27FC236}">
                      <a16:creationId xmlns:a16="http://schemas.microsoft.com/office/drawing/2014/main" id="{5BA37E27-2FC6-BA43-8A97-14171CB51FDD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13" name="Freeform 412">
                  <a:extLst>
                    <a:ext uri="{FF2B5EF4-FFF2-40B4-BE49-F238E27FC236}">
                      <a16:creationId xmlns:a16="http://schemas.microsoft.com/office/drawing/2014/main" id="{CCB37CB3-304F-6144-85D0-8B420BDD088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14" name="Freeform 413">
                  <a:extLst>
                    <a:ext uri="{FF2B5EF4-FFF2-40B4-BE49-F238E27FC236}">
                      <a16:creationId xmlns:a16="http://schemas.microsoft.com/office/drawing/2014/main" id="{BD0CA8E5-A033-834A-A402-E2EFB2FBBFC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F0DE4078-0801-A244-9A82-F7502B8B24A0}"/>
                </a:ext>
              </a:extLst>
            </p:cNvPr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416" name="Freeform 415">
                <a:extLst>
                  <a:ext uri="{FF2B5EF4-FFF2-40B4-BE49-F238E27FC236}">
                    <a16:creationId xmlns:a16="http://schemas.microsoft.com/office/drawing/2014/main" id="{EA784F43-D793-4342-92F3-EBC3632212A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417" name="Oval 416">
                <a:extLst>
                  <a:ext uri="{FF2B5EF4-FFF2-40B4-BE49-F238E27FC236}">
                    <a16:creationId xmlns:a16="http://schemas.microsoft.com/office/drawing/2014/main" id="{75841943-4184-5D4E-AAD4-8FEAC9D7330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418" name="Group 417">
                <a:extLst>
                  <a:ext uri="{FF2B5EF4-FFF2-40B4-BE49-F238E27FC236}">
                    <a16:creationId xmlns:a16="http://schemas.microsoft.com/office/drawing/2014/main" id="{23FBC748-DCBA-AA41-A6F7-895374D50CD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9" name="Freeform 418">
                  <a:extLst>
                    <a:ext uri="{FF2B5EF4-FFF2-40B4-BE49-F238E27FC236}">
                      <a16:creationId xmlns:a16="http://schemas.microsoft.com/office/drawing/2014/main" id="{96DA1F2B-2063-8C40-BF46-086C20D317A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20" name="Freeform 419">
                  <a:extLst>
                    <a:ext uri="{FF2B5EF4-FFF2-40B4-BE49-F238E27FC236}">
                      <a16:creationId xmlns:a16="http://schemas.microsoft.com/office/drawing/2014/main" id="{8A1EF987-02EE-DA4D-8224-02537D5034D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21" name="Freeform 420">
                  <a:extLst>
                    <a:ext uri="{FF2B5EF4-FFF2-40B4-BE49-F238E27FC236}">
                      <a16:creationId xmlns:a16="http://schemas.microsoft.com/office/drawing/2014/main" id="{1FC5854A-AF8F-6841-92AD-B18DDAF1E99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22" name="Freeform 421">
                  <a:extLst>
                    <a:ext uri="{FF2B5EF4-FFF2-40B4-BE49-F238E27FC236}">
                      <a16:creationId xmlns:a16="http://schemas.microsoft.com/office/drawing/2014/main" id="{A510FA68-BEB6-B54A-A1D4-984168F8571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455" name="Group 454">
              <a:extLst>
                <a:ext uri="{FF2B5EF4-FFF2-40B4-BE49-F238E27FC236}">
                  <a16:creationId xmlns:a16="http://schemas.microsoft.com/office/drawing/2014/main" id="{52B7B73B-1125-084D-8669-C68CC371DDC6}"/>
                </a:ext>
              </a:extLst>
            </p:cNvPr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456" name="Freeform 455">
                <a:extLst>
                  <a:ext uri="{FF2B5EF4-FFF2-40B4-BE49-F238E27FC236}">
                    <a16:creationId xmlns:a16="http://schemas.microsoft.com/office/drawing/2014/main" id="{3196A4F9-B139-4D4B-B210-0318216604F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457" name="Oval 456">
                <a:extLst>
                  <a:ext uri="{FF2B5EF4-FFF2-40B4-BE49-F238E27FC236}">
                    <a16:creationId xmlns:a16="http://schemas.microsoft.com/office/drawing/2014/main" id="{1D1C7F3A-BE45-014B-AF9C-58CA77DA029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458" name="Group 457">
                <a:extLst>
                  <a:ext uri="{FF2B5EF4-FFF2-40B4-BE49-F238E27FC236}">
                    <a16:creationId xmlns:a16="http://schemas.microsoft.com/office/drawing/2014/main" id="{83DFFE47-64E8-F54C-8ABC-E896DA957F0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59" name="Freeform 458">
                  <a:extLst>
                    <a:ext uri="{FF2B5EF4-FFF2-40B4-BE49-F238E27FC236}">
                      <a16:creationId xmlns:a16="http://schemas.microsoft.com/office/drawing/2014/main" id="{2A9F0EE2-8F99-EB4D-9331-7AE3BDCBE9C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60" name="Freeform 459">
                  <a:extLst>
                    <a:ext uri="{FF2B5EF4-FFF2-40B4-BE49-F238E27FC236}">
                      <a16:creationId xmlns:a16="http://schemas.microsoft.com/office/drawing/2014/main" id="{2E314A90-8DB8-2A49-8BB6-D51C2DAE9CF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61" name="Freeform 460">
                  <a:extLst>
                    <a:ext uri="{FF2B5EF4-FFF2-40B4-BE49-F238E27FC236}">
                      <a16:creationId xmlns:a16="http://schemas.microsoft.com/office/drawing/2014/main" id="{7D8C0277-204E-2B4D-B954-94739B9DE72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62" name="Freeform 461">
                  <a:extLst>
                    <a:ext uri="{FF2B5EF4-FFF2-40B4-BE49-F238E27FC236}">
                      <a16:creationId xmlns:a16="http://schemas.microsoft.com/office/drawing/2014/main" id="{69955D3C-6D1B-EA40-8228-73DF01564152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615" name="Group 614">
              <a:extLst>
                <a:ext uri="{FF2B5EF4-FFF2-40B4-BE49-F238E27FC236}">
                  <a16:creationId xmlns:a16="http://schemas.microsoft.com/office/drawing/2014/main" id="{E166183D-5423-4E4A-AD63-A361EDE184C0}"/>
                </a:ext>
              </a:extLst>
            </p:cNvPr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616" name="Freeform 615">
                <a:extLst>
                  <a:ext uri="{FF2B5EF4-FFF2-40B4-BE49-F238E27FC236}">
                    <a16:creationId xmlns:a16="http://schemas.microsoft.com/office/drawing/2014/main" id="{8470D159-2329-7F46-9191-000B96A32C7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617" name="Oval 616">
                <a:extLst>
                  <a:ext uri="{FF2B5EF4-FFF2-40B4-BE49-F238E27FC236}">
                    <a16:creationId xmlns:a16="http://schemas.microsoft.com/office/drawing/2014/main" id="{825BDAE5-F4DB-9148-9BC8-0F6F2D1E653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618" name="Group 617">
                <a:extLst>
                  <a:ext uri="{FF2B5EF4-FFF2-40B4-BE49-F238E27FC236}">
                    <a16:creationId xmlns:a16="http://schemas.microsoft.com/office/drawing/2014/main" id="{237F0420-A845-064A-97A2-458F63D673C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9" name="Freeform 618">
                  <a:extLst>
                    <a:ext uri="{FF2B5EF4-FFF2-40B4-BE49-F238E27FC236}">
                      <a16:creationId xmlns:a16="http://schemas.microsoft.com/office/drawing/2014/main" id="{D11109B9-8A56-A945-BA04-5A564B10300A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20" name="Freeform 619">
                  <a:extLst>
                    <a:ext uri="{FF2B5EF4-FFF2-40B4-BE49-F238E27FC236}">
                      <a16:creationId xmlns:a16="http://schemas.microsoft.com/office/drawing/2014/main" id="{170AB2AC-06DB-034E-A5C4-0C8F62E3BE4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21" name="Freeform 620">
                  <a:extLst>
                    <a:ext uri="{FF2B5EF4-FFF2-40B4-BE49-F238E27FC236}">
                      <a16:creationId xmlns:a16="http://schemas.microsoft.com/office/drawing/2014/main" id="{E41AEAC2-F85C-4A4E-B0B9-D5C02217D60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22" name="Freeform 621">
                  <a:extLst>
                    <a:ext uri="{FF2B5EF4-FFF2-40B4-BE49-F238E27FC236}">
                      <a16:creationId xmlns:a16="http://schemas.microsoft.com/office/drawing/2014/main" id="{7955A7EE-741F-9740-8344-A2BC817675A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77" name="Group 576">
              <a:extLst>
                <a:ext uri="{FF2B5EF4-FFF2-40B4-BE49-F238E27FC236}">
                  <a16:creationId xmlns:a16="http://schemas.microsoft.com/office/drawing/2014/main" id="{C471E59B-7A0B-AE4F-95D6-F76514D2D55A}"/>
                </a:ext>
              </a:extLst>
            </p:cNvPr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578" name="Freeform 577">
                <a:extLst>
                  <a:ext uri="{FF2B5EF4-FFF2-40B4-BE49-F238E27FC236}">
                    <a16:creationId xmlns:a16="http://schemas.microsoft.com/office/drawing/2014/main" id="{8CD016E7-5480-8E4E-94F7-201A1C6046D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579" name="Oval 578">
                <a:extLst>
                  <a:ext uri="{FF2B5EF4-FFF2-40B4-BE49-F238E27FC236}">
                    <a16:creationId xmlns:a16="http://schemas.microsoft.com/office/drawing/2014/main" id="{593A573C-B6D6-684E-BA73-8F7F7FA8D57C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580" name="Group 579">
                <a:extLst>
                  <a:ext uri="{FF2B5EF4-FFF2-40B4-BE49-F238E27FC236}">
                    <a16:creationId xmlns:a16="http://schemas.microsoft.com/office/drawing/2014/main" id="{2C09AC60-D16C-A948-B25E-01CF60EAAD7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1" name="Freeform 580">
                  <a:extLst>
                    <a:ext uri="{FF2B5EF4-FFF2-40B4-BE49-F238E27FC236}">
                      <a16:creationId xmlns:a16="http://schemas.microsoft.com/office/drawing/2014/main" id="{D9A85682-B6A6-2344-B24D-66A792630B3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82" name="Freeform 581">
                  <a:extLst>
                    <a:ext uri="{FF2B5EF4-FFF2-40B4-BE49-F238E27FC236}">
                      <a16:creationId xmlns:a16="http://schemas.microsoft.com/office/drawing/2014/main" id="{52EBCF47-0621-B64C-B884-20683D14D92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83" name="Freeform 582">
                  <a:extLst>
                    <a:ext uri="{FF2B5EF4-FFF2-40B4-BE49-F238E27FC236}">
                      <a16:creationId xmlns:a16="http://schemas.microsoft.com/office/drawing/2014/main" id="{83AAD1CC-D818-A245-9CF9-C4877A62A5D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84" name="Freeform 583">
                  <a:extLst>
                    <a:ext uri="{FF2B5EF4-FFF2-40B4-BE49-F238E27FC236}">
                      <a16:creationId xmlns:a16="http://schemas.microsoft.com/office/drawing/2014/main" id="{51F55DD1-3A8F-0242-A470-690BE99AC68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93" name="Group 592">
              <a:extLst>
                <a:ext uri="{FF2B5EF4-FFF2-40B4-BE49-F238E27FC236}">
                  <a16:creationId xmlns:a16="http://schemas.microsoft.com/office/drawing/2014/main" id="{7BF36121-B4F6-2447-9F5B-F29B627F3B2A}"/>
                </a:ext>
              </a:extLst>
            </p:cNvPr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D13949CD-BE6A-5744-98EE-61BE5EE60D4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595" name="Oval 594">
                <a:extLst>
                  <a:ext uri="{FF2B5EF4-FFF2-40B4-BE49-F238E27FC236}">
                    <a16:creationId xmlns:a16="http://schemas.microsoft.com/office/drawing/2014/main" id="{F3651F16-DD17-4D47-9A8D-8EFA601CA85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596" name="Group 595">
                <a:extLst>
                  <a:ext uri="{FF2B5EF4-FFF2-40B4-BE49-F238E27FC236}">
                    <a16:creationId xmlns:a16="http://schemas.microsoft.com/office/drawing/2014/main" id="{10CA9012-91B2-A449-8A2E-65BA6061B48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97" name="Freeform 596">
                  <a:extLst>
                    <a:ext uri="{FF2B5EF4-FFF2-40B4-BE49-F238E27FC236}">
                      <a16:creationId xmlns:a16="http://schemas.microsoft.com/office/drawing/2014/main" id="{964BBEA0-D220-6747-850B-459388ABF255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98" name="Freeform 597">
                  <a:extLst>
                    <a:ext uri="{FF2B5EF4-FFF2-40B4-BE49-F238E27FC236}">
                      <a16:creationId xmlns:a16="http://schemas.microsoft.com/office/drawing/2014/main" id="{ADEC5ED7-ED4C-584D-AB78-AA02A93E9466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99" name="Freeform 598">
                  <a:extLst>
                    <a:ext uri="{FF2B5EF4-FFF2-40B4-BE49-F238E27FC236}">
                      <a16:creationId xmlns:a16="http://schemas.microsoft.com/office/drawing/2014/main" id="{F45598BF-44BC-354D-9020-97A874C585B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00" name="Freeform 599">
                  <a:extLst>
                    <a:ext uri="{FF2B5EF4-FFF2-40B4-BE49-F238E27FC236}">
                      <a16:creationId xmlns:a16="http://schemas.microsoft.com/office/drawing/2014/main" id="{3A2BDF5D-2CA0-2145-8059-D8F121D4D32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601" name="Group 600">
              <a:extLst>
                <a:ext uri="{FF2B5EF4-FFF2-40B4-BE49-F238E27FC236}">
                  <a16:creationId xmlns:a16="http://schemas.microsoft.com/office/drawing/2014/main" id="{187A607B-CA61-BE46-8032-8E34596E7689}"/>
                </a:ext>
              </a:extLst>
            </p:cNvPr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602" name="Freeform 601">
                <a:extLst>
                  <a:ext uri="{FF2B5EF4-FFF2-40B4-BE49-F238E27FC236}">
                    <a16:creationId xmlns:a16="http://schemas.microsoft.com/office/drawing/2014/main" id="{EB8C3753-6F83-F64B-9439-656B124AA3B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603" name="Oval 602">
                <a:extLst>
                  <a:ext uri="{FF2B5EF4-FFF2-40B4-BE49-F238E27FC236}">
                    <a16:creationId xmlns:a16="http://schemas.microsoft.com/office/drawing/2014/main" id="{F476EE06-2893-8D4D-AF54-92697A0FE8A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604" name="Group 603">
                <a:extLst>
                  <a:ext uri="{FF2B5EF4-FFF2-40B4-BE49-F238E27FC236}">
                    <a16:creationId xmlns:a16="http://schemas.microsoft.com/office/drawing/2014/main" id="{5DED3EC9-29B0-8D48-BC37-13731DFE683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05" name="Freeform 604">
                  <a:extLst>
                    <a:ext uri="{FF2B5EF4-FFF2-40B4-BE49-F238E27FC236}">
                      <a16:creationId xmlns:a16="http://schemas.microsoft.com/office/drawing/2014/main" id="{D08D678C-613A-3543-B832-EE51616C6931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06" name="Freeform 605">
                  <a:extLst>
                    <a:ext uri="{FF2B5EF4-FFF2-40B4-BE49-F238E27FC236}">
                      <a16:creationId xmlns:a16="http://schemas.microsoft.com/office/drawing/2014/main" id="{9EB7819C-4684-3347-AA14-421D743ECB94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07" name="Freeform 606">
                  <a:extLst>
                    <a:ext uri="{FF2B5EF4-FFF2-40B4-BE49-F238E27FC236}">
                      <a16:creationId xmlns:a16="http://schemas.microsoft.com/office/drawing/2014/main" id="{F23E654E-4CEA-E346-A508-15310ABC704C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08" name="Freeform 607">
                  <a:extLst>
                    <a:ext uri="{FF2B5EF4-FFF2-40B4-BE49-F238E27FC236}">
                      <a16:creationId xmlns:a16="http://schemas.microsoft.com/office/drawing/2014/main" id="{EF443A10-9F41-BB4D-8E65-E94AEE09BDA7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54" name="Group 553">
              <a:extLst>
                <a:ext uri="{FF2B5EF4-FFF2-40B4-BE49-F238E27FC236}">
                  <a16:creationId xmlns:a16="http://schemas.microsoft.com/office/drawing/2014/main" id="{7CCD8656-0FD3-B844-BC6C-33CE0577598D}"/>
                </a:ext>
              </a:extLst>
            </p:cNvPr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555" name="Freeform 554">
                <a:extLst>
                  <a:ext uri="{FF2B5EF4-FFF2-40B4-BE49-F238E27FC236}">
                    <a16:creationId xmlns:a16="http://schemas.microsoft.com/office/drawing/2014/main" id="{7CF4B187-63BE-654E-852A-09C69503C97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556" name="Oval 555">
                <a:extLst>
                  <a:ext uri="{FF2B5EF4-FFF2-40B4-BE49-F238E27FC236}">
                    <a16:creationId xmlns:a16="http://schemas.microsoft.com/office/drawing/2014/main" id="{3B5270E4-3067-1643-B96C-CE5CEE09747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557" name="Group 556">
                <a:extLst>
                  <a:ext uri="{FF2B5EF4-FFF2-40B4-BE49-F238E27FC236}">
                    <a16:creationId xmlns:a16="http://schemas.microsoft.com/office/drawing/2014/main" id="{3BECC0F9-CE1F-254B-B04F-1EAA89C59C9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8" name="Freeform 557">
                  <a:extLst>
                    <a:ext uri="{FF2B5EF4-FFF2-40B4-BE49-F238E27FC236}">
                      <a16:creationId xmlns:a16="http://schemas.microsoft.com/office/drawing/2014/main" id="{7C55C6EE-4672-4F4F-A2F8-2821804F594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59" name="Freeform 558">
                  <a:extLst>
                    <a:ext uri="{FF2B5EF4-FFF2-40B4-BE49-F238E27FC236}">
                      <a16:creationId xmlns:a16="http://schemas.microsoft.com/office/drawing/2014/main" id="{C3B242E2-FAA3-F340-B7F0-35D87BB6BAA8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60" name="Freeform 559">
                  <a:extLst>
                    <a:ext uri="{FF2B5EF4-FFF2-40B4-BE49-F238E27FC236}">
                      <a16:creationId xmlns:a16="http://schemas.microsoft.com/office/drawing/2014/main" id="{87ED7762-177B-454C-AA37-EB518D75B66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61" name="Freeform 560">
                  <a:extLst>
                    <a:ext uri="{FF2B5EF4-FFF2-40B4-BE49-F238E27FC236}">
                      <a16:creationId xmlns:a16="http://schemas.microsoft.com/office/drawing/2014/main" id="{AD88A8A1-4E2B-154E-845D-5419478A1D2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85" name="Group 584">
              <a:extLst>
                <a:ext uri="{FF2B5EF4-FFF2-40B4-BE49-F238E27FC236}">
                  <a16:creationId xmlns:a16="http://schemas.microsoft.com/office/drawing/2014/main" id="{1A0C1583-3B4A-E44D-BB19-B20517502EBD}"/>
                </a:ext>
              </a:extLst>
            </p:cNvPr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196997C3-A7DB-5041-AC08-10F980FB77EC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587" name="Oval 586">
                <a:extLst>
                  <a:ext uri="{FF2B5EF4-FFF2-40B4-BE49-F238E27FC236}">
                    <a16:creationId xmlns:a16="http://schemas.microsoft.com/office/drawing/2014/main" id="{5F84A336-003F-D045-8717-1066774A69E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588" name="Group 587">
                <a:extLst>
                  <a:ext uri="{FF2B5EF4-FFF2-40B4-BE49-F238E27FC236}">
                    <a16:creationId xmlns:a16="http://schemas.microsoft.com/office/drawing/2014/main" id="{FF876992-AF96-3545-9CEA-A02174E11510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9" name="Freeform 588">
                  <a:extLst>
                    <a:ext uri="{FF2B5EF4-FFF2-40B4-BE49-F238E27FC236}">
                      <a16:creationId xmlns:a16="http://schemas.microsoft.com/office/drawing/2014/main" id="{668E6E88-4A46-6C47-A59A-CB9D07441C1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90" name="Freeform 589">
                  <a:extLst>
                    <a:ext uri="{FF2B5EF4-FFF2-40B4-BE49-F238E27FC236}">
                      <a16:creationId xmlns:a16="http://schemas.microsoft.com/office/drawing/2014/main" id="{C179B4BA-1D8B-E542-8032-CCB2C08DB97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91" name="Freeform 590">
                  <a:extLst>
                    <a:ext uri="{FF2B5EF4-FFF2-40B4-BE49-F238E27FC236}">
                      <a16:creationId xmlns:a16="http://schemas.microsoft.com/office/drawing/2014/main" id="{DCACB29E-ABE8-BA42-AD55-DAF519C17BE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92" name="Freeform 591">
                  <a:extLst>
                    <a:ext uri="{FF2B5EF4-FFF2-40B4-BE49-F238E27FC236}">
                      <a16:creationId xmlns:a16="http://schemas.microsoft.com/office/drawing/2014/main" id="{FD35A0ED-997C-6D46-9D96-FA8D4339826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38" name="Group 537">
              <a:extLst>
                <a:ext uri="{FF2B5EF4-FFF2-40B4-BE49-F238E27FC236}">
                  <a16:creationId xmlns:a16="http://schemas.microsoft.com/office/drawing/2014/main" id="{158E5A4C-7065-8643-BDC2-3A235B56FEA4}"/>
                </a:ext>
              </a:extLst>
            </p:cNvPr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539" name="Freeform 538">
                <a:extLst>
                  <a:ext uri="{FF2B5EF4-FFF2-40B4-BE49-F238E27FC236}">
                    <a16:creationId xmlns:a16="http://schemas.microsoft.com/office/drawing/2014/main" id="{CA8EFAEE-3EA1-2A49-A68E-588F301B6928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540" name="Oval 539">
                <a:extLst>
                  <a:ext uri="{FF2B5EF4-FFF2-40B4-BE49-F238E27FC236}">
                    <a16:creationId xmlns:a16="http://schemas.microsoft.com/office/drawing/2014/main" id="{7A05A3F9-D6B9-D14C-83C8-6C79F0B6B2CC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541" name="Group 540">
                <a:extLst>
                  <a:ext uri="{FF2B5EF4-FFF2-40B4-BE49-F238E27FC236}">
                    <a16:creationId xmlns:a16="http://schemas.microsoft.com/office/drawing/2014/main" id="{8AAC1FAD-B7BA-744A-8599-5670C6B0E77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42" name="Freeform 541">
                  <a:extLst>
                    <a:ext uri="{FF2B5EF4-FFF2-40B4-BE49-F238E27FC236}">
                      <a16:creationId xmlns:a16="http://schemas.microsoft.com/office/drawing/2014/main" id="{A016DA82-50DC-224C-84FF-C492EDE01BC1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43" name="Freeform 542">
                  <a:extLst>
                    <a:ext uri="{FF2B5EF4-FFF2-40B4-BE49-F238E27FC236}">
                      <a16:creationId xmlns:a16="http://schemas.microsoft.com/office/drawing/2014/main" id="{3D2D51D6-0AC0-9D43-A55C-E94B7DCA77F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44" name="Freeform 543">
                  <a:extLst>
                    <a:ext uri="{FF2B5EF4-FFF2-40B4-BE49-F238E27FC236}">
                      <a16:creationId xmlns:a16="http://schemas.microsoft.com/office/drawing/2014/main" id="{76C27F31-4CE4-1242-9801-166D4F66B5E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45" name="Freeform 544">
                  <a:extLst>
                    <a:ext uri="{FF2B5EF4-FFF2-40B4-BE49-F238E27FC236}">
                      <a16:creationId xmlns:a16="http://schemas.microsoft.com/office/drawing/2014/main" id="{9BC7E87F-2555-8D4C-80CB-0E2F5F4BB0F9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46" name="Group 545">
              <a:extLst>
                <a:ext uri="{FF2B5EF4-FFF2-40B4-BE49-F238E27FC236}">
                  <a16:creationId xmlns:a16="http://schemas.microsoft.com/office/drawing/2014/main" id="{4DAC2AB4-F1E4-D740-A4AF-07EE55303854}"/>
                </a:ext>
              </a:extLst>
            </p:cNvPr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547" name="Freeform 546">
                <a:extLst>
                  <a:ext uri="{FF2B5EF4-FFF2-40B4-BE49-F238E27FC236}">
                    <a16:creationId xmlns:a16="http://schemas.microsoft.com/office/drawing/2014/main" id="{23E59006-14B9-C64E-A05E-0BD7C00C4A6F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548" name="Oval 547">
                <a:extLst>
                  <a:ext uri="{FF2B5EF4-FFF2-40B4-BE49-F238E27FC236}">
                    <a16:creationId xmlns:a16="http://schemas.microsoft.com/office/drawing/2014/main" id="{2AD17789-C54D-4948-95E6-741F42B1FB2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549" name="Group 548">
                <a:extLst>
                  <a:ext uri="{FF2B5EF4-FFF2-40B4-BE49-F238E27FC236}">
                    <a16:creationId xmlns:a16="http://schemas.microsoft.com/office/drawing/2014/main" id="{278D7FE0-D307-E941-967D-E4145732CEE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0" name="Freeform 549">
                  <a:extLst>
                    <a:ext uri="{FF2B5EF4-FFF2-40B4-BE49-F238E27FC236}">
                      <a16:creationId xmlns:a16="http://schemas.microsoft.com/office/drawing/2014/main" id="{1ADC6420-4AC2-F544-B940-D0A18615CA5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51" name="Freeform 550">
                  <a:extLst>
                    <a:ext uri="{FF2B5EF4-FFF2-40B4-BE49-F238E27FC236}">
                      <a16:creationId xmlns:a16="http://schemas.microsoft.com/office/drawing/2014/main" id="{223E40C5-E2E3-3B42-A86A-26D2D130B73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52" name="Freeform 551">
                  <a:extLst>
                    <a:ext uri="{FF2B5EF4-FFF2-40B4-BE49-F238E27FC236}">
                      <a16:creationId xmlns:a16="http://schemas.microsoft.com/office/drawing/2014/main" id="{C6AA2152-8609-214A-AE62-E7DFD1A9E72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53" name="Freeform 552">
                  <a:extLst>
                    <a:ext uri="{FF2B5EF4-FFF2-40B4-BE49-F238E27FC236}">
                      <a16:creationId xmlns:a16="http://schemas.microsoft.com/office/drawing/2014/main" id="{7CB5E54A-6719-9747-80B7-8D19331BE78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623" name="Group 622">
              <a:extLst>
                <a:ext uri="{FF2B5EF4-FFF2-40B4-BE49-F238E27FC236}">
                  <a16:creationId xmlns:a16="http://schemas.microsoft.com/office/drawing/2014/main" id="{EA34A94C-D92D-084C-BFEA-F4C8DF0AD275}"/>
                </a:ext>
              </a:extLst>
            </p:cNvPr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624" name="Freeform 623">
                <a:extLst>
                  <a:ext uri="{FF2B5EF4-FFF2-40B4-BE49-F238E27FC236}">
                    <a16:creationId xmlns:a16="http://schemas.microsoft.com/office/drawing/2014/main" id="{E1E1C6E8-4D60-7F43-BB0E-6D883F10D4A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625" name="Oval 624">
                <a:extLst>
                  <a:ext uri="{FF2B5EF4-FFF2-40B4-BE49-F238E27FC236}">
                    <a16:creationId xmlns:a16="http://schemas.microsoft.com/office/drawing/2014/main" id="{50975E36-0C2A-6844-A407-23F033DB4BD2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626" name="Group 625">
                <a:extLst>
                  <a:ext uri="{FF2B5EF4-FFF2-40B4-BE49-F238E27FC236}">
                    <a16:creationId xmlns:a16="http://schemas.microsoft.com/office/drawing/2014/main" id="{3F7EBA29-30EF-C741-94EE-735398C6CFA2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7" name="Freeform 626">
                  <a:extLst>
                    <a:ext uri="{FF2B5EF4-FFF2-40B4-BE49-F238E27FC236}">
                      <a16:creationId xmlns:a16="http://schemas.microsoft.com/office/drawing/2014/main" id="{B3AD45B5-1F4B-FF4A-843D-9D062939267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28" name="Freeform 627">
                  <a:extLst>
                    <a:ext uri="{FF2B5EF4-FFF2-40B4-BE49-F238E27FC236}">
                      <a16:creationId xmlns:a16="http://schemas.microsoft.com/office/drawing/2014/main" id="{A6F160FF-CBBD-9147-8D0B-92A36BEBF8A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29" name="Freeform 628">
                  <a:extLst>
                    <a:ext uri="{FF2B5EF4-FFF2-40B4-BE49-F238E27FC236}">
                      <a16:creationId xmlns:a16="http://schemas.microsoft.com/office/drawing/2014/main" id="{421F3589-EC70-074A-903F-D618ED6F789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30" name="Freeform 629">
                  <a:extLst>
                    <a:ext uri="{FF2B5EF4-FFF2-40B4-BE49-F238E27FC236}">
                      <a16:creationId xmlns:a16="http://schemas.microsoft.com/office/drawing/2014/main" id="{CEC8DEB8-8E24-2948-9AF6-0F3EF908CD4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463" name="Group 462">
              <a:extLst>
                <a:ext uri="{FF2B5EF4-FFF2-40B4-BE49-F238E27FC236}">
                  <a16:creationId xmlns:a16="http://schemas.microsoft.com/office/drawing/2014/main" id="{A8C4B740-B92E-8942-8EF4-347710C32F2C}"/>
                </a:ext>
              </a:extLst>
            </p:cNvPr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71A9C1C2-E4A0-D74C-8C05-2AD307E7B3E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465" name="Oval 464">
                <a:extLst>
                  <a:ext uri="{FF2B5EF4-FFF2-40B4-BE49-F238E27FC236}">
                    <a16:creationId xmlns:a16="http://schemas.microsoft.com/office/drawing/2014/main" id="{0F366A03-D9E7-9F45-99D3-1CAC10EE2C7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466" name="Group 465">
                <a:extLst>
                  <a:ext uri="{FF2B5EF4-FFF2-40B4-BE49-F238E27FC236}">
                    <a16:creationId xmlns:a16="http://schemas.microsoft.com/office/drawing/2014/main" id="{10CB8A50-A713-2549-9F44-B792D2C30CA4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67" name="Freeform 466">
                  <a:extLst>
                    <a:ext uri="{FF2B5EF4-FFF2-40B4-BE49-F238E27FC236}">
                      <a16:creationId xmlns:a16="http://schemas.microsoft.com/office/drawing/2014/main" id="{DC4E3153-8354-1145-82FC-C287EF5FE6C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68" name="Freeform 467">
                  <a:extLst>
                    <a:ext uri="{FF2B5EF4-FFF2-40B4-BE49-F238E27FC236}">
                      <a16:creationId xmlns:a16="http://schemas.microsoft.com/office/drawing/2014/main" id="{99B3C81B-87BA-1A4F-BCAD-DF0EF9C582C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69" name="Freeform 468">
                  <a:extLst>
                    <a:ext uri="{FF2B5EF4-FFF2-40B4-BE49-F238E27FC236}">
                      <a16:creationId xmlns:a16="http://schemas.microsoft.com/office/drawing/2014/main" id="{DEEA64E4-A29A-E742-B32E-C111E6BF422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70" name="Freeform 469">
                  <a:extLst>
                    <a:ext uri="{FF2B5EF4-FFF2-40B4-BE49-F238E27FC236}">
                      <a16:creationId xmlns:a16="http://schemas.microsoft.com/office/drawing/2014/main" id="{43676372-2E7B-9445-80AD-B31686FE67E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447" name="Group 446">
              <a:extLst>
                <a:ext uri="{FF2B5EF4-FFF2-40B4-BE49-F238E27FC236}">
                  <a16:creationId xmlns:a16="http://schemas.microsoft.com/office/drawing/2014/main" id="{314E0C43-2359-9440-BEF9-9E1924BED605}"/>
                </a:ext>
              </a:extLst>
            </p:cNvPr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448" name="Freeform 447">
                <a:extLst>
                  <a:ext uri="{FF2B5EF4-FFF2-40B4-BE49-F238E27FC236}">
                    <a16:creationId xmlns:a16="http://schemas.microsoft.com/office/drawing/2014/main" id="{9737FFD7-2DCB-A148-A405-977351501C2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449" name="Oval 448">
                <a:extLst>
                  <a:ext uri="{FF2B5EF4-FFF2-40B4-BE49-F238E27FC236}">
                    <a16:creationId xmlns:a16="http://schemas.microsoft.com/office/drawing/2014/main" id="{9739DB09-38E5-A347-93BF-13C80AD8453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450" name="Group 449">
                <a:extLst>
                  <a:ext uri="{FF2B5EF4-FFF2-40B4-BE49-F238E27FC236}">
                    <a16:creationId xmlns:a16="http://schemas.microsoft.com/office/drawing/2014/main" id="{04079280-378E-384D-9681-BF41B82BF6C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51" name="Freeform 450">
                  <a:extLst>
                    <a:ext uri="{FF2B5EF4-FFF2-40B4-BE49-F238E27FC236}">
                      <a16:creationId xmlns:a16="http://schemas.microsoft.com/office/drawing/2014/main" id="{914AA044-3657-1448-A5E9-2F003DC03F6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52" name="Freeform 451">
                  <a:extLst>
                    <a:ext uri="{FF2B5EF4-FFF2-40B4-BE49-F238E27FC236}">
                      <a16:creationId xmlns:a16="http://schemas.microsoft.com/office/drawing/2014/main" id="{29FDF0B8-7E9A-1F4D-8C99-CE1C68A134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53" name="Freeform 452">
                  <a:extLst>
                    <a:ext uri="{FF2B5EF4-FFF2-40B4-BE49-F238E27FC236}">
                      <a16:creationId xmlns:a16="http://schemas.microsoft.com/office/drawing/2014/main" id="{49A96193-2E73-4C43-843C-2C8C4DCEE47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54" name="Freeform 453">
                  <a:extLst>
                    <a:ext uri="{FF2B5EF4-FFF2-40B4-BE49-F238E27FC236}">
                      <a16:creationId xmlns:a16="http://schemas.microsoft.com/office/drawing/2014/main" id="{F5358318-953E-E249-9021-E0B5DF66E3B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0B1A3B8-3BA8-BE40-9467-4856BB566DE2}"/>
              </a:ext>
            </a:extLst>
          </p:cNvPr>
          <p:cNvGrpSpPr/>
          <p:nvPr/>
        </p:nvGrpSpPr>
        <p:grpSpPr>
          <a:xfrm>
            <a:off x="629701" y="2049091"/>
            <a:ext cx="4055535" cy="2783225"/>
            <a:chOff x="839601" y="2732122"/>
            <a:chExt cx="5407380" cy="3372748"/>
          </a:xfrm>
        </p:grpSpPr>
        <p:sp>
          <p:nvSpPr>
            <p:cNvPr id="609" name="Content Placeholder 2">
              <a:extLst>
                <a:ext uri="{FF2B5EF4-FFF2-40B4-BE49-F238E27FC236}">
                  <a16:creationId xmlns:a16="http://schemas.microsoft.com/office/drawing/2014/main" id="{2BC3B19B-09E2-1747-9154-87E1DFE72365}"/>
                </a:ext>
              </a:extLst>
            </p:cNvPr>
            <p:cNvSpPr txBox="1">
              <a:spLocks/>
            </p:cNvSpPr>
            <p:nvPr/>
          </p:nvSpPr>
          <p:spPr>
            <a:xfrm>
              <a:off x="839601" y="2732122"/>
              <a:ext cx="5394571" cy="1658665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Pct val="75000"/>
              </a:pPr>
              <a:r>
                <a:rPr lang="en-US" altLang="en-US" sz="2100" i="1" dirty="0">
                  <a:solidFill>
                    <a:srgbClr val="CC0000"/>
                  </a:solidFill>
                  <a:ea typeface="ＭＳ Ｐゴシック" panose="020B0600070205080204" pitchFamily="34" charset="-128"/>
                  <a:cs typeface="Calibri" panose="020F0502020204030204" pitchFamily="34" charset="0"/>
                </a:rPr>
                <a:t>protocols</a:t>
              </a:r>
              <a:r>
                <a:rPr lang="en-US" altLang="en-US" sz="2100" dirty="0">
                  <a:solidFill>
                    <a:srgbClr val="FF0000"/>
                  </a:solidFill>
                  <a:ea typeface="ＭＳ Ｐゴシック" panose="020B0600070205080204" pitchFamily="34" charset="-128"/>
                  <a:cs typeface="Calibri" panose="020F0502020204030204" pitchFamily="34" charset="0"/>
                </a:rPr>
                <a:t> </a:t>
              </a:r>
              <a:r>
                <a:rPr lang="en-US" altLang="en-US" sz="2100" dirty="0">
                  <a:ea typeface="ＭＳ Ｐゴシック" panose="020B0600070205080204" pitchFamily="34" charset="-128"/>
                  <a:cs typeface="Calibri" panose="020F0502020204030204" pitchFamily="34" charset="0"/>
                </a:rPr>
                <a:t>are </a:t>
              </a:r>
              <a:r>
                <a:rPr lang="en-US" altLang="en-US" sz="2100" i="1" dirty="0">
                  <a:ea typeface="ＭＳ Ｐゴシック" panose="020B0600070205080204" pitchFamily="34" charset="-128"/>
                  <a:cs typeface="Calibri" panose="020F0502020204030204" pitchFamily="34" charset="0"/>
                </a:rPr>
                <a:t>everywhere</a:t>
              </a:r>
            </a:p>
            <a:p>
              <a:pPr lvl="1">
                <a:buSzPct val="75000"/>
              </a:pPr>
              <a:r>
                <a:rPr lang="en-US" altLang="en-US" sz="1800" dirty="0">
                  <a:ea typeface="ＭＳ Ｐゴシック" panose="020B0600070205080204" pitchFamily="34" charset="-128"/>
                  <a:cs typeface="Calibri" panose="020F0502020204030204" pitchFamily="34" charset="0"/>
                </a:rPr>
                <a:t>control sending, receiving of messages</a:t>
              </a:r>
            </a:p>
            <a:p>
              <a:pPr lvl="1"/>
              <a:r>
                <a:rPr lang="en-US" altLang="en-US" sz="1800" dirty="0">
                  <a:ea typeface="Arial" panose="020B0604020202020204" pitchFamily="34" charset="0"/>
                  <a:cs typeface="Calibri" panose="020F0502020204030204" pitchFamily="34" charset="0"/>
                </a:rPr>
                <a:t>e.g., HTTP (Web), streaming video, Skype, TCP, IP, </a:t>
              </a:r>
              <a:r>
                <a:rPr lang="en-US" altLang="en-US" sz="1800" dirty="0" err="1">
                  <a:ea typeface="Arial" panose="020B0604020202020204" pitchFamily="34" charset="0"/>
                  <a:cs typeface="Calibri" panose="020F0502020204030204" pitchFamily="34" charset="0"/>
                </a:rPr>
                <a:t>WiFi</a:t>
              </a:r>
              <a:r>
                <a:rPr lang="en-US" altLang="en-US" sz="1800" dirty="0">
                  <a:ea typeface="Arial" panose="020B0604020202020204" pitchFamily="34" charset="0"/>
                  <a:cs typeface="Calibri" panose="020F0502020204030204" pitchFamily="34" charset="0"/>
                </a:rPr>
                <a:t>, 4G, Ethernet</a:t>
              </a:r>
              <a:endParaRPr lang="en-US" altLang="en-US" sz="2100" dirty="0">
                <a:ea typeface="Arial" panose="020B0604020202020204" pitchFamily="34" charset="0"/>
                <a:cs typeface="Calibri" panose="020F0502020204030204" pitchFamily="34" charset="0"/>
              </a:endParaRPr>
            </a:p>
            <a:p>
              <a:pPr marL="0" indent="0">
                <a:buNone/>
              </a:pPr>
              <a:endParaRPr lang="en-US" sz="2100" dirty="0"/>
            </a:p>
          </p:txBody>
        </p:sp>
        <p:sp>
          <p:nvSpPr>
            <p:cNvPr id="610" name="Content Placeholder 2">
              <a:extLst>
                <a:ext uri="{FF2B5EF4-FFF2-40B4-BE49-F238E27FC236}">
                  <a16:creationId xmlns:a16="http://schemas.microsoft.com/office/drawing/2014/main" id="{E555BFB4-FB8B-A747-972A-566DF9A79370}"/>
                </a:ext>
              </a:extLst>
            </p:cNvPr>
            <p:cNvSpPr txBox="1">
              <a:spLocks/>
            </p:cNvSpPr>
            <p:nvPr/>
          </p:nvSpPr>
          <p:spPr>
            <a:xfrm>
              <a:off x="852410" y="4406766"/>
              <a:ext cx="5394571" cy="1698104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Pct val="75000"/>
              </a:pPr>
              <a:r>
                <a:rPr lang="en-US" altLang="en-US" sz="2100" i="1" dirty="0">
                  <a:solidFill>
                    <a:srgbClr val="C00000"/>
                  </a:solidFill>
                  <a:ea typeface="ＭＳ Ｐゴシック" panose="020B0600070205080204" pitchFamily="34" charset="-128"/>
                  <a:cs typeface="Calibri" panose="020F0502020204030204" pitchFamily="34" charset="0"/>
                </a:rPr>
                <a:t>Internet  standards</a:t>
              </a:r>
            </a:p>
            <a:p>
              <a:pPr lvl="1"/>
              <a:r>
                <a:rPr lang="en-US" altLang="en-US" sz="1800" dirty="0">
                  <a:ea typeface="Arial" panose="020B0604020202020204" pitchFamily="34" charset="0"/>
                  <a:cs typeface="Calibri" panose="020F0502020204030204" pitchFamily="34" charset="0"/>
                </a:rPr>
                <a:t>RFC: Request for Comments</a:t>
              </a:r>
            </a:p>
            <a:p>
              <a:pPr lvl="1"/>
              <a:r>
                <a:rPr lang="en-US" altLang="en-US" sz="1800" dirty="0">
                  <a:ea typeface="Arial" panose="020B0604020202020204" pitchFamily="34" charset="0"/>
                  <a:cs typeface="Calibri" panose="020F0502020204030204" pitchFamily="34" charset="0"/>
                </a:rPr>
                <a:t>IETF: Internet Engineering Task Force</a:t>
              </a:r>
            </a:p>
            <a:p>
              <a:pPr marL="0" indent="0">
                <a:buNone/>
              </a:pPr>
              <a:endParaRPr lang="en-US" sz="21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F538D7F-D092-0B46-9D93-497135430F9C}"/>
              </a:ext>
            </a:extLst>
          </p:cNvPr>
          <p:cNvGrpSpPr/>
          <p:nvPr/>
        </p:nvGrpSpPr>
        <p:grpSpPr>
          <a:xfrm>
            <a:off x="5145243" y="3721653"/>
            <a:ext cx="1160744" cy="389051"/>
            <a:chOff x="6860324" y="4962204"/>
            <a:chExt cx="1547658" cy="518734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CCA2A64-0E06-F545-9FC0-961CFBCC86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68718" y="5327774"/>
              <a:ext cx="439264" cy="153164"/>
            </a:xfrm>
            <a:prstGeom prst="line">
              <a:avLst/>
            </a:prstGeom>
            <a:ln w="31750">
              <a:solidFill>
                <a:srgbClr val="C00000"/>
              </a:solidFill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D9BBA3E-BB93-084A-B9DE-C031B991FC2B}"/>
                </a:ext>
              </a:extLst>
            </p:cNvPr>
            <p:cNvSpPr txBox="1"/>
            <p:nvPr/>
          </p:nvSpPr>
          <p:spPr>
            <a:xfrm>
              <a:off x="6860324" y="4962204"/>
              <a:ext cx="10199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solidFill>
                    <a:srgbClr val="C00000"/>
                  </a:solidFill>
                </a:rPr>
                <a:t>Ethernet</a:t>
              </a:r>
              <a:endParaRPr lang="en-US" sz="1050" i="1" dirty="0">
                <a:solidFill>
                  <a:srgbClr val="C00000"/>
                </a:solidFill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E38A1FD-ACE2-5F42-9B08-5B2D9CEBC672}"/>
                </a:ext>
              </a:extLst>
            </p:cNvPr>
            <p:cNvCxnSpPr>
              <a:cxnSpLocks/>
            </p:cNvCxnSpPr>
            <p:nvPr/>
          </p:nvCxnSpPr>
          <p:spPr>
            <a:xfrm>
              <a:off x="7704138" y="5144424"/>
              <a:ext cx="470403" cy="21674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091E281-A56A-C34A-A030-5A236D4E586A}"/>
              </a:ext>
            </a:extLst>
          </p:cNvPr>
          <p:cNvGrpSpPr/>
          <p:nvPr/>
        </p:nvGrpSpPr>
        <p:grpSpPr>
          <a:xfrm>
            <a:off x="5672040" y="2773799"/>
            <a:ext cx="2692177" cy="1028893"/>
            <a:chOff x="7562720" y="3668418"/>
            <a:chExt cx="3589569" cy="1371857"/>
          </a:xfrm>
        </p:grpSpPr>
        <p:cxnSp>
          <p:nvCxnSpPr>
            <p:cNvPr id="612" name="Straight Connector 611">
              <a:extLst>
                <a:ext uri="{FF2B5EF4-FFF2-40B4-BE49-F238E27FC236}">
                  <a16:creationId xmlns:a16="http://schemas.microsoft.com/office/drawing/2014/main" id="{45AD7D7E-22F3-B04F-B8D9-3DB14B4EB5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85300" y="3668418"/>
              <a:ext cx="2866989" cy="1371857"/>
            </a:xfrm>
            <a:prstGeom prst="line">
              <a:avLst/>
            </a:prstGeom>
            <a:ln w="31750">
              <a:solidFill>
                <a:srgbClr val="C00000"/>
              </a:solidFill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3" name="TextBox 612">
              <a:extLst>
                <a:ext uri="{FF2B5EF4-FFF2-40B4-BE49-F238E27FC236}">
                  <a16:creationId xmlns:a16="http://schemas.microsoft.com/office/drawing/2014/main" id="{1E2ACEB7-973B-E046-843B-EB2B7621639C}"/>
                </a:ext>
              </a:extLst>
            </p:cNvPr>
            <p:cNvSpPr txBox="1"/>
            <p:nvPr/>
          </p:nvSpPr>
          <p:spPr>
            <a:xfrm>
              <a:off x="7562720" y="4539626"/>
              <a:ext cx="7826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solidFill>
                    <a:srgbClr val="C00000"/>
                  </a:solidFill>
                </a:rPr>
                <a:t>HTTP</a:t>
              </a:r>
              <a:endParaRPr lang="en-US" sz="1050" i="1" dirty="0">
                <a:solidFill>
                  <a:srgbClr val="C00000"/>
                </a:solidFill>
              </a:endParaRPr>
            </a:p>
          </p:txBody>
        </p:sp>
        <p:cxnSp>
          <p:nvCxnSpPr>
            <p:cNvPr id="614" name="Straight Connector 613">
              <a:extLst>
                <a:ext uri="{FF2B5EF4-FFF2-40B4-BE49-F238E27FC236}">
                  <a16:creationId xmlns:a16="http://schemas.microsoft.com/office/drawing/2014/main" id="{37BB92CD-AD73-F344-953E-3EFDD2781945}"/>
                </a:ext>
              </a:extLst>
            </p:cNvPr>
            <p:cNvCxnSpPr>
              <a:cxnSpLocks/>
            </p:cNvCxnSpPr>
            <p:nvPr/>
          </p:nvCxnSpPr>
          <p:spPr>
            <a:xfrm>
              <a:off x="8099825" y="4723687"/>
              <a:ext cx="402218" cy="11586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5BE2CBD-8554-CF42-81E0-EE46D8DE60ED}"/>
              </a:ext>
            </a:extLst>
          </p:cNvPr>
          <p:cNvGrpSpPr/>
          <p:nvPr/>
        </p:nvGrpSpPr>
        <p:grpSpPr>
          <a:xfrm>
            <a:off x="4778414" y="2090651"/>
            <a:ext cx="953472" cy="497844"/>
            <a:chOff x="6371219" y="2787535"/>
            <a:chExt cx="1271296" cy="663792"/>
          </a:xfrm>
        </p:grpSpPr>
        <p:cxnSp>
          <p:nvCxnSpPr>
            <p:cNvPr id="632" name="Straight Connector 631">
              <a:extLst>
                <a:ext uri="{FF2B5EF4-FFF2-40B4-BE49-F238E27FC236}">
                  <a16:creationId xmlns:a16="http://schemas.microsoft.com/office/drawing/2014/main" id="{DE526F1B-649C-344E-8FAB-A9478EF8DA65}"/>
                </a:ext>
              </a:extLst>
            </p:cNvPr>
            <p:cNvCxnSpPr>
              <a:cxnSpLocks/>
              <a:endCxn id="91" idx="0"/>
            </p:cNvCxnSpPr>
            <p:nvPr/>
          </p:nvCxnSpPr>
          <p:spPr>
            <a:xfrm>
              <a:off x="7631020" y="2787535"/>
              <a:ext cx="11495" cy="663792"/>
            </a:xfrm>
            <a:prstGeom prst="line">
              <a:avLst/>
            </a:prstGeom>
            <a:ln w="31750">
              <a:solidFill>
                <a:srgbClr val="C00000"/>
              </a:solidFill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3" name="TextBox 632">
              <a:extLst>
                <a:ext uri="{FF2B5EF4-FFF2-40B4-BE49-F238E27FC236}">
                  <a16:creationId xmlns:a16="http://schemas.microsoft.com/office/drawing/2014/main" id="{B4A890F6-DD55-B341-BDF4-AF2E70A3CC15}"/>
                </a:ext>
              </a:extLst>
            </p:cNvPr>
            <p:cNvSpPr txBox="1"/>
            <p:nvPr/>
          </p:nvSpPr>
          <p:spPr>
            <a:xfrm>
              <a:off x="6371219" y="2944679"/>
              <a:ext cx="8147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solidFill>
                    <a:srgbClr val="C00000"/>
                  </a:solidFill>
                </a:rPr>
                <a:t>Skype</a:t>
              </a:r>
              <a:endParaRPr lang="en-US" sz="1050" i="1" dirty="0">
                <a:solidFill>
                  <a:srgbClr val="C00000"/>
                </a:solidFill>
              </a:endParaRPr>
            </a:p>
          </p:txBody>
        </p:sp>
        <p:cxnSp>
          <p:nvCxnSpPr>
            <p:cNvPr id="634" name="Straight Connector 633">
              <a:extLst>
                <a:ext uri="{FF2B5EF4-FFF2-40B4-BE49-F238E27FC236}">
                  <a16:creationId xmlns:a16="http://schemas.microsoft.com/office/drawing/2014/main" id="{967D0F28-333C-D24F-9D2D-61124A38416B}"/>
                </a:ext>
              </a:extLst>
            </p:cNvPr>
            <p:cNvCxnSpPr>
              <a:cxnSpLocks/>
            </p:cNvCxnSpPr>
            <p:nvPr/>
          </p:nvCxnSpPr>
          <p:spPr>
            <a:xfrm>
              <a:off x="6973411" y="3119431"/>
              <a:ext cx="559043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5" name="Group 634">
            <a:extLst>
              <a:ext uri="{FF2B5EF4-FFF2-40B4-BE49-F238E27FC236}">
                <a16:creationId xmlns:a16="http://schemas.microsoft.com/office/drawing/2014/main" id="{FD6F349B-89A1-1F4D-9830-6378C687F92A}"/>
              </a:ext>
            </a:extLst>
          </p:cNvPr>
          <p:cNvGrpSpPr/>
          <p:nvPr/>
        </p:nvGrpSpPr>
        <p:grpSpPr>
          <a:xfrm>
            <a:off x="7001684" y="2112283"/>
            <a:ext cx="506990" cy="414193"/>
            <a:chOff x="6710761" y="2934593"/>
            <a:chExt cx="675986" cy="552257"/>
          </a:xfrm>
        </p:grpSpPr>
        <p:cxnSp>
          <p:nvCxnSpPr>
            <p:cNvPr id="636" name="Straight Connector 635">
              <a:extLst>
                <a:ext uri="{FF2B5EF4-FFF2-40B4-BE49-F238E27FC236}">
                  <a16:creationId xmlns:a16="http://schemas.microsoft.com/office/drawing/2014/main" id="{38988E68-C8D7-1041-AEC2-7701BE5D10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84556" y="2978118"/>
              <a:ext cx="302191" cy="508732"/>
            </a:xfrm>
            <a:prstGeom prst="line">
              <a:avLst/>
            </a:prstGeom>
            <a:ln w="31750">
              <a:solidFill>
                <a:srgbClr val="C00000"/>
              </a:solidFill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7" name="TextBox 636">
              <a:extLst>
                <a:ext uri="{FF2B5EF4-FFF2-40B4-BE49-F238E27FC236}">
                  <a16:creationId xmlns:a16="http://schemas.microsoft.com/office/drawing/2014/main" id="{A6C4F23A-36F1-5E47-94EF-BAE3479A332E}"/>
                </a:ext>
              </a:extLst>
            </p:cNvPr>
            <p:cNvSpPr txBox="1"/>
            <p:nvPr/>
          </p:nvSpPr>
          <p:spPr>
            <a:xfrm>
              <a:off x="6710761" y="2934593"/>
              <a:ext cx="440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solidFill>
                    <a:srgbClr val="C00000"/>
                  </a:solidFill>
                </a:rPr>
                <a:t>IP</a:t>
              </a:r>
              <a:endParaRPr lang="en-US" sz="1050" i="1" dirty="0">
                <a:solidFill>
                  <a:srgbClr val="C00000"/>
                </a:solidFill>
              </a:endParaRPr>
            </a:p>
          </p:txBody>
        </p:sp>
        <p:cxnSp>
          <p:nvCxnSpPr>
            <p:cNvPr id="638" name="Straight Connector 637">
              <a:extLst>
                <a:ext uri="{FF2B5EF4-FFF2-40B4-BE49-F238E27FC236}">
                  <a16:creationId xmlns:a16="http://schemas.microsoft.com/office/drawing/2014/main" id="{40A312C7-3E2E-8F40-B008-F9AB8292FEA3}"/>
                </a:ext>
              </a:extLst>
            </p:cNvPr>
            <p:cNvCxnSpPr>
              <a:cxnSpLocks/>
            </p:cNvCxnSpPr>
            <p:nvPr/>
          </p:nvCxnSpPr>
          <p:spPr>
            <a:xfrm>
              <a:off x="6973411" y="3119431"/>
              <a:ext cx="26224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9" name="Group 638">
            <a:extLst>
              <a:ext uri="{FF2B5EF4-FFF2-40B4-BE49-F238E27FC236}">
                <a16:creationId xmlns:a16="http://schemas.microsoft.com/office/drawing/2014/main" id="{A0B59F70-E34B-7A47-8095-6CB4A425440B}"/>
              </a:ext>
            </a:extLst>
          </p:cNvPr>
          <p:cNvGrpSpPr/>
          <p:nvPr/>
        </p:nvGrpSpPr>
        <p:grpSpPr>
          <a:xfrm>
            <a:off x="6798730" y="4273367"/>
            <a:ext cx="492443" cy="718957"/>
            <a:chOff x="6934147" y="3177198"/>
            <a:chExt cx="656591" cy="958608"/>
          </a:xfrm>
        </p:grpSpPr>
        <p:cxnSp>
          <p:nvCxnSpPr>
            <p:cNvPr id="640" name="Straight Connector 639">
              <a:extLst>
                <a:ext uri="{FF2B5EF4-FFF2-40B4-BE49-F238E27FC236}">
                  <a16:creationId xmlns:a16="http://schemas.microsoft.com/office/drawing/2014/main" id="{7CF95D26-9671-0C42-8E8C-4CE179CE7B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91527" y="3177198"/>
              <a:ext cx="204850" cy="289979"/>
            </a:xfrm>
            <a:prstGeom prst="line">
              <a:avLst/>
            </a:prstGeom>
            <a:ln w="31750">
              <a:solidFill>
                <a:srgbClr val="C00000"/>
              </a:solidFill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1" name="TextBox 640">
              <a:extLst>
                <a:ext uri="{FF2B5EF4-FFF2-40B4-BE49-F238E27FC236}">
                  <a16:creationId xmlns:a16="http://schemas.microsoft.com/office/drawing/2014/main" id="{99BE214C-A081-5541-8D5F-AB06808F8378}"/>
                </a:ext>
              </a:extLst>
            </p:cNvPr>
            <p:cNvSpPr txBox="1"/>
            <p:nvPr/>
          </p:nvSpPr>
          <p:spPr>
            <a:xfrm>
              <a:off x="6934147" y="3766474"/>
              <a:ext cx="6565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 err="1">
                  <a:solidFill>
                    <a:srgbClr val="C00000"/>
                  </a:solidFill>
                </a:rPr>
                <a:t>WiFi</a:t>
              </a:r>
              <a:endParaRPr lang="en-US" sz="1050" i="1" dirty="0">
                <a:solidFill>
                  <a:srgbClr val="C00000"/>
                </a:solidFill>
              </a:endParaRPr>
            </a:p>
          </p:txBody>
        </p:sp>
        <p:cxnSp>
          <p:nvCxnSpPr>
            <p:cNvPr id="642" name="Straight Connector 641">
              <a:extLst>
                <a:ext uri="{FF2B5EF4-FFF2-40B4-BE49-F238E27FC236}">
                  <a16:creationId xmlns:a16="http://schemas.microsoft.com/office/drawing/2014/main" id="{8DD32BFA-CE2F-B048-B320-A046B7A403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30890" y="3377014"/>
              <a:ext cx="1" cy="45078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3" name="Group 642">
            <a:extLst>
              <a:ext uri="{FF2B5EF4-FFF2-40B4-BE49-F238E27FC236}">
                <a16:creationId xmlns:a16="http://schemas.microsoft.com/office/drawing/2014/main" id="{1965E68E-3EF0-9445-A466-1B0BCA9A0A95}"/>
              </a:ext>
            </a:extLst>
          </p:cNvPr>
          <p:cNvGrpSpPr/>
          <p:nvPr/>
        </p:nvGrpSpPr>
        <p:grpSpPr>
          <a:xfrm>
            <a:off x="6172198" y="1203348"/>
            <a:ext cx="863432" cy="503525"/>
            <a:chOff x="7375489" y="2684454"/>
            <a:chExt cx="1151243" cy="671367"/>
          </a:xfrm>
        </p:grpSpPr>
        <p:cxnSp>
          <p:nvCxnSpPr>
            <p:cNvPr id="644" name="Straight Connector 643">
              <a:extLst>
                <a:ext uri="{FF2B5EF4-FFF2-40B4-BE49-F238E27FC236}">
                  <a16:creationId xmlns:a16="http://schemas.microsoft.com/office/drawing/2014/main" id="{70102BD4-D7CF-EA44-B451-F173BE4D5B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75489" y="3222818"/>
              <a:ext cx="628291" cy="133003"/>
            </a:xfrm>
            <a:prstGeom prst="line">
              <a:avLst/>
            </a:prstGeom>
            <a:ln w="31750">
              <a:solidFill>
                <a:srgbClr val="C00000"/>
              </a:solidFill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5" name="TextBox 644">
              <a:extLst>
                <a:ext uri="{FF2B5EF4-FFF2-40B4-BE49-F238E27FC236}">
                  <a16:creationId xmlns:a16="http://schemas.microsoft.com/office/drawing/2014/main" id="{C50489E1-DD07-B045-9B42-9681020DCB49}"/>
                </a:ext>
              </a:extLst>
            </p:cNvPr>
            <p:cNvSpPr txBox="1"/>
            <p:nvPr/>
          </p:nvSpPr>
          <p:spPr>
            <a:xfrm>
              <a:off x="8006932" y="2684454"/>
              <a:ext cx="5198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solidFill>
                    <a:srgbClr val="C00000"/>
                  </a:solidFill>
                </a:rPr>
                <a:t>4G</a:t>
              </a:r>
              <a:endParaRPr lang="en-US" sz="1050" i="1" dirty="0">
                <a:solidFill>
                  <a:srgbClr val="C00000"/>
                </a:solidFill>
              </a:endParaRPr>
            </a:p>
          </p:txBody>
        </p:sp>
        <p:cxnSp>
          <p:nvCxnSpPr>
            <p:cNvPr id="646" name="Straight Connector 645">
              <a:extLst>
                <a:ext uri="{FF2B5EF4-FFF2-40B4-BE49-F238E27FC236}">
                  <a16:creationId xmlns:a16="http://schemas.microsoft.com/office/drawing/2014/main" id="{3B8E874C-0A2E-C546-9A26-12BBEB875B0D}"/>
                </a:ext>
              </a:extLst>
            </p:cNvPr>
            <p:cNvCxnSpPr>
              <a:cxnSpLocks/>
              <a:stCxn id="48" idx="1"/>
            </p:cNvCxnSpPr>
            <p:nvPr/>
          </p:nvCxnSpPr>
          <p:spPr>
            <a:xfrm flipV="1">
              <a:off x="7620426" y="2864310"/>
              <a:ext cx="430426" cy="44896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7" name="Group 646">
            <a:extLst>
              <a:ext uri="{FF2B5EF4-FFF2-40B4-BE49-F238E27FC236}">
                <a16:creationId xmlns:a16="http://schemas.microsoft.com/office/drawing/2014/main" id="{9278791A-6408-FE49-97C8-366AE865D0FC}"/>
              </a:ext>
            </a:extLst>
          </p:cNvPr>
          <p:cNvGrpSpPr/>
          <p:nvPr/>
        </p:nvGrpSpPr>
        <p:grpSpPr>
          <a:xfrm>
            <a:off x="7863407" y="3407713"/>
            <a:ext cx="900750" cy="970077"/>
            <a:chOff x="6559961" y="3177198"/>
            <a:chExt cx="1201000" cy="1293436"/>
          </a:xfrm>
        </p:grpSpPr>
        <p:cxnSp>
          <p:nvCxnSpPr>
            <p:cNvPr id="648" name="Straight Connector 647">
              <a:extLst>
                <a:ext uri="{FF2B5EF4-FFF2-40B4-BE49-F238E27FC236}">
                  <a16:creationId xmlns:a16="http://schemas.microsoft.com/office/drawing/2014/main" id="{54518172-05CD-6E4B-96A3-5AE490F57D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9961" y="3177198"/>
              <a:ext cx="736416" cy="894404"/>
            </a:xfrm>
            <a:prstGeom prst="line">
              <a:avLst/>
            </a:prstGeom>
            <a:ln w="31750">
              <a:solidFill>
                <a:srgbClr val="C00000"/>
              </a:solidFill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9" name="TextBox 648">
              <a:extLst>
                <a:ext uri="{FF2B5EF4-FFF2-40B4-BE49-F238E27FC236}">
                  <a16:creationId xmlns:a16="http://schemas.microsoft.com/office/drawing/2014/main" id="{4B6916C7-17C2-0043-9CA5-2291C94B8E33}"/>
                </a:ext>
              </a:extLst>
            </p:cNvPr>
            <p:cNvSpPr txBox="1"/>
            <p:nvPr/>
          </p:nvSpPr>
          <p:spPr>
            <a:xfrm>
              <a:off x="7104370" y="4101302"/>
              <a:ext cx="6565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solidFill>
                    <a:srgbClr val="C00000"/>
                  </a:solidFill>
                </a:rPr>
                <a:t>TCP</a:t>
              </a:r>
              <a:endParaRPr lang="en-US" sz="1050" i="1" dirty="0">
                <a:solidFill>
                  <a:srgbClr val="C00000"/>
                </a:solidFill>
              </a:endParaRPr>
            </a:p>
          </p:txBody>
        </p:sp>
        <p:cxnSp>
          <p:nvCxnSpPr>
            <p:cNvPr id="650" name="Straight Connector 649">
              <a:extLst>
                <a:ext uri="{FF2B5EF4-FFF2-40B4-BE49-F238E27FC236}">
                  <a16:creationId xmlns:a16="http://schemas.microsoft.com/office/drawing/2014/main" id="{335A84F3-D0D9-FA40-8F7D-57F594BAB3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29789" y="3709511"/>
              <a:ext cx="297918" cy="45078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364A443-9918-5240-B7CC-82287B806A53}"/>
              </a:ext>
            </a:extLst>
          </p:cNvPr>
          <p:cNvGrpSpPr/>
          <p:nvPr/>
        </p:nvGrpSpPr>
        <p:grpSpPr>
          <a:xfrm>
            <a:off x="6914092" y="1745841"/>
            <a:ext cx="2048644" cy="769099"/>
            <a:chOff x="9218788" y="2327787"/>
            <a:chExt cx="2731525" cy="1025465"/>
          </a:xfrm>
        </p:grpSpPr>
        <p:cxnSp>
          <p:nvCxnSpPr>
            <p:cNvPr id="652" name="Straight Connector 651">
              <a:extLst>
                <a:ext uri="{FF2B5EF4-FFF2-40B4-BE49-F238E27FC236}">
                  <a16:creationId xmlns:a16="http://schemas.microsoft.com/office/drawing/2014/main" id="{77901D56-40A9-044D-A6DB-ADD17E4B4B0E}"/>
                </a:ext>
              </a:extLst>
            </p:cNvPr>
            <p:cNvCxnSpPr>
              <a:cxnSpLocks/>
            </p:cNvCxnSpPr>
            <p:nvPr/>
          </p:nvCxnSpPr>
          <p:spPr>
            <a:xfrm>
              <a:off x="9218788" y="2327787"/>
              <a:ext cx="1698979" cy="1025465"/>
            </a:xfrm>
            <a:prstGeom prst="line">
              <a:avLst/>
            </a:prstGeom>
            <a:ln w="31750">
              <a:solidFill>
                <a:srgbClr val="C00000"/>
              </a:solidFill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4" name="TextBox 653">
              <a:extLst>
                <a:ext uri="{FF2B5EF4-FFF2-40B4-BE49-F238E27FC236}">
                  <a16:creationId xmlns:a16="http://schemas.microsoft.com/office/drawing/2014/main" id="{AAECF4C4-245B-3B4F-935D-656C1B7C4318}"/>
                </a:ext>
              </a:extLst>
            </p:cNvPr>
            <p:cNvSpPr txBox="1"/>
            <p:nvPr/>
          </p:nvSpPr>
          <p:spPr>
            <a:xfrm>
              <a:off x="10772213" y="2684298"/>
              <a:ext cx="1178100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solidFill>
                    <a:srgbClr val="C00000"/>
                  </a:solidFill>
                </a:rPr>
                <a:t>Streaming</a:t>
              </a:r>
            </a:p>
            <a:p>
              <a:r>
                <a:rPr lang="en-US" sz="1200" i="1" dirty="0">
                  <a:solidFill>
                    <a:srgbClr val="C00000"/>
                  </a:solidFill>
                </a:rPr>
                <a:t>video</a:t>
              </a:r>
              <a:endParaRPr lang="en-US" sz="1050" i="1" dirty="0">
                <a:solidFill>
                  <a:srgbClr val="C00000"/>
                </a:solidFill>
              </a:endParaRPr>
            </a:p>
          </p:txBody>
        </p:sp>
        <p:cxnSp>
          <p:nvCxnSpPr>
            <p:cNvPr id="656" name="Straight Connector 655">
              <a:extLst>
                <a:ext uri="{FF2B5EF4-FFF2-40B4-BE49-F238E27FC236}">
                  <a16:creationId xmlns:a16="http://schemas.microsoft.com/office/drawing/2014/main" id="{89160B6B-CFAC-0C4E-AFB5-940C8EF68F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69552" y="2937299"/>
              <a:ext cx="405322" cy="14757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18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233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0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366B7-1FF0-134B-B419-0A5A82710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583" y="1069758"/>
            <a:ext cx="4422376" cy="1688674"/>
          </a:xfrm>
        </p:spPr>
        <p:txBody>
          <a:bodyPr>
            <a:noAutofit/>
          </a:bodyPr>
          <a:lstStyle/>
          <a:p>
            <a:pPr>
              <a:buSzPct val="75000"/>
            </a:pPr>
            <a:r>
              <a:rPr lang="en-US" altLang="en-US" sz="18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Infrastructure </a:t>
            </a:r>
            <a:r>
              <a:rPr lang="en-US" altLang="en-US" sz="1800" dirty="0">
                <a:ea typeface="ＭＳ Ｐゴシック" panose="020B0600070205080204" pitchFamily="34" charset="-128"/>
              </a:rPr>
              <a:t>that provides services to applications:</a:t>
            </a:r>
          </a:p>
          <a:p>
            <a:pPr lvl="1"/>
            <a:r>
              <a:rPr lang="en-US" altLang="en-US" sz="1800" dirty="0">
                <a:ea typeface="Arial" panose="020B0604020202020204" pitchFamily="34" charset="0"/>
              </a:rPr>
              <a:t>Web, streaming video, multimedia teleconferencing, email, games, e-commerce, social media, inter-connected appliances, …</a:t>
            </a:r>
          </a:p>
          <a:p>
            <a:pPr marL="97631" indent="0">
              <a:buNone/>
            </a:pPr>
            <a:endParaRPr lang="en-US" altLang="en-US" dirty="0">
              <a:ea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38866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The Internet: a “service” view</a:t>
            </a:r>
            <a:endParaRPr lang="en-US" dirty="0"/>
          </a:p>
        </p:txBody>
      </p:sp>
      <p:sp>
        <p:nvSpPr>
          <p:cNvPr id="371" name="Freeform 370">
            <a:extLst>
              <a:ext uri="{FF2B5EF4-FFF2-40B4-BE49-F238E27FC236}">
                <a16:creationId xmlns:a16="http://schemas.microsoft.com/office/drawing/2014/main" id="{21662630-62BB-AE4A-A779-AEACD21E6D7C}"/>
              </a:ext>
            </a:extLst>
          </p:cNvPr>
          <p:cNvSpPr/>
          <p:nvPr/>
        </p:nvSpPr>
        <p:spPr>
          <a:xfrm>
            <a:off x="6738892" y="2299334"/>
            <a:ext cx="843605" cy="1003436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/>
          </a:p>
        </p:txBody>
      </p:sp>
      <p:sp>
        <p:nvSpPr>
          <p:cNvPr id="13" name="Freeform 417">
            <a:extLst>
              <a:ext uri="{FF2B5EF4-FFF2-40B4-BE49-F238E27FC236}">
                <a16:creationId xmlns:a16="http://schemas.microsoft.com/office/drawing/2014/main" id="{22352293-C7A6-4C41-9DD8-CAA48CB29154}"/>
              </a:ext>
            </a:extLst>
          </p:cNvPr>
          <p:cNvSpPr>
            <a:spLocks/>
          </p:cNvSpPr>
          <p:nvPr/>
        </p:nvSpPr>
        <p:spPr bwMode="auto">
          <a:xfrm>
            <a:off x="5455557" y="1369526"/>
            <a:ext cx="1302544" cy="988278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endParaRPr lang="en-US" sz="1050"/>
          </a:p>
        </p:txBody>
      </p:sp>
      <p:grpSp>
        <p:nvGrpSpPr>
          <p:cNvPr id="14" name="Group 418">
            <a:extLst>
              <a:ext uri="{FF2B5EF4-FFF2-40B4-BE49-F238E27FC236}">
                <a16:creationId xmlns:a16="http://schemas.microsoft.com/office/drawing/2014/main" id="{BE0D451A-5CE4-4C4B-B3DF-A408288EDA0C}"/>
              </a:ext>
            </a:extLst>
          </p:cNvPr>
          <p:cNvGrpSpPr>
            <a:grpSpLocks/>
          </p:cNvGrpSpPr>
          <p:nvPr/>
        </p:nvGrpSpPr>
        <p:grpSpPr bwMode="auto">
          <a:xfrm>
            <a:off x="5404013" y="2466938"/>
            <a:ext cx="1094184" cy="700088"/>
            <a:chOff x="2889" y="1631"/>
            <a:chExt cx="980" cy="743"/>
          </a:xfrm>
        </p:grpSpPr>
        <p:sp>
          <p:nvSpPr>
            <p:cNvPr id="369" name="Rectangle 419">
              <a:extLst>
                <a:ext uri="{FF2B5EF4-FFF2-40B4-BE49-F238E27FC236}">
                  <a16:creationId xmlns:a16="http://schemas.microsoft.com/office/drawing/2014/main" id="{F39DA03D-3BDA-2344-B3D3-3A95FB5EE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70" name="AutoShape 420">
              <a:extLst>
                <a:ext uri="{FF2B5EF4-FFF2-40B4-BE49-F238E27FC236}">
                  <a16:creationId xmlns:a16="http://schemas.microsoft.com/office/drawing/2014/main" id="{579866B0-F884-A84A-B74A-EFEA50EBF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00CC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1" name="Freeform 427">
            <a:extLst>
              <a:ext uri="{FF2B5EF4-FFF2-40B4-BE49-F238E27FC236}">
                <a16:creationId xmlns:a16="http://schemas.microsoft.com/office/drawing/2014/main" id="{3F97D486-CCD5-C043-940C-EC1740EC7BA0}"/>
              </a:ext>
            </a:extLst>
          </p:cNvPr>
          <p:cNvSpPr>
            <a:spLocks/>
          </p:cNvSpPr>
          <p:nvPr/>
        </p:nvSpPr>
        <p:spPr bwMode="auto">
          <a:xfrm>
            <a:off x="5784301" y="3512351"/>
            <a:ext cx="2309813" cy="1248966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endParaRPr lang="en-US" sz="1050"/>
          </a:p>
        </p:txBody>
      </p:sp>
      <p:sp>
        <p:nvSpPr>
          <p:cNvPr id="66" name="Text Box 580">
            <a:extLst>
              <a:ext uri="{FF2B5EF4-FFF2-40B4-BE49-F238E27FC236}">
                <a16:creationId xmlns:a16="http://schemas.microsoft.com/office/drawing/2014/main" id="{16C4E384-62E0-DC41-883F-EB2C4C99F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456" y="1116346"/>
            <a:ext cx="1093569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dirty="0">
                <a:latin typeface="+mn-lt"/>
              </a:rPr>
              <a:t>mobile network</a:t>
            </a:r>
          </a:p>
        </p:txBody>
      </p:sp>
      <p:sp>
        <p:nvSpPr>
          <p:cNvPr id="69" name="Text Box 580">
            <a:extLst>
              <a:ext uri="{FF2B5EF4-FFF2-40B4-BE49-F238E27FC236}">
                <a16:creationId xmlns:a16="http://schemas.microsoft.com/office/drawing/2014/main" id="{9AC056F8-729E-D344-BD7D-917810217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8126" y="3143942"/>
            <a:ext cx="1466735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dirty="0">
                <a:latin typeface="+mn-lt"/>
              </a:rPr>
              <a:t>home network</a:t>
            </a:r>
          </a:p>
        </p:txBody>
      </p:sp>
      <p:sp>
        <p:nvSpPr>
          <p:cNvPr id="70" name="Text Box 580">
            <a:extLst>
              <a:ext uri="{FF2B5EF4-FFF2-40B4-BE49-F238E27FC236}">
                <a16:creationId xmlns:a16="http://schemas.microsoft.com/office/drawing/2014/main" id="{8A1A4F41-0243-4946-9F02-F301CBD59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0182" y="4334832"/>
            <a:ext cx="1026243" cy="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dirty="0">
                <a:latin typeface="+mn-lt"/>
              </a:rPr>
              <a:t>enterprise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dirty="0">
                <a:latin typeface="+mn-lt"/>
              </a:rPr>
              <a:t>          network</a:t>
            </a:r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id="{C89E7C56-1DE4-7143-8EEB-E5965035CC42}"/>
              </a:ext>
            </a:extLst>
          </p:cNvPr>
          <p:cNvSpPr/>
          <p:nvPr/>
        </p:nvSpPr>
        <p:spPr>
          <a:xfrm>
            <a:off x="7666610" y="2384655"/>
            <a:ext cx="954875" cy="1451811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/>
          </a:p>
        </p:txBody>
      </p: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96BCCD85-1D07-EF4E-A878-EC23CD23096A}"/>
              </a:ext>
            </a:extLst>
          </p:cNvPr>
          <p:cNvGrpSpPr/>
          <p:nvPr/>
        </p:nvGrpSpPr>
        <p:grpSpPr>
          <a:xfrm>
            <a:off x="8128275" y="2946038"/>
            <a:ext cx="515545" cy="541161"/>
            <a:chOff x="5203089" y="1751190"/>
            <a:chExt cx="858331" cy="662414"/>
          </a:xfrm>
        </p:grpSpPr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D6FAD5AB-6E93-5E47-BE32-4993FD767B8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2A115C8B-7EC0-084D-A3CF-7AEF0487F301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16F8043F-8502-904C-9632-B3658D71B8BE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B4B3A6DE-2E70-F74C-8CA1-13247C912682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4B9DB078-BD58-F64A-B873-E1187205EB9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D321DD82-9D22-0B49-ADF9-8BE310E97E7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18A2FB0C-53B9-5248-AA65-9BA9B429FC4C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44FBB965-69F3-F546-AE9F-4AD14078F37E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BDA3EF41-5873-7D4B-8A04-F8D62DFD2DB6}"/>
              </a:ext>
            </a:extLst>
          </p:cNvPr>
          <p:cNvGrpSpPr/>
          <p:nvPr/>
        </p:nvGrpSpPr>
        <p:grpSpPr>
          <a:xfrm>
            <a:off x="8078379" y="2395628"/>
            <a:ext cx="445960" cy="486252"/>
            <a:chOff x="5203089" y="1751190"/>
            <a:chExt cx="858331" cy="662414"/>
          </a:xfrm>
        </p:grpSpPr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325473B9-6F55-684D-B22D-FF70325540CE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06CE85F7-18B2-3947-975F-CEA32EE2FBA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F3F3D0FA-374D-9147-8047-2B7B3AAF05D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AFF00F79-7128-E243-BBD5-A97200EABABC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729D9C8D-B396-A049-9B7A-BE878812629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4B32C41F-58E3-CC4F-9625-B6688BEB2140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58933865-B1C6-3244-A0F5-136E4C6DD92E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76C939A7-C3F0-5A45-B81D-4E775CF1C92C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2" name="Freeform 561">
            <a:extLst>
              <a:ext uri="{FF2B5EF4-FFF2-40B4-BE49-F238E27FC236}">
                <a16:creationId xmlns:a16="http://schemas.microsoft.com/office/drawing/2014/main" id="{BE088278-C41B-3E4A-87CE-FD65749FA13D}"/>
              </a:ext>
            </a:extLst>
          </p:cNvPr>
          <p:cNvSpPr/>
          <p:nvPr/>
        </p:nvSpPr>
        <p:spPr>
          <a:xfrm>
            <a:off x="7155610" y="1336532"/>
            <a:ext cx="1123398" cy="1039841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/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59DB778E-F23D-6C41-8A2D-8F08BD46CBCB}"/>
              </a:ext>
            </a:extLst>
          </p:cNvPr>
          <p:cNvSpPr txBox="1"/>
          <p:nvPr/>
        </p:nvSpPr>
        <p:spPr>
          <a:xfrm>
            <a:off x="7070401" y="1388397"/>
            <a:ext cx="1468672" cy="2377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dirty="0"/>
              <a:t>national or global ISP</a:t>
            </a: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2DCB9395-41DC-D844-A0B1-59B5BDD3151F}"/>
              </a:ext>
            </a:extLst>
          </p:cNvPr>
          <p:cNvSpPr/>
          <p:nvPr/>
        </p:nvSpPr>
        <p:spPr>
          <a:xfrm>
            <a:off x="6959301" y="2758432"/>
            <a:ext cx="229312" cy="148385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653" name="TextBox 652">
            <a:extLst>
              <a:ext uri="{FF2B5EF4-FFF2-40B4-BE49-F238E27FC236}">
                <a16:creationId xmlns:a16="http://schemas.microsoft.com/office/drawing/2014/main" id="{C34CA97E-4007-3540-925A-3C739C254049}"/>
              </a:ext>
            </a:extLst>
          </p:cNvPr>
          <p:cNvSpPr txBox="1"/>
          <p:nvPr/>
        </p:nvSpPr>
        <p:spPr>
          <a:xfrm>
            <a:off x="6574622" y="2585939"/>
            <a:ext cx="780479" cy="528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dirty="0"/>
              <a:t>local or regional ISP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7DCF99E9-1DFC-0241-B2E7-471998268663}"/>
              </a:ext>
            </a:extLst>
          </p:cNvPr>
          <p:cNvSpPr txBox="1"/>
          <p:nvPr/>
        </p:nvSpPr>
        <p:spPr>
          <a:xfrm>
            <a:off x="8188325" y="3508453"/>
            <a:ext cx="692818" cy="3105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788" dirty="0"/>
              <a:t>datacenter </a:t>
            </a:r>
          </a:p>
          <a:p>
            <a:pPr>
              <a:lnSpc>
                <a:spcPct val="90000"/>
              </a:lnSpc>
            </a:pPr>
            <a:r>
              <a:rPr lang="en-US" sz="788" dirty="0"/>
              <a:t>network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173BD163-3F4D-944E-B86B-3275B779D5A8}"/>
              </a:ext>
            </a:extLst>
          </p:cNvPr>
          <p:cNvSpPr txBox="1"/>
          <p:nvPr/>
        </p:nvSpPr>
        <p:spPr>
          <a:xfrm>
            <a:off x="7547264" y="3171186"/>
            <a:ext cx="710451" cy="528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dirty="0"/>
              <a:t>content 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provider 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network</a:t>
            </a:r>
            <a:endParaRPr lang="en-US" sz="750" dirty="0"/>
          </a:p>
        </p:txBody>
      </p:sp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B7334F8A-78E8-5447-8C7B-A897E1246B5B}"/>
              </a:ext>
            </a:extLst>
          </p:cNvPr>
          <p:cNvGrpSpPr/>
          <p:nvPr/>
        </p:nvGrpSpPr>
        <p:grpSpPr>
          <a:xfrm>
            <a:off x="5671679" y="1595494"/>
            <a:ext cx="2684150" cy="2730212"/>
            <a:chOff x="7562238" y="2127325"/>
            <a:chExt cx="3578867" cy="3640283"/>
          </a:xfrm>
        </p:grpSpPr>
        <p:cxnSp>
          <p:nvCxnSpPr>
            <p:cNvPr id="830" name="Straight Connector 829">
              <a:extLst>
                <a:ext uri="{FF2B5EF4-FFF2-40B4-BE49-F238E27FC236}">
                  <a16:creationId xmlns:a16="http://schemas.microsoft.com/office/drawing/2014/main" id="{B163CA8C-EB1E-A14C-9A66-BC297C1207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59920" y="3580125"/>
              <a:ext cx="412964" cy="637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826">
              <a:extLst>
                <a:ext uri="{FF2B5EF4-FFF2-40B4-BE49-F238E27FC236}">
                  <a16:creationId xmlns:a16="http://schemas.microsoft.com/office/drawing/2014/main" id="{5423E50E-9196-7E41-B2E3-7EFFBB8078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60835" y="3640684"/>
              <a:ext cx="345866" cy="7389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824">
              <a:extLst>
                <a:ext uri="{FF2B5EF4-FFF2-40B4-BE49-F238E27FC236}">
                  <a16:creationId xmlns:a16="http://schemas.microsoft.com/office/drawing/2014/main" id="{D736E0FF-D607-3B4C-A87A-D415301D6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6897" y="3633421"/>
              <a:ext cx="335987" cy="3953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822">
              <a:extLst>
                <a:ext uri="{FF2B5EF4-FFF2-40B4-BE49-F238E27FC236}">
                  <a16:creationId xmlns:a16="http://schemas.microsoft.com/office/drawing/2014/main" id="{412118DA-F614-8A42-80A7-8D427CB9D0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70774" y="3594896"/>
              <a:ext cx="1" cy="4857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818">
              <a:extLst>
                <a:ext uri="{FF2B5EF4-FFF2-40B4-BE49-F238E27FC236}">
                  <a16:creationId xmlns:a16="http://schemas.microsoft.com/office/drawing/2014/main" id="{1F000A1C-019C-AC40-8B26-99394BC90A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50620" y="4071642"/>
              <a:ext cx="508543" cy="3486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817">
              <a:extLst>
                <a:ext uri="{FF2B5EF4-FFF2-40B4-BE49-F238E27FC236}">
                  <a16:creationId xmlns:a16="http://schemas.microsoft.com/office/drawing/2014/main" id="{E581177E-ADBB-324A-BE56-FFA64730F3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5195" y="4087742"/>
              <a:ext cx="6554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815">
              <a:extLst>
                <a:ext uri="{FF2B5EF4-FFF2-40B4-BE49-F238E27FC236}">
                  <a16:creationId xmlns:a16="http://schemas.microsoft.com/office/drawing/2014/main" id="{D0BFF2F4-0B07-CF45-A69B-7B91FA12DE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9616" y="4087742"/>
              <a:ext cx="6554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812">
              <a:extLst>
                <a:ext uri="{FF2B5EF4-FFF2-40B4-BE49-F238E27FC236}">
                  <a16:creationId xmlns:a16="http://schemas.microsoft.com/office/drawing/2014/main" id="{E3568D00-797E-F542-B47B-DC40257A1A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76868" y="3507672"/>
              <a:ext cx="382424" cy="5170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810">
              <a:extLst>
                <a:ext uri="{FF2B5EF4-FFF2-40B4-BE49-F238E27FC236}">
                  <a16:creationId xmlns:a16="http://schemas.microsoft.com/office/drawing/2014/main" id="{B5D2DFB3-E4DE-3C49-8F72-DC09F553A5F3}"/>
                </a:ext>
              </a:extLst>
            </p:cNvPr>
            <p:cNvCxnSpPr>
              <a:cxnSpLocks/>
            </p:cNvCxnSpPr>
            <p:nvPr/>
          </p:nvCxnSpPr>
          <p:spPr>
            <a:xfrm>
              <a:off x="9733069" y="3507672"/>
              <a:ext cx="0" cy="540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807">
              <a:extLst>
                <a:ext uri="{FF2B5EF4-FFF2-40B4-BE49-F238E27FC236}">
                  <a16:creationId xmlns:a16="http://schemas.microsoft.com/office/drawing/2014/main" id="{F9A85AAA-3DAA-6946-B559-D97F731B61D5}"/>
                </a:ext>
              </a:extLst>
            </p:cNvPr>
            <p:cNvCxnSpPr/>
            <p:nvPr/>
          </p:nvCxnSpPr>
          <p:spPr>
            <a:xfrm>
              <a:off x="10137668" y="2754692"/>
              <a:ext cx="488174" cy="8393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Straight Connector 562">
              <a:extLst>
                <a:ext uri="{FF2B5EF4-FFF2-40B4-BE49-F238E27FC236}">
                  <a16:creationId xmlns:a16="http://schemas.microsoft.com/office/drawing/2014/main" id="{12CE73BA-DDE8-5741-9E5E-64CA353BA9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98719" y="2695013"/>
              <a:ext cx="380432" cy="694807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3" name="Group 802">
              <a:extLst>
                <a:ext uri="{FF2B5EF4-FFF2-40B4-BE49-F238E27FC236}">
                  <a16:creationId xmlns:a16="http://schemas.microsoft.com/office/drawing/2014/main" id="{4429D23B-C424-D54E-A99F-D3FC646B3D08}"/>
                </a:ext>
              </a:extLst>
            </p:cNvPr>
            <p:cNvGrpSpPr/>
            <p:nvPr/>
          </p:nvGrpSpPr>
          <p:grpSpPr>
            <a:xfrm>
              <a:off x="7562238" y="2127325"/>
              <a:ext cx="3578867" cy="3640283"/>
              <a:chOff x="7562238" y="2127325"/>
              <a:chExt cx="3578867" cy="3640283"/>
            </a:xfrm>
          </p:grpSpPr>
          <p:grpSp>
            <p:nvGrpSpPr>
              <p:cNvPr id="800" name="Group 799">
                <a:extLst>
                  <a:ext uri="{FF2B5EF4-FFF2-40B4-BE49-F238E27FC236}">
                    <a16:creationId xmlns:a16="http://schemas.microsoft.com/office/drawing/2014/main" id="{C0FB38C4-8D4E-FD46-8BA5-A01F983C9AF5}"/>
                  </a:ext>
                </a:extLst>
              </p:cNvPr>
              <p:cNvGrpSpPr/>
              <p:nvPr/>
            </p:nvGrpSpPr>
            <p:grpSpPr>
              <a:xfrm>
                <a:off x="7857253" y="2127325"/>
                <a:ext cx="3283852" cy="3640283"/>
                <a:chOff x="7881336" y="2104198"/>
                <a:chExt cx="3283852" cy="3640283"/>
              </a:xfrm>
            </p:grpSpPr>
            <p:sp>
              <p:nvSpPr>
                <p:cNvPr id="22" name="Line 428">
                  <a:extLst>
                    <a:ext uri="{FF2B5EF4-FFF2-40B4-BE49-F238E27FC236}">
                      <a16:creationId xmlns:a16="http://schemas.microsoft.com/office/drawing/2014/main" id="{28DDE19D-11FD-214B-B68A-9F6AAEA3AA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813692" y="5228612"/>
                  <a:ext cx="388062" cy="75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050"/>
                </a:p>
              </p:txBody>
            </p:sp>
            <p:sp>
              <p:nvSpPr>
                <p:cNvPr id="24" name="Line 430">
                  <a:extLst>
                    <a:ext uri="{FF2B5EF4-FFF2-40B4-BE49-F238E27FC236}">
                      <a16:creationId xmlns:a16="http://schemas.microsoft.com/office/drawing/2014/main" id="{3188928B-5976-7142-B509-B67C32631B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>
                  <a:off x="10234009" y="5382159"/>
                  <a:ext cx="0" cy="1143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050"/>
                </a:p>
              </p:txBody>
            </p:sp>
            <p:sp>
              <p:nvSpPr>
                <p:cNvPr id="25" name="Line 431">
                  <a:extLst>
                    <a:ext uri="{FF2B5EF4-FFF2-40B4-BE49-F238E27FC236}">
                      <a16:creationId xmlns:a16="http://schemas.microsoft.com/office/drawing/2014/main" id="{B61C3274-819B-1A4B-9892-BC7A0AB4BF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457042" y="4815390"/>
                  <a:ext cx="524483" cy="2615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6" name="Line 432">
                  <a:extLst>
                    <a:ext uri="{FF2B5EF4-FFF2-40B4-BE49-F238E27FC236}">
                      <a16:creationId xmlns:a16="http://schemas.microsoft.com/office/drawing/2014/main" id="{6434324A-C183-F645-84E8-7170D215D0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74149" y="4815390"/>
                  <a:ext cx="569255" cy="24626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7" name="Line 433">
                  <a:extLst>
                    <a:ext uri="{FF2B5EF4-FFF2-40B4-BE49-F238E27FC236}">
                      <a16:creationId xmlns:a16="http://schemas.microsoft.com/office/drawing/2014/main" id="{4326369B-7050-F54A-9B61-51FBE98316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45827" y="5085749"/>
                  <a:ext cx="103050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8" name="Line 435">
                  <a:extLst>
                    <a:ext uri="{FF2B5EF4-FFF2-40B4-BE49-F238E27FC236}">
                      <a16:creationId xmlns:a16="http://schemas.microsoft.com/office/drawing/2014/main" id="{D2EFF5DE-9380-7D46-847C-7986E80C63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34290" y="5094207"/>
                  <a:ext cx="22680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 dirty="0"/>
                </a:p>
              </p:txBody>
            </p:sp>
            <p:sp>
              <p:nvSpPr>
                <p:cNvPr id="29" name="Line 436">
                  <a:extLst>
                    <a:ext uri="{FF2B5EF4-FFF2-40B4-BE49-F238E27FC236}">
                      <a16:creationId xmlns:a16="http://schemas.microsoft.com/office/drawing/2014/main" id="{CAD2281A-59A4-DA4C-A9DC-E37CA49919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972450" y="5267343"/>
                  <a:ext cx="41275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0" name="Line 439">
                  <a:extLst>
                    <a:ext uri="{FF2B5EF4-FFF2-40B4-BE49-F238E27FC236}">
                      <a16:creationId xmlns:a16="http://schemas.microsoft.com/office/drawing/2014/main" id="{59746900-72D7-BF46-8B59-62F2A5D479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397900" y="5259125"/>
                  <a:ext cx="68080" cy="2939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1" name="Line 440">
                  <a:extLst>
                    <a:ext uri="{FF2B5EF4-FFF2-40B4-BE49-F238E27FC236}">
                      <a16:creationId xmlns:a16="http://schemas.microsoft.com/office/drawing/2014/main" id="{76AA107C-4028-5D4D-B986-E7C4D7058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512814" y="5284804"/>
                  <a:ext cx="280374" cy="2698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2" name="Line 441">
                  <a:extLst>
                    <a:ext uri="{FF2B5EF4-FFF2-40B4-BE49-F238E27FC236}">
                      <a16:creationId xmlns:a16="http://schemas.microsoft.com/office/drawing/2014/main" id="{AF797424-05E8-8345-847C-94DA81395A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512814" y="5234921"/>
                  <a:ext cx="914184" cy="4686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3" name="Line 443">
                  <a:extLst>
                    <a:ext uri="{FF2B5EF4-FFF2-40B4-BE49-F238E27FC236}">
                      <a16:creationId xmlns:a16="http://schemas.microsoft.com/office/drawing/2014/main" id="{BCDF073B-F330-A345-A512-B85DFD399D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71861" y="3806843"/>
                  <a:ext cx="0" cy="1317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9" name="Line 449">
                  <a:extLst>
                    <a:ext uri="{FF2B5EF4-FFF2-40B4-BE49-F238E27FC236}">
                      <a16:creationId xmlns:a16="http://schemas.microsoft.com/office/drawing/2014/main" id="{53CD988A-3515-7242-9C29-87AF281086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881336" y="4017980"/>
                  <a:ext cx="168275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528" name="Line 428">
                  <a:extLst>
                    <a:ext uri="{FF2B5EF4-FFF2-40B4-BE49-F238E27FC236}">
                      <a16:creationId xmlns:a16="http://schemas.microsoft.com/office/drawing/2014/main" id="{538963BA-E603-D94F-A908-92C50EC393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909628" y="5560344"/>
                  <a:ext cx="366793" cy="148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050"/>
                </a:p>
              </p:txBody>
            </p:sp>
            <p:sp>
              <p:nvSpPr>
                <p:cNvPr id="537" name="Line 440">
                  <a:extLst>
                    <a:ext uri="{FF2B5EF4-FFF2-40B4-BE49-F238E27FC236}">
                      <a16:creationId xmlns:a16="http://schemas.microsoft.com/office/drawing/2014/main" id="{E3BCB46D-EF32-8C42-A43A-1B0DAF759B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483508" y="5013435"/>
                  <a:ext cx="404236" cy="20777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cxnSp>
              <p:nvCxnSpPr>
                <p:cNvPr id="564" name="Straight Connector 563">
                  <a:extLst>
                    <a:ext uri="{FF2B5EF4-FFF2-40B4-BE49-F238E27FC236}">
                      <a16:creationId xmlns:a16="http://schemas.microsoft.com/office/drawing/2014/main" id="{CE6E1140-BC2F-9947-9B51-91DC5079ABB1}"/>
                    </a:ext>
                  </a:extLst>
                </p:cNvPr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5" name="Straight Connector 564">
                  <a:extLst>
                    <a:ext uri="{FF2B5EF4-FFF2-40B4-BE49-F238E27FC236}">
                      <a16:creationId xmlns:a16="http://schemas.microsoft.com/office/drawing/2014/main" id="{9EF5B4FA-3960-F54C-936B-C64147078447}"/>
                    </a:ext>
                  </a:extLst>
                </p:cNvPr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6" name="Straight Connector 565">
                  <a:extLst>
                    <a:ext uri="{FF2B5EF4-FFF2-40B4-BE49-F238E27FC236}">
                      <a16:creationId xmlns:a16="http://schemas.microsoft.com/office/drawing/2014/main" id="{691B45AC-C5E3-D24E-9C63-05D00B08C71D}"/>
                    </a:ext>
                  </a:extLst>
                </p:cNvPr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7" name="Straight Connector 566">
                  <a:extLst>
                    <a:ext uri="{FF2B5EF4-FFF2-40B4-BE49-F238E27FC236}">
                      <a16:creationId xmlns:a16="http://schemas.microsoft.com/office/drawing/2014/main" id="{59EB46BB-F3EA-4248-B631-AC80BEB74EF0}"/>
                    </a:ext>
                  </a:extLst>
                </p:cNvPr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8" name="Straight Connector 567">
                  <a:extLst>
                    <a:ext uri="{FF2B5EF4-FFF2-40B4-BE49-F238E27FC236}">
                      <a16:creationId xmlns:a16="http://schemas.microsoft.com/office/drawing/2014/main" id="{C562C7DD-3FD1-0E4C-B308-744C6C87FC79}"/>
                    </a:ext>
                  </a:extLst>
                </p:cNvPr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9" name="Straight Connector 568">
                  <a:extLst>
                    <a:ext uri="{FF2B5EF4-FFF2-40B4-BE49-F238E27FC236}">
                      <a16:creationId xmlns:a16="http://schemas.microsoft.com/office/drawing/2014/main" id="{6793D61B-AD50-A246-A5C0-38DF48C17738}"/>
                    </a:ext>
                  </a:extLst>
                </p:cNvPr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0" name="Straight Connector 569">
                  <a:extLst>
                    <a:ext uri="{FF2B5EF4-FFF2-40B4-BE49-F238E27FC236}">
                      <a16:creationId xmlns:a16="http://schemas.microsoft.com/office/drawing/2014/main" id="{EDD09B84-3AA8-0948-AB6C-1D5CBFFC5293}"/>
                    </a:ext>
                  </a:extLst>
                </p:cNvPr>
                <p:cNvCxnSpPr/>
                <p:nvPr/>
              </p:nvCxnSpPr>
              <p:spPr>
                <a:xfrm flipH="1" flipV="1">
                  <a:off x="10706077" y="2695840"/>
                  <a:ext cx="353541" cy="6780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4" name="Straight Connector 573">
                  <a:extLst>
                    <a:ext uri="{FF2B5EF4-FFF2-40B4-BE49-F238E27FC236}">
                      <a16:creationId xmlns:a16="http://schemas.microsoft.com/office/drawing/2014/main" id="{C777BA08-17B1-254B-BCB6-583E10254EC6}"/>
                    </a:ext>
                  </a:extLst>
                </p:cNvPr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Line 541">
                  <a:extLst>
                    <a:ext uri="{FF2B5EF4-FFF2-40B4-BE49-F238E27FC236}">
                      <a16:creationId xmlns:a16="http://schemas.microsoft.com/office/drawing/2014/main" id="{C44ADC96-78DA-C64F-AF97-4FFA68D2ED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402788" y="4090252"/>
                  <a:ext cx="429324" cy="70560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9" name="Line 424">
                  <a:extLst>
                    <a:ext uri="{FF2B5EF4-FFF2-40B4-BE49-F238E27FC236}">
                      <a16:creationId xmlns:a16="http://schemas.microsoft.com/office/drawing/2014/main" id="{845B46BE-685D-2D4E-AD26-5684794D19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268637" y="4024329"/>
                  <a:ext cx="969051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</p:grpSp>
          <p:pic>
            <p:nvPicPr>
              <p:cNvPr id="262" name="Picture 778" descr="antenna_radiation_stylized">
                <a:extLst>
                  <a:ext uri="{FF2B5EF4-FFF2-40B4-BE49-F238E27FC236}">
                    <a16:creationId xmlns:a16="http://schemas.microsoft.com/office/drawing/2014/main" id="{B73E5F98-BC74-DB47-BA02-5F29DC6757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60" name="Picture 781" descr="antenna_radiation_stylized">
                <a:extLst>
                  <a:ext uri="{FF2B5EF4-FFF2-40B4-BE49-F238E27FC236}">
                    <a16:creationId xmlns:a16="http://schemas.microsoft.com/office/drawing/2014/main" id="{5F858A2F-D0F0-7E47-8EF1-4C37898F9C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2" name="Picture 799" descr="cell_tower_radiation copy">
                <a:extLst>
                  <a:ext uri="{FF2B5EF4-FFF2-40B4-BE49-F238E27FC236}">
                    <a16:creationId xmlns:a16="http://schemas.microsoft.com/office/drawing/2014/main" id="{B5B28CD6-3076-384D-8180-86543C59B6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3" name="Oval 800">
                <a:extLst>
                  <a:ext uri="{FF2B5EF4-FFF2-40B4-BE49-F238E27FC236}">
                    <a16:creationId xmlns:a16="http://schemas.microsoft.com/office/drawing/2014/main" id="{271D03F6-D85B-EC41-803D-EFAA96DAE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787" name="Group 786">
            <a:extLst>
              <a:ext uri="{FF2B5EF4-FFF2-40B4-BE49-F238E27FC236}">
                <a16:creationId xmlns:a16="http://schemas.microsoft.com/office/drawing/2014/main" id="{C944F5F4-7AD1-AE48-9769-ABE2F95B5A26}"/>
              </a:ext>
            </a:extLst>
          </p:cNvPr>
          <p:cNvGrpSpPr/>
          <p:nvPr/>
        </p:nvGrpSpPr>
        <p:grpSpPr>
          <a:xfrm>
            <a:off x="5560554" y="1418935"/>
            <a:ext cx="1432333" cy="703508"/>
            <a:chOff x="7432700" y="1830405"/>
            <a:chExt cx="1909777" cy="938011"/>
          </a:xfrm>
        </p:grpSpPr>
        <p:grpSp>
          <p:nvGrpSpPr>
            <p:cNvPr id="49" name="Group 652">
              <a:extLst>
                <a:ext uri="{FF2B5EF4-FFF2-40B4-BE49-F238E27FC236}">
                  <a16:creationId xmlns:a16="http://schemas.microsoft.com/office/drawing/2014/main" id="{F4E63F52-683B-8244-A48E-D8CF833CC0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3850" y="1830405"/>
              <a:ext cx="415925" cy="385763"/>
              <a:chOff x="2751" y="1851"/>
              <a:chExt cx="462" cy="478"/>
            </a:xfrm>
          </p:grpSpPr>
          <p:pic>
            <p:nvPicPr>
              <p:cNvPr id="359" name="Picture 653" descr="iphone_stylized_small">
                <a:extLst>
                  <a:ext uri="{FF2B5EF4-FFF2-40B4-BE49-F238E27FC236}">
                    <a16:creationId xmlns:a16="http://schemas.microsoft.com/office/drawing/2014/main" id="{EDF1EC93-A6E5-964F-B0D6-EE56B282AE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0" name="Picture 654" descr="antenna_radiation_stylized">
                <a:extLst>
                  <a:ext uri="{FF2B5EF4-FFF2-40B4-BE49-F238E27FC236}">
                    <a16:creationId xmlns:a16="http://schemas.microsoft.com/office/drawing/2014/main" id="{0A17C594-505E-6F41-AEEB-272A31DFD2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785" name="Group 784">
              <a:extLst>
                <a:ext uri="{FF2B5EF4-FFF2-40B4-BE49-F238E27FC236}">
                  <a16:creationId xmlns:a16="http://schemas.microsoft.com/office/drawing/2014/main" id="{91E02B81-5B35-4545-A954-B7E923AB7286}"/>
                </a:ext>
              </a:extLst>
            </p:cNvPr>
            <p:cNvGrpSpPr/>
            <p:nvPr/>
          </p:nvGrpSpPr>
          <p:grpSpPr>
            <a:xfrm>
              <a:off x="7432700" y="2327293"/>
              <a:ext cx="534987" cy="407988"/>
              <a:chOff x="7432700" y="2327293"/>
              <a:chExt cx="534987" cy="407988"/>
            </a:xfrm>
          </p:grpSpPr>
          <p:pic>
            <p:nvPicPr>
              <p:cNvPr id="73" name="Picture 1017" descr="antenna_stylized">
                <a:extLst>
                  <a:ext uri="{FF2B5EF4-FFF2-40B4-BE49-F238E27FC236}">
                    <a16:creationId xmlns:a16="http://schemas.microsoft.com/office/drawing/2014/main" id="{27A537F5-5D99-BF4C-9B11-E9782673F1A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4" name="Picture 1018" descr="laptop_keyboard">
                <a:extLst>
                  <a:ext uri="{FF2B5EF4-FFF2-40B4-BE49-F238E27FC236}">
                    <a16:creationId xmlns:a16="http://schemas.microsoft.com/office/drawing/2014/main" id="{7087B8D0-FFCB-0746-A889-28909002C2F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5" name="Freeform 1019">
                <a:extLst>
                  <a:ext uri="{FF2B5EF4-FFF2-40B4-BE49-F238E27FC236}">
                    <a16:creationId xmlns:a16="http://schemas.microsoft.com/office/drawing/2014/main" id="{7C75BC30-0808-D44D-AF7A-A72B4A529E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3304" y="2420984"/>
                <a:ext cx="351919" cy="208167"/>
              </a:xfrm>
              <a:custGeom>
                <a:avLst/>
                <a:gdLst>
                  <a:gd name="T0" fmla="*/ 775798119 w 2982"/>
                  <a:gd name="T1" fmla="*/ 0 h 2442"/>
                  <a:gd name="T2" fmla="*/ 0 w 2982"/>
                  <a:gd name="T3" fmla="*/ 211226083 h 2442"/>
                  <a:gd name="T4" fmla="*/ 2147483646 w 2982"/>
                  <a:gd name="T5" fmla="*/ 263880059 h 2442"/>
                  <a:gd name="T6" fmla="*/ 2147483646 w 2982"/>
                  <a:gd name="T7" fmla="*/ 52653891 h 2442"/>
                  <a:gd name="T8" fmla="*/ 775798119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1050"/>
              </a:p>
            </p:txBody>
          </p:sp>
          <p:pic>
            <p:nvPicPr>
              <p:cNvPr id="76" name="Picture 1020" descr="screen">
                <a:extLst>
                  <a:ext uri="{FF2B5EF4-FFF2-40B4-BE49-F238E27FC236}">
                    <a16:creationId xmlns:a16="http://schemas.microsoft.com/office/drawing/2014/main" id="{2D732B7A-74CB-D547-ADB5-C721526D5E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7" name="Freeform 1021">
                <a:extLst>
                  <a:ext uri="{FF2B5EF4-FFF2-40B4-BE49-F238E27FC236}">
                    <a16:creationId xmlns:a16="http://schemas.microsoft.com/office/drawing/2014/main" id="{FBD1A429-9B8F-F940-AD09-4638CC3167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7378" y="2414843"/>
                <a:ext cx="298167" cy="38736"/>
              </a:xfrm>
              <a:custGeom>
                <a:avLst/>
                <a:gdLst>
                  <a:gd name="T0" fmla="*/ 193616298 w 2528"/>
                  <a:gd name="T1" fmla="*/ 0 h 455"/>
                  <a:gd name="T2" fmla="*/ 2147483646 w 2528"/>
                  <a:gd name="T3" fmla="*/ 52445139 h 455"/>
                  <a:gd name="T4" fmla="*/ 2147483646 w 2528"/>
                  <a:gd name="T5" fmla="*/ 52445139 h 455"/>
                  <a:gd name="T6" fmla="*/ 0 w 2528"/>
                  <a:gd name="T7" fmla="*/ 52445139 h 455"/>
                  <a:gd name="T8" fmla="*/ 193616298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78" name="Freeform 1022">
                <a:extLst>
                  <a:ext uri="{FF2B5EF4-FFF2-40B4-BE49-F238E27FC236}">
                    <a16:creationId xmlns:a16="http://schemas.microsoft.com/office/drawing/2014/main" id="{376C8B48-3441-F643-B92D-5DC759EDA1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0188" y="2414528"/>
                <a:ext cx="82770" cy="161243"/>
              </a:xfrm>
              <a:custGeom>
                <a:avLst/>
                <a:gdLst>
                  <a:gd name="T0" fmla="*/ 773664160 w 702"/>
                  <a:gd name="T1" fmla="*/ 0 h 1893"/>
                  <a:gd name="T2" fmla="*/ 0 w 702"/>
                  <a:gd name="T3" fmla="*/ 210739916 h 1893"/>
                  <a:gd name="T4" fmla="*/ 193416040 w 702"/>
                  <a:gd name="T5" fmla="*/ 210739916 h 1893"/>
                  <a:gd name="T6" fmla="*/ 967080200 w 702"/>
                  <a:gd name="T7" fmla="*/ 52529017 h 1893"/>
                  <a:gd name="T8" fmla="*/ 773664160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79" name="Freeform 1023">
                <a:extLst>
                  <a:ext uri="{FF2B5EF4-FFF2-40B4-BE49-F238E27FC236}">
                    <a16:creationId xmlns:a16="http://schemas.microsoft.com/office/drawing/2014/main" id="{4DFECD03-4AF0-1342-8138-6CEC8249A2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4205" y="2443344"/>
                <a:ext cx="89197" cy="186122"/>
              </a:xfrm>
              <a:custGeom>
                <a:avLst/>
                <a:gdLst>
                  <a:gd name="T0" fmla="*/ 969024527 w 756"/>
                  <a:gd name="T1" fmla="*/ 0 h 2184"/>
                  <a:gd name="T2" fmla="*/ 193802074 w 756"/>
                  <a:gd name="T3" fmla="*/ 263660221 h 2184"/>
                  <a:gd name="T4" fmla="*/ 0 w 756"/>
                  <a:gd name="T5" fmla="*/ 263660221 h 2184"/>
                  <a:gd name="T6" fmla="*/ 775222454 w 756"/>
                  <a:gd name="T7" fmla="*/ 52610059 h 2184"/>
                  <a:gd name="T8" fmla="*/ 969024527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80" name="Freeform 1024">
                <a:extLst>
                  <a:ext uri="{FF2B5EF4-FFF2-40B4-BE49-F238E27FC236}">
                    <a16:creationId xmlns:a16="http://schemas.microsoft.com/office/drawing/2014/main" id="{8AA57D4B-3E9B-994B-AF13-DB646178BD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214" y="2567582"/>
                <a:ext cx="327185" cy="62828"/>
              </a:xfrm>
              <a:custGeom>
                <a:avLst/>
                <a:gdLst>
                  <a:gd name="T0" fmla="*/ 193829444 w 2773"/>
                  <a:gd name="T1" fmla="*/ 0 h 738"/>
                  <a:gd name="T2" fmla="*/ 0 w 2773"/>
                  <a:gd name="T3" fmla="*/ 52443587 h 738"/>
                  <a:gd name="T4" fmla="*/ 2147483646 w 2773"/>
                  <a:gd name="T5" fmla="*/ 104894411 h 738"/>
                  <a:gd name="T6" fmla="*/ 2147483646 w 2773"/>
                  <a:gd name="T7" fmla="*/ 52443587 h 738"/>
                  <a:gd name="T8" fmla="*/ 193829444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81" name="Freeform 1025">
                <a:extLst>
                  <a:ext uri="{FF2B5EF4-FFF2-40B4-BE49-F238E27FC236}">
                    <a16:creationId xmlns:a16="http://schemas.microsoft.com/office/drawing/2014/main" id="{59DA24E7-1981-0E44-8060-2B7CE58EBF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4138" y="2444918"/>
                <a:ext cx="83549" cy="186909"/>
              </a:xfrm>
              <a:custGeom>
                <a:avLst/>
                <a:gdLst>
                  <a:gd name="T0" fmla="*/ 2147483646 w 637"/>
                  <a:gd name="T1" fmla="*/ 0 h 1659"/>
                  <a:gd name="T2" fmla="*/ 2147483646 w 637"/>
                  <a:gd name="T3" fmla="*/ 0 h 1659"/>
                  <a:gd name="T4" fmla="*/ 295581541 w 637"/>
                  <a:gd name="T5" fmla="*/ 2147483646 h 1659"/>
                  <a:gd name="T6" fmla="*/ 0 w 637"/>
                  <a:gd name="T7" fmla="*/ 2147483646 h 1659"/>
                  <a:gd name="T8" fmla="*/ 214748364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82" name="Freeform 1026">
                <a:extLst>
                  <a:ext uri="{FF2B5EF4-FFF2-40B4-BE49-F238E27FC236}">
                    <a16:creationId xmlns:a16="http://schemas.microsoft.com/office/drawing/2014/main" id="{DB3D3129-2B70-5643-96C2-83638DE57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603" y="2575928"/>
                <a:ext cx="290961" cy="62041"/>
              </a:xfrm>
              <a:custGeom>
                <a:avLst/>
                <a:gdLst>
                  <a:gd name="T0" fmla="*/ 0 w 2216"/>
                  <a:gd name="T1" fmla="*/ 0 h 550"/>
                  <a:gd name="T2" fmla="*/ 296523134 w 2216"/>
                  <a:gd name="T3" fmla="*/ 324379338 h 550"/>
                  <a:gd name="T4" fmla="*/ 2147483646 w 2216"/>
                  <a:gd name="T5" fmla="*/ 2147483646 h 550"/>
                  <a:gd name="T6" fmla="*/ 2147483646 w 2216"/>
                  <a:gd name="T7" fmla="*/ 2147483646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grpSp>
            <p:nvGrpSpPr>
              <p:cNvPr id="83" name="Group 1027">
                <a:extLst>
                  <a:ext uri="{FF2B5EF4-FFF2-40B4-BE49-F238E27FC236}">
                    <a16:creationId xmlns:a16="http://schemas.microsoft.com/office/drawing/2014/main" id="{8C6DEC60-5C97-D546-9977-EBD182221D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169" name="Freeform 1028">
                  <a:extLst>
                    <a:ext uri="{FF2B5EF4-FFF2-40B4-BE49-F238E27FC236}">
                      <a16:creationId xmlns:a16="http://schemas.microsoft.com/office/drawing/2014/main" id="{5D16627E-DE34-BC4F-9513-7A7D4707F7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70" name="Freeform 1029">
                  <a:extLst>
                    <a:ext uri="{FF2B5EF4-FFF2-40B4-BE49-F238E27FC236}">
                      <a16:creationId xmlns:a16="http://schemas.microsoft.com/office/drawing/2014/main" id="{D8D65D68-18A4-E54D-8916-1DEF36844C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71" name="Freeform 1030">
                  <a:extLst>
                    <a:ext uri="{FF2B5EF4-FFF2-40B4-BE49-F238E27FC236}">
                      <a16:creationId xmlns:a16="http://schemas.microsoft.com/office/drawing/2014/main" id="{3C79D147-9974-F341-96E9-F9AD19F140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72" name="Freeform 1031">
                  <a:extLst>
                    <a:ext uri="{FF2B5EF4-FFF2-40B4-BE49-F238E27FC236}">
                      <a16:creationId xmlns:a16="http://schemas.microsoft.com/office/drawing/2014/main" id="{5E0CE9D2-21FD-2644-9691-743CC3E130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73" name="Freeform 1032">
                  <a:extLst>
                    <a:ext uri="{FF2B5EF4-FFF2-40B4-BE49-F238E27FC236}">
                      <a16:creationId xmlns:a16="http://schemas.microsoft.com/office/drawing/2014/main" id="{5691098F-1432-0D44-8573-312C3A566A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74" name="Freeform 1033">
                  <a:extLst>
                    <a:ext uri="{FF2B5EF4-FFF2-40B4-BE49-F238E27FC236}">
                      <a16:creationId xmlns:a16="http://schemas.microsoft.com/office/drawing/2014/main" id="{2D4A77A2-D0F1-164A-A67D-A509543869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</p:grpSp>
          <p:sp>
            <p:nvSpPr>
              <p:cNvPr id="84" name="Freeform 1034">
                <a:extLst>
                  <a:ext uri="{FF2B5EF4-FFF2-40B4-BE49-F238E27FC236}">
                    <a16:creationId xmlns:a16="http://schemas.microsoft.com/office/drawing/2014/main" id="{A283BD8E-0AD2-B743-8237-483C3A6A6C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63780" y="2647731"/>
                <a:ext cx="119578" cy="80936"/>
              </a:xfrm>
              <a:custGeom>
                <a:avLst/>
                <a:gdLst>
                  <a:gd name="T0" fmla="*/ 213221464 w 990"/>
                  <a:gd name="T1" fmla="*/ 1090686587 h 792"/>
                  <a:gd name="T2" fmla="*/ 1915477586 w 990"/>
                  <a:gd name="T3" fmla="*/ 0 h 792"/>
                  <a:gd name="T4" fmla="*/ 1915477586 w 990"/>
                  <a:gd name="T5" fmla="*/ 108859840 h 792"/>
                  <a:gd name="T6" fmla="*/ 0 w 990"/>
                  <a:gd name="T7" fmla="*/ 1090686587 h 792"/>
                  <a:gd name="T8" fmla="*/ 213221464 w 990"/>
                  <a:gd name="T9" fmla="*/ 1090686587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85" name="Freeform 1035">
                <a:extLst>
                  <a:ext uri="{FF2B5EF4-FFF2-40B4-BE49-F238E27FC236}">
                    <a16:creationId xmlns:a16="http://schemas.microsoft.com/office/drawing/2014/main" id="{AA215C2D-4069-DE48-884E-A1816F7D4D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602" y="2654187"/>
                <a:ext cx="305957" cy="73850"/>
              </a:xfrm>
              <a:custGeom>
                <a:avLst/>
                <a:gdLst>
                  <a:gd name="T0" fmla="*/ 213486572 w 2532"/>
                  <a:gd name="T1" fmla="*/ 0 h 723"/>
                  <a:gd name="T2" fmla="*/ 213486572 w 2532"/>
                  <a:gd name="T3" fmla="*/ 0 h 723"/>
                  <a:gd name="T4" fmla="*/ 2147483646 w 2532"/>
                  <a:gd name="T5" fmla="*/ 979380008 h 723"/>
                  <a:gd name="T6" fmla="*/ 2147483646 w 2532"/>
                  <a:gd name="T7" fmla="*/ 1088085165 h 723"/>
                  <a:gd name="T8" fmla="*/ 0 w 2532"/>
                  <a:gd name="T9" fmla="*/ 108705259 h 723"/>
                  <a:gd name="T10" fmla="*/ 213486572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86" name="Freeform 1036">
                <a:extLst>
                  <a:ext uri="{FF2B5EF4-FFF2-40B4-BE49-F238E27FC236}">
                    <a16:creationId xmlns:a16="http://schemas.microsoft.com/office/drawing/2014/main" id="{421821F5-5AD5-4D4E-A4F9-5D46E41A4E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797" y="2640645"/>
                <a:ext cx="3311" cy="14959"/>
              </a:xfrm>
              <a:custGeom>
                <a:avLst/>
                <a:gdLst>
                  <a:gd name="T0" fmla="*/ 262278191 w 26"/>
                  <a:gd name="T1" fmla="*/ 107489981 h 147"/>
                  <a:gd name="T2" fmla="*/ 262278191 w 26"/>
                  <a:gd name="T3" fmla="*/ 214969480 h 147"/>
                  <a:gd name="T4" fmla="*/ 0 w 26"/>
                  <a:gd name="T5" fmla="*/ 214969480 h 147"/>
                  <a:gd name="T6" fmla="*/ 262278191 w 26"/>
                  <a:gd name="T7" fmla="*/ 0 h 147"/>
                  <a:gd name="T8" fmla="*/ 262278191 w 26"/>
                  <a:gd name="T9" fmla="*/ 10748998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87" name="Freeform 1037">
                <a:extLst>
                  <a:ext uri="{FF2B5EF4-FFF2-40B4-BE49-F238E27FC236}">
                    <a16:creationId xmlns:a16="http://schemas.microsoft.com/office/drawing/2014/main" id="{499D2FC7-7022-A944-98B2-E74E9B2E52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992" y="2579707"/>
                <a:ext cx="142170" cy="61883"/>
              </a:xfrm>
              <a:custGeom>
                <a:avLst/>
                <a:gdLst>
                  <a:gd name="T0" fmla="*/ 2136125890 w 1176"/>
                  <a:gd name="T1" fmla="*/ 0 h 606"/>
                  <a:gd name="T2" fmla="*/ 0 w 1176"/>
                  <a:gd name="T3" fmla="*/ 870000945 h 606"/>
                  <a:gd name="T4" fmla="*/ 213789467 w 1176"/>
                  <a:gd name="T5" fmla="*/ 870000945 h 606"/>
                  <a:gd name="T6" fmla="*/ 2136125890 w 1176"/>
                  <a:gd name="T7" fmla="*/ 108617123 h 606"/>
                  <a:gd name="T8" fmla="*/ 213612589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88" name="Freeform 1038">
                <a:extLst>
                  <a:ext uri="{FF2B5EF4-FFF2-40B4-BE49-F238E27FC236}">
                    <a16:creationId xmlns:a16="http://schemas.microsoft.com/office/drawing/2014/main" id="{37918171-6E71-A846-A2B5-7C65DD7456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68535" y="2643795"/>
                <a:ext cx="290182" cy="71016"/>
              </a:xfrm>
              <a:custGeom>
                <a:avLst/>
                <a:gdLst>
                  <a:gd name="T0" fmla="*/ 173112702 w 2532"/>
                  <a:gd name="T1" fmla="*/ 0 h 723"/>
                  <a:gd name="T2" fmla="*/ 173112702 w 2532"/>
                  <a:gd name="T3" fmla="*/ 0 h 723"/>
                  <a:gd name="T4" fmla="*/ 2069773885 w 2532"/>
                  <a:gd name="T5" fmla="*/ 558173482 h 723"/>
                  <a:gd name="T6" fmla="*/ 2069773885 w 2532"/>
                  <a:gd name="T7" fmla="*/ 558173482 h 723"/>
                  <a:gd name="T8" fmla="*/ 0 w 2532"/>
                  <a:gd name="T9" fmla="*/ 92871346 h 723"/>
                  <a:gd name="T10" fmla="*/ 173112702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89" name="Freeform 1039">
                <a:extLst>
                  <a:ext uri="{FF2B5EF4-FFF2-40B4-BE49-F238E27FC236}">
                    <a16:creationId xmlns:a16="http://schemas.microsoft.com/office/drawing/2014/main" id="{68ECFF60-AA48-2D4C-9A67-90DB18F81D47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58327" y="2638756"/>
                <a:ext cx="118410" cy="73535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62694895 h 723"/>
                  <a:gd name="T6" fmla="*/ 0 w 2532"/>
                  <a:gd name="T7" fmla="*/ 962694895 h 723"/>
                  <a:gd name="T8" fmla="*/ 0 w 2532"/>
                  <a:gd name="T9" fmla="*/ 107314314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</p:grpSp>
        <p:grpSp>
          <p:nvGrpSpPr>
            <p:cNvPr id="740" name="Group 739">
              <a:extLst>
                <a:ext uri="{FF2B5EF4-FFF2-40B4-BE49-F238E27FC236}">
                  <a16:creationId xmlns:a16="http://schemas.microsoft.com/office/drawing/2014/main" id="{504BAA5F-BBD8-8242-BC48-7D0E761F340A}"/>
                </a:ext>
              </a:extLst>
            </p:cNvPr>
            <p:cNvGrpSpPr/>
            <p:nvPr/>
          </p:nvGrpSpPr>
          <p:grpSpPr>
            <a:xfrm>
              <a:off x="8631407" y="2290407"/>
              <a:ext cx="530702" cy="478009"/>
              <a:chOff x="8631407" y="2290407"/>
              <a:chExt cx="530702" cy="478009"/>
            </a:xfrm>
          </p:grpSpPr>
          <p:pic>
            <p:nvPicPr>
              <p:cNvPr id="110" name="Picture 568" descr="light2.png">
                <a:extLst>
                  <a:ext uri="{FF2B5EF4-FFF2-40B4-BE49-F238E27FC236}">
                    <a16:creationId xmlns:a16="http://schemas.microsoft.com/office/drawing/2014/main" id="{D96B693D-26FC-E443-A112-C4AFFE90DC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8825293" y="2362969"/>
                <a:ext cx="92772" cy="4054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1" name="Picture 1017" descr="antenna_stylized">
                <a:extLst>
                  <a:ext uri="{FF2B5EF4-FFF2-40B4-BE49-F238E27FC236}">
                    <a16:creationId xmlns:a16="http://schemas.microsoft.com/office/drawing/2014/main" id="{F4E4C4C0-89A6-D74D-B25C-228CE5BC1DB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31407" y="229040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786" name="Group 785">
              <a:extLst>
                <a:ext uri="{FF2B5EF4-FFF2-40B4-BE49-F238E27FC236}">
                  <a16:creationId xmlns:a16="http://schemas.microsoft.com/office/drawing/2014/main" id="{46F998A3-3B85-214A-927A-3BF067B7C2A0}"/>
                </a:ext>
              </a:extLst>
            </p:cNvPr>
            <p:cNvGrpSpPr/>
            <p:nvPr/>
          </p:nvGrpSpPr>
          <p:grpSpPr>
            <a:xfrm>
              <a:off x="8493165" y="2029804"/>
              <a:ext cx="849312" cy="226109"/>
              <a:chOff x="8493165" y="2029804"/>
              <a:chExt cx="849312" cy="226109"/>
            </a:xfrm>
          </p:grpSpPr>
          <p:pic>
            <p:nvPicPr>
              <p:cNvPr id="48" name="Picture 603" descr="car_icon_small">
                <a:extLst>
                  <a:ext uri="{FF2B5EF4-FFF2-40B4-BE49-F238E27FC236}">
                    <a16:creationId xmlns:a16="http://schemas.microsoft.com/office/drawing/2014/main" id="{147E2796-D425-6645-93B3-B97E69B1461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93165" y="2087638"/>
                <a:ext cx="849312" cy="168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2" name="Picture 1017" descr="antenna_stylized">
                <a:extLst>
                  <a:ext uri="{FF2B5EF4-FFF2-40B4-BE49-F238E27FC236}">
                    <a16:creationId xmlns:a16="http://schemas.microsoft.com/office/drawing/2014/main" id="{F0886BE8-9B0B-F046-92AA-1AC818378E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04645" y="202980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793" name="Group 792">
            <a:extLst>
              <a:ext uri="{FF2B5EF4-FFF2-40B4-BE49-F238E27FC236}">
                <a16:creationId xmlns:a16="http://schemas.microsoft.com/office/drawing/2014/main" id="{93351559-0D4C-F04C-928E-5CDA57B5EB47}"/>
              </a:ext>
            </a:extLst>
          </p:cNvPr>
          <p:cNvGrpSpPr/>
          <p:nvPr/>
        </p:nvGrpSpPr>
        <p:grpSpPr>
          <a:xfrm>
            <a:off x="5601388" y="2518208"/>
            <a:ext cx="643304" cy="437823"/>
            <a:chOff x="7487144" y="3296104"/>
            <a:chExt cx="857739" cy="583764"/>
          </a:xfrm>
        </p:grpSpPr>
        <p:grpSp>
          <p:nvGrpSpPr>
            <p:cNvPr id="792" name="Group 791">
              <a:extLst>
                <a:ext uri="{FF2B5EF4-FFF2-40B4-BE49-F238E27FC236}">
                  <a16:creationId xmlns:a16="http://schemas.microsoft.com/office/drawing/2014/main" id="{084B6293-559E-5D43-AF2B-4CB5E09EC6C5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91" name="Picture 1115" descr="antenna_stylized">
                <a:extLst>
                  <a:ext uri="{FF2B5EF4-FFF2-40B4-BE49-F238E27FC236}">
                    <a16:creationId xmlns:a16="http://schemas.microsoft.com/office/drawing/2014/main" id="{1821BC3E-6137-D844-92B9-4BA4CFF41F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2" name="Picture 1116" descr="laptop_keyboard">
                <a:extLst>
                  <a:ext uri="{FF2B5EF4-FFF2-40B4-BE49-F238E27FC236}">
                    <a16:creationId xmlns:a16="http://schemas.microsoft.com/office/drawing/2014/main" id="{7F05CE3B-E67B-1B40-9D5B-2914F0B9BF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3" name="Freeform 1117">
                <a:extLst>
                  <a:ext uri="{FF2B5EF4-FFF2-40B4-BE49-F238E27FC236}">
                    <a16:creationId xmlns:a16="http://schemas.microsoft.com/office/drawing/2014/main" id="{B52A07C5-D801-5B41-BD20-C20958925D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1050"/>
              </a:p>
            </p:txBody>
          </p:sp>
          <p:pic>
            <p:nvPicPr>
              <p:cNvPr id="94" name="Picture 1118" descr="screen">
                <a:extLst>
                  <a:ext uri="{FF2B5EF4-FFF2-40B4-BE49-F238E27FC236}">
                    <a16:creationId xmlns:a16="http://schemas.microsoft.com/office/drawing/2014/main" id="{2EA30B4E-5447-0340-8DAD-349A843F2A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5" name="Freeform 1119">
                <a:extLst>
                  <a:ext uri="{FF2B5EF4-FFF2-40B4-BE49-F238E27FC236}">
                    <a16:creationId xmlns:a16="http://schemas.microsoft.com/office/drawing/2014/main" id="{1137F6C6-A7C9-9A4D-BCE3-048DB90EF7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96" name="Freeform 1120">
                <a:extLst>
                  <a:ext uri="{FF2B5EF4-FFF2-40B4-BE49-F238E27FC236}">
                    <a16:creationId xmlns:a16="http://schemas.microsoft.com/office/drawing/2014/main" id="{7A0060E2-767D-1545-8656-29ED1A471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97" name="Freeform 1121">
                <a:extLst>
                  <a:ext uri="{FF2B5EF4-FFF2-40B4-BE49-F238E27FC236}">
                    <a16:creationId xmlns:a16="http://schemas.microsoft.com/office/drawing/2014/main" id="{15790F5A-ABAC-8D49-A4F9-E2F576550D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98" name="Freeform 1122">
                <a:extLst>
                  <a:ext uri="{FF2B5EF4-FFF2-40B4-BE49-F238E27FC236}">
                    <a16:creationId xmlns:a16="http://schemas.microsoft.com/office/drawing/2014/main" id="{8898B7ED-5BCF-8C4E-B1AA-B82AD50FD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99" name="Freeform 1123">
                <a:extLst>
                  <a:ext uri="{FF2B5EF4-FFF2-40B4-BE49-F238E27FC236}">
                    <a16:creationId xmlns:a16="http://schemas.microsoft.com/office/drawing/2014/main" id="{5A7F91EF-AD6B-D64E-B73E-C762D73A7A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00" name="Freeform 1124">
                <a:extLst>
                  <a:ext uri="{FF2B5EF4-FFF2-40B4-BE49-F238E27FC236}">
                    <a16:creationId xmlns:a16="http://schemas.microsoft.com/office/drawing/2014/main" id="{BBB1B153-2E6F-7246-9B11-B68D01DF60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grpSp>
            <p:nvGrpSpPr>
              <p:cNvPr id="101" name="Group 1125">
                <a:extLst>
                  <a:ext uri="{FF2B5EF4-FFF2-40B4-BE49-F238E27FC236}">
                    <a16:creationId xmlns:a16="http://schemas.microsoft.com/office/drawing/2014/main" id="{57060979-075D-9D4D-B12E-DA0CCD4C6B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140" name="Freeform 1126">
                  <a:extLst>
                    <a:ext uri="{FF2B5EF4-FFF2-40B4-BE49-F238E27FC236}">
                      <a16:creationId xmlns:a16="http://schemas.microsoft.com/office/drawing/2014/main" id="{8DFFF656-1361-C546-8336-177F79E469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41" name="Freeform 1127">
                  <a:extLst>
                    <a:ext uri="{FF2B5EF4-FFF2-40B4-BE49-F238E27FC236}">
                      <a16:creationId xmlns:a16="http://schemas.microsoft.com/office/drawing/2014/main" id="{60C6C6B3-72DE-664B-B4DE-3C04B0C5BF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42" name="Freeform 1128">
                  <a:extLst>
                    <a:ext uri="{FF2B5EF4-FFF2-40B4-BE49-F238E27FC236}">
                      <a16:creationId xmlns:a16="http://schemas.microsoft.com/office/drawing/2014/main" id="{0D48292A-917D-D046-A974-043CEE5A41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43" name="Freeform 1129">
                  <a:extLst>
                    <a:ext uri="{FF2B5EF4-FFF2-40B4-BE49-F238E27FC236}">
                      <a16:creationId xmlns:a16="http://schemas.microsoft.com/office/drawing/2014/main" id="{DB6BAAEB-BADD-0A4F-8A9D-D72AFCA99A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44" name="Freeform 1130">
                  <a:extLst>
                    <a:ext uri="{FF2B5EF4-FFF2-40B4-BE49-F238E27FC236}">
                      <a16:creationId xmlns:a16="http://schemas.microsoft.com/office/drawing/2014/main" id="{05D5969F-F3B9-414D-975E-A6700098F2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45" name="Freeform 1131">
                  <a:extLst>
                    <a:ext uri="{FF2B5EF4-FFF2-40B4-BE49-F238E27FC236}">
                      <a16:creationId xmlns:a16="http://schemas.microsoft.com/office/drawing/2014/main" id="{41BB174D-6019-384D-A5AC-1B4D92D938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</p:grpSp>
          <p:sp>
            <p:nvSpPr>
              <p:cNvPr id="102" name="Freeform 1132">
                <a:extLst>
                  <a:ext uri="{FF2B5EF4-FFF2-40B4-BE49-F238E27FC236}">
                    <a16:creationId xmlns:a16="http://schemas.microsoft.com/office/drawing/2014/main" id="{F8739864-4836-E447-8FC8-5886923FF4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03" name="Freeform 1133">
                <a:extLst>
                  <a:ext uri="{FF2B5EF4-FFF2-40B4-BE49-F238E27FC236}">
                    <a16:creationId xmlns:a16="http://schemas.microsoft.com/office/drawing/2014/main" id="{C59CADF3-CD09-FB48-A672-C2C50B66C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04" name="Freeform 1134">
                <a:extLst>
                  <a:ext uri="{FF2B5EF4-FFF2-40B4-BE49-F238E27FC236}">
                    <a16:creationId xmlns:a16="http://schemas.microsoft.com/office/drawing/2014/main" id="{628AB6FD-35F6-0345-BD13-22EAAF9EC2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05" name="Freeform 1135">
                <a:extLst>
                  <a:ext uri="{FF2B5EF4-FFF2-40B4-BE49-F238E27FC236}">
                    <a16:creationId xmlns:a16="http://schemas.microsoft.com/office/drawing/2014/main" id="{76529D44-B4FD-DE4D-812E-E461A0FCCA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06" name="Freeform 1136">
                <a:extLst>
                  <a:ext uri="{FF2B5EF4-FFF2-40B4-BE49-F238E27FC236}">
                    <a16:creationId xmlns:a16="http://schemas.microsoft.com/office/drawing/2014/main" id="{44CD9A89-0E3B-2C40-8436-71B7526BA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07" name="Freeform 1137">
                <a:extLst>
                  <a:ext uri="{FF2B5EF4-FFF2-40B4-BE49-F238E27FC236}">
                    <a16:creationId xmlns:a16="http://schemas.microsoft.com/office/drawing/2014/main" id="{92BF681C-02FC-8F49-A2CD-8F3446ECE5D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</p:grpSp>
        <p:grpSp>
          <p:nvGrpSpPr>
            <p:cNvPr id="108" name="Group 1139">
              <a:extLst>
                <a:ext uri="{FF2B5EF4-FFF2-40B4-BE49-F238E27FC236}">
                  <a16:creationId xmlns:a16="http://schemas.microsoft.com/office/drawing/2014/main" id="{904B7C12-C509-8641-BB63-56DEDB95F95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138" name="Picture 1140" descr="desktop_computer_stylized_medium">
                <a:extLst>
                  <a:ext uri="{FF2B5EF4-FFF2-40B4-BE49-F238E27FC236}">
                    <a16:creationId xmlns:a16="http://schemas.microsoft.com/office/drawing/2014/main" id="{BDC7F552-21C9-C942-90FF-0162099A3D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9" name="Freeform 1141">
                <a:extLst>
                  <a:ext uri="{FF2B5EF4-FFF2-40B4-BE49-F238E27FC236}">
                    <a16:creationId xmlns:a16="http://schemas.microsoft.com/office/drawing/2014/main" id="{654B43BA-608E-5D4D-B11B-71762CFBE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</p:grpSp>
        <p:grpSp>
          <p:nvGrpSpPr>
            <p:cNvPr id="694" name="Group 693">
              <a:extLst>
                <a:ext uri="{FF2B5EF4-FFF2-40B4-BE49-F238E27FC236}">
                  <a16:creationId xmlns:a16="http://schemas.microsoft.com/office/drawing/2014/main" id="{14715B6C-9A50-FE4B-A8D2-1E669BF891E3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113" name="Picture 571" descr="fridge2.png">
                <a:extLst>
                  <a:ext uri="{FF2B5EF4-FFF2-40B4-BE49-F238E27FC236}">
                    <a16:creationId xmlns:a16="http://schemas.microsoft.com/office/drawing/2014/main" id="{29DD0F98-F93B-0145-A925-F4125ED490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4" name="Picture 1115" descr="antenna_stylized">
                <a:extLst>
                  <a:ext uri="{FF2B5EF4-FFF2-40B4-BE49-F238E27FC236}">
                    <a16:creationId xmlns:a16="http://schemas.microsoft.com/office/drawing/2014/main" id="{C1A64F68-4D16-AE4F-AB60-09D2C0CF0E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795" name="Group 794">
            <a:extLst>
              <a:ext uri="{FF2B5EF4-FFF2-40B4-BE49-F238E27FC236}">
                <a16:creationId xmlns:a16="http://schemas.microsoft.com/office/drawing/2014/main" id="{AF73DE4B-526E-9C4F-9242-9BC0D43F8CBA}"/>
              </a:ext>
            </a:extLst>
          </p:cNvPr>
          <p:cNvGrpSpPr/>
          <p:nvPr/>
        </p:nvGrpSpPr>
        <p:grpSpPr>
          <a:xfrm>
            <a:off x="8279959" y="2595504"/>
            <a:ext cx="388836" cy="909182"/>
            <a:chOff x="11058573" y="3399165"/>
            <a:chExt cx="518448" cy="1212242"/>
          </a:xfrm>
        </p:grpSpPr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433FEDDB-405E-DB4E-815F-55EE9E62EF1A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1D164102-BE0D-AF40-9A7B-7F2B261B2C20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id="{9018E7EF-EB96-424D-962A-FEB80B43946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79" name="Picture 378" descr="server_rack.png">
                  <a:extLst>
                    <a:ext uri="{FF2B5EF4-FFF2-40B4-BE49-F238E27FC236}">
                      <a16:creationId xmlns:a16="http://schemas.microsoft.com/office/drawing/2014/main" id="{C865CB27-BCE1-654B-9519-9B39D4CB58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0" name="Picture 379" descr="server_rack.png">
                  <a:extLst>
                    <a:ext uri="{FF2B5EF4-FFF2-40B4-BE49-F238E27FC236}">
                      <a16:creationId xmlns:a16="http://schemas.microsoft.com/office/drawing/2014/main" id="{41D005B5-0BAE-3E48-A2D4-576E4F7B94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1" name="Picture 380" descr="server_rack.png">
                  <a:extLst>
                    <a:ext uri="{FF2B5EF4-FFF2-40B4-BE49-F238E27FC236}">
                      <a16:creationId xmlns:a16="http://schemas.microsoft.com/office/drawing/2014/main" id="{89060F4D-6C40-724C-BD1E-F12A5CA65D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710FDFDB-5658-6346-883B-53F72A0E1C90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21121473-8384-8944-A0B5-DD441780262C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5" name="Group 394">
                <a:extLst>
                  <a:ext uri="{FF2B5EF4-FFF2-40B4-BE49-F238E27FC236}">
                    <a16:creationId xmlns:a16="http://schemas.microsoft.com/office/drawing/2014/main" id="{11366773-360A-0449-911A-80462659C660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96" name="Picture 395" descr="server_rack.png">
                  <a:extLst>
                    <a:ext uri="{FF2B5EF4-FFF2-40B4-BE49-F238E27FC236}">
                      <a16:creationId xmlns:a16="http://schemas.microsoft.com/office/drawing/2014/main" id="{361EFF3D-6A1F-2646-B975-1FACB4284F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7" name="Picture 396" descr="server_rack.png">
                  <a:extLst>
                    <a:ext uri="{FF2B5EF4-FFF2-40B4-BE49-F238E27FC236}">
                      <a16:creationId xmlns:a16="http://schemas.microsoft.com/office/drawing/2014/main" id="{E83F8942-DE11-A747-A5A4-EDFBB17BFC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8" name="Picture 397" descr="server_rack.png">
                  <a:extLst>
                    <a:ext uri="{FF2B5EF4-FFF2-40B4-BE49-F238E27FC236}">
                      <a16:creationId xmlns:a16="http://schemas.microsoft.com/office/drawing/2014/main" id="{300ED1AC-F5EE-3C49-B963-42178C2434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71" name="Group 950">
            <a:extLst>
              <a:ext uri="{FF2B5EF4-FFF2-40B4-BE49-F238E27FC236}">
                <a16:creationId xmlns:a16="http://schemas.microsoft.com/office/drawing/2014/main" id="{2B0A745F-DA32-E140-AB36-BC5E1C4E2D48}"/>
              </a:ext>
            </a:extLst>
          </p:cNvPr>
          <p:cNvGrpSpPr>
            <a:grpSpLocks/>
          </p:cNvGrpSpPr>
          <p:nvPr/>
        </p:nvGrpSpPr>
        <p:grpSpPr bwMode="auto">
          <a:xfrm>
            <a:off x="7697935" y="3979604"/>
            <a:ext cx="132894" cy="248125"/>
            <a:chOff x="4140" y="429"/>
            <a:chExt cx="1425" cy="2396"/>
          </a:xfrm>
        </p:grpSpPr>
        <p:sp>
          <p:nvSpPr>
            <p:cNvPr id="207" name="Freeform 951">
              <a:extLst>
                <a:ext uri="{FF2B5EF4-FFF2-40B4-BE49-F238E27FC236}">
                  <a16:creationId xmlns:a16="http://schemas.microsoft.com/office/drawing/2014/main" id="{12CB3660-4D63-014F-8CC9-FDFB8140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08" name="Rectangle 952">
              <a:extLst>
                <a:ext uri="{FF2B5EF4-FFF2-40B4-BE49-F238E27FC236}">
                  <a16:creationId xmlns:a16="http://schemas.microsoft.com/office/drawing/2014/main" id="{EFE1382F-B768-3541-8BD1-06AB71BFA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09" name="Freeform 953">
              <a:extLst>
                <a:ext uri="{FF2B5EF4-FFF2-40B4-BE49-F238E27FC236}">
                  <a16:creationId xmlns:a16="http://schemas.microsoft.com/office/drawing/2014/main" id="{FB363E8F-CA06-2449-A66C-B1473589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10" name="Freeform 954">
              <a:extLst>
                <a:ext uri="{FF2B5EF4-FFF2-40B4-BE49-F238E27FC236}">
                  <a16:creationId xmlns:a16="http://schemas.microsoft.com/office/drawing/2014/main" id="{8A74E36A-A735-7440-A2B1-55846B516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11" name="Rectangle 955">
              <a:extLst>
                <a:ext uri="{FF2B5EF4-FFF2-40B4-BE49-F238E27FC236}">
                  <a16:creationId xmlns:a16="http://schemas.microsoft.com/office/drawing/2014/main" id="{FC433BF5-02C8-F540-AE86-53BF56960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212" name="Group 956">
              <a:extLst>
                <a:ext uri="{FF2B5EF4-FFF2-40B4-BE49-F238E27FC236}">
                  <a16:creationId xmlns:a16="http://schemas.microsoft.com/office/drawing/2014/main" id="{969A0B36-D994-A24C-8329-146363A51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7" name="AutoShape 957">
                <a:extLst>
                  <a:ext uri="{FF2B5EF4-FFF2-40B4-BE49-F238E27FC236}">
                    <a16:creationId xmlns:a16="http://schemas.microsoft.com/office/drawing/2014/main" id="{75A7B329-681F-2B4A-8470-FC0231FE2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8" name="AutoShape 958">
                <a:extLst>
                  <a:ext uri="{FF2B5EF4-FFF2-40B4-BE49-F238E27FC236}">
                    <a16:creationId xmlns:a16="http://schemas.microsoft.com/office/drawing/2014/main" id="{197CEF08-20F4-5741-AC2B-1EBB072FA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3" name="Rectangle 959">
              <a:extLst>
                <a:ext uri="{FF2B5EF4-FFF2-40B4-BE49-F238E27FC236}">
                  <a16:creationId xmlns:a16="http://schemas.microsoft.com/office/drawing/2014/main" id="{775AA9F7-199B-ED4C-B422-5E1B766FB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214" name="Group 960">
              <a:extLst>
                <a:ext uri="{FF2B5EF4-FFF2-40B4-BE49-F238E27FC236}">
                  <a16:creationId xmlns:a16="http://schemas.microsoft.com/office/drawing/2014/main" id="{4EED0C22-3BA6-E24F-B528-BF018CB34F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5" name="AutoShape 961">
                <a:extLst>
                  <a:ext uri="{FF2B5EF4-FFF2-40B4-BE49-F238E27FC236}">
                    <a16:creationId xmlns:a16="http://schemas.microsoft.com/office/drawing/2014/main" id="{FE30D28F-02DD-D041-8551-45D9D2836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6" name="AutoShape 962">
                <a:extLst>
                  <a:ext uri="{FF2B5EF4-FFF2-40B4-BE49-F238E27FC236}">
                    <a16:creationId xmlns:a16="http://schemas.microsoft.com/office/drawing/2014/main" id="{92F33680-18D6-7C4A-88C2-46C4FA3D0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5" name="Rectangle 963">
              <a:extLst>
                <a:ext uri="{FF2B5EF4-FFF2-40B4-BE49-F238E27FC236}">
                  <a16:creationId xmlns:a16="http://schemas.microsoft.com/office/drawing/2014/main" id="{A0014856-A5F8-544F-98BE-B1D6878A6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16" name="Rectangle 964">
              <a:extLst>
                <a:ext uri="{FF2B5EF4-FFF2-40B4-BE49-F238E27FC236}">
                  <a16:creationId xmlns:a16="http://schemas.microsoft.com/office/drawing/2014/main" id="{0E6FC61A-EACA-7D4E-9AA7-C7690D093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217" name="Group 965">
              <a:extLst>
                <a:ext uri="{FF2B5EF4-FFF2-40B4-BE49-F238E27FC236}">
                  <a16:creationId xmlns:a16="http://schemas.microsoft.com/office/drawing/2014/main" id="{CF083CE2-2403-FD4E-8F7D-758E7F67F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3" name="AutoShape 966">
                <a:extLst>
                  <a:ext uri="{FF2B5EF4-FFF2-40B4-BE49-F238E27FC236}">
                    <a16:creationId xmlns:a16="http://schemas.microsoft.com/office/drawing/2014/main" id="{5ED8E2CD-DB59-0040-9493-378A5D7DF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4" name="AutoShape 967">
                <a:extLst>
                  <a:ext uri="{FF2B5EF4-FFF2-40B4-BE49-F238E27FC236}">
                    <a16:creationId xmlns:a16="http://schemas.microsoft.com/office/drawing/2014/main" id="{F249F021-1652-2041-9D37-82D9ADAF2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8" name="Freeform 968">
              <a:extLst>
                <a:ext uri="{FF2B5EF4-FFF2-40B4-BE49-F238E27FC236}">
                  <a16:creationId xmlns:a16="http://schemas.microsoft.com/office/drawing/2014/main" id="{2DA20985-B59E-DD4F-B452-9726DAD28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grpSp>
          <p:nvGrpSpPr>
            <p:cNvPr id="219" name="Group 969">
              <a:extLst>
                <a:ext uri="{FF2B5EF4-FFF2-40B4-BE49-F238E27FC236}">
                  <a16:creationId xmlns:a16="http://schemas.microsoft.com/office/drawing/2014/main" id="{68489279-23CF-FB42-9AE3-CAB3A000B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1" name="AutoShape 970">
                <a:extLst>
                  <a:ext uri="{FF2B5EF4-FFF2-40B4-BE49-F238E27FC236}">
                    <a16:creationId xmlns:a16="http://schemas.microsoft.com/office/drawing/2014/main" id="{12532EDD-6029-FD41-90A0-EB4B9A3B8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2" name="AutoShape 971">
                <a:extLst>
                  <a:ext uri="{FF2B5EF4-FFF2-40B4-BE49-F238E27FC236}">
                    <a16:creationId xmlns:a16="http://schemas.microsoft.com/office/drawing/2014/main" id="{2ADE9625-767F-5247-8211-3638BECC9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" name="Rectangle 972">
              <a:extLst>
                <a:ext uri="{FF2B5EF4-FFF2-40B4-BE49-F238E27FC236}">
                  <a16:creationId xmlns:a16="http://schemas.microsoft.com/office/drawing/2014/main" id="{71E52DA0-9A54-7744-90B9-E438CBE0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1" name="Freeform 973">
              <a:extLst>
                <a:ext uri="{FF2B5EF4-FFF2-40B4-BE49-F238E27FC236}">
                  <a16:creationId xmlns:a16="http://schemas.microsoft.com/office/drawing/2014/main" id="{D950FAED-4EC6-7B4B-AFA5-CA2701F7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22" name="Freeform 974">
              <a:extLst>
                <a:ext uri="{FF2B5EF4-FFF2-40B4-BE49-F238E27FC236}">
                  <a16:creationId xmlns:a16="http://schemas.microsoft.com/office/drawing/2014/main" id="{55AF3FE0-BBE4-A74C-A9EF-B8F3AA7A0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23" name="Oval 975">
              <a:extLst>
                <a:ext uri="{FF2B5EF4-FFF2-40B4-BE49-F238E27FC236}">
                  <a16:creationId xmlns:a16="http://schemas.microsoft.com/office/drawing/2014/main" id="{AC808981-49D6-D840-800C-F21BB910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4" name="Freeform 976">
              <a:extLst>
                <a:ext uri="{FF2B5EF4-FFF2-40B4-BE49-F238E27FC236}">
                  <a16:creationId xmlns:a16="http://schemas.microsoft.com/office/drawing/2014/main" id="{EBD04B6D-F8F6-FE45-BBD9-3CFFE7B28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25" name="AutoShape 977">
              <a:extLst>
                <a:ext uri="{FF2B5EF4-FFF2-40B4-BE49-F238E27FC236}">
                  <a16:creationId xmlns:a16="http://schemas.microsoft.com/office/drawing/2014/main" id="{EB968B78-CEDA-2949-925F-D6EE71A8E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6" name="AutoShape 978">
              <a:extLst>
                <a:ext uri="{FF2B5EF4-FFF2-40B4-BE49-F238E27FC236}">
                  <a16:creationId xmlns:a16="http://schemas.microsoft.com/office/drawing/2014/main" id="{6127245D-2639-C841-ABBD-0A2EB8719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7" name="Oval 979">
              <a:extLst>
                <a:ext uri="{FF2B5EF4-FFF2-40B4-BE49-F238E27FC236}">
                  <a16:creationId xmlns:a16="http://schemas.microsoft.com/office/drawing/2014/main" id="{CBCE7727-73A7-814E-B244-E80EED405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8" name="Oval 980">
              <a:extLst>
                <a:ext uri="{FF2B5EF4-FFF2-40B4-BE49-F238E27FC236}">
                  <a16:creationId xmlns:a16="http://schemas.microsoft.com/office/drawing/2014/main" id="{7A66ECF6-DDAE-2842-92B5-EA8F14A1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9" name="Oval 981">
              <a:extLst>
                <a:ext uri="{FF2B5EF4-FFF2-40B4-BE49-F238E27FC236}">
                  <a16:creationId xmlns:a16="http://schemas.microsoft.com/office/drawing/2014/main" id="{5A97568E-F028-FD44-8E47-C92EC6C0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30" name="Rectangle 982">
              <a:extLst>
                <a:ext uri="{FF2B5EF4-FFF2-40B4-BE49-F238E27FC236}">
                  <a16:creationId xmlns:a16="http://schemas.microsoft.com/office/drawing/2014/main" id="{A834B858-68E5-0D45-8391-2A0A996F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44" name="Group 590">
            <a:extLst>
              <a:ext uri="{FF2B5EF4-FFF2-40B4-BE49-F238E27FC236}">
                <a16:creationId xmlns:a16="http://schemas.microsoft.com/office/drawing/2014/main" id="{2648262B-E78D-1D4B-B3FD-3AE9CD5C321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966890" y="3699261"/>
            <a:ext cx="259223" cy="240227"/>
            <a:chOff x="2839" y="3501"/>
            <a:chExt cx="755" cy="803"/>
          </a:xfrm>
        </p:grpSpPr>
        <p:pic>
          <p:nvPicPr>
            <p:cNvPr id="367" name="Picture 591" descr="desktop_computer_stylized_medium">
              <a:extLst>
                <a:ext uri="{FF2B5EF4-FFF2-40B4-BE49-F238E27FC236}">
                  <a16:creationId xmlns:a16="http://schemas.microsoft.com/office/drawing/2014/main" id="{35FBE2DB-60A7-B340-A5BB-B3699CCC0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" name="Freeform 592">
              <a:extLst>
                <a:ext uri="{FF2B5EF4-FFF2-40B4-BE49-F238E27FC236}">
                  <a16:creationId xmlns:a16="http://schemas.microsoft.com/office/drawing/2014/main" id="{0263E665-BF2A-2F4A-ADA8-20F44C31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90" name="Group 1064">
            <a:extLst>
              <a:ext uri="{FF2B5EF4-FFF2-40B4-BE49-F238E27FC236}">
                <a16:creationId xmlns:a16="http://schemas.microsoft.com/office/drawing/2014/main" id="{1E483C21-97F2-6C41-9217-2187E09B541E}"/>
              </a:ext>
            </a:extLst>
          </p:cNvPr>
          <p:cNvGrpSpPr>
            <a:grpSpLocks/>
          </p:cNvGrpSpPr>
          <p:nvPr/>
        </p:nvGrpSpPr>
        <p:grpSpPr bwMode="auto">
          <a:xfrm>
            <a:off x="6758101" y="4396019"/>
            <a:ext cx="232640" cy="230856"/>
            <a:chOff x="877" y="1008"/>
            <a:chExt cx="2747" cy="2591"/>
          </a:xfrm>
        </p:grpSpPr>
        <p:pic>
          <p:nvPicPr>
            <p:cNvPr id="146" name="Picture 1065" descr="antenna_stylized">
              <a:extLst>
                <a:ext uri="{FF2B5EF4-FFF2-40B4-BE49-F238E27FC236}">
                  <a16:creationId xmlns:a16="http://schemas.microsoft.com/office/drawing/2014/main" id="{EC1E8FF9-A5AB-904A-91B8-DF49382605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" name="Picture 1066" descr="laptop_keyboard">
              <a:extLst>
                <a:ext uri="{FF2B5EF4-FFF2-40B4-BE49-F238E27FC236}">
                  <a16:creationId xmlns:a16="http://schemas.microsoft.com/office/drawing/2014/main" id="{71E89937-428E-3447-B221-C34E0D71AC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8" name="Freeform 1067">
              <a:extLst>
                <a:ext uri="{FF2B5EF4-FFF2-40B4-BE49-F238E27FC236}">
                  <a16:creationId xmlns:a16="http://schemas.microsoft.com/office/drawing/2014/main" id="{43C21467-3265-FC4F-AF31-44A028163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050"/>
            </a:p>
          </p:txBody>
        </p:sp>
        <p:pic>
          <p:nvPicPr>
            <p:cNvPr id="149" name="Picture 1068" descr="screen">
              <a:extLst>
                <a:ext uri="{FF2B5EF4-FFF2-40B4-BE49-F238E27FC236}">
                  <a16:creationId xmlns:a16="http://schemas.microsoft.com/office/drawing/2014/main" id="{9868250A-D477-2944-B0F8-A7DE63DA4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0" name="Freeform 1069">
              <a:extLst>
                <a:ext uri="{FF2B5EF4-FFF2-40B4-BE49-F238E27FC236}">
                  <a16:creationId xmlns:a16="http://schemas.microsoft.com/office/drawing/2014/main" id="{A4015B9E-FE1F-594E-AFA2-A5277482E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51" name="Freeform 1070">
              <a:extLst>
                <a:ext uri="{FF2B5EF4-FFF2-40B4-BE49-F238E27FC236}">
                  <a16:creationId xmlns:a16="http://schemas.microsoft.com/office/drawing/2014/main" id="{1D5AA9CA-3334-2341-A3C4-E98372488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52" name="Freeform 1071">
              <a:extLst>
                <a:ext uri="{FF2B5EF4-FFF2-40B4-BE49-F238E27FC236}">
                  <a16:creationId xmlns:a16="http://schemas.microsoft.com/office/drawing/2014/main" id="{408815EA-3342-2D4A-AB4D-6A6AD669E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53" name="Freeform 1072">
              <a:extLst>
                <a:ext uri="{FF2B5EF4-FFF2-40B4-BE49-F238E27FC236}">
                  <a16:creationId xmlns:a16="http://schemas.microsoft.com/office/drawing/2014/main" id="{180DED07-429A-A242-A9E3-1BBEEAF42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54" name="Freeform 1073">
              <a:extLst>
                <a:ext uri="{FF2B5EF4-FFF2-40B4-BE49-F238E27FC236}">
                  <a16:creationId xmlns:a16="http://schemas.microsoft.com/office/drawing/2014/main" id="{A86B5E1C-D4A7-804E-9345-DD2099CCF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55" name="Freeform 1074">
              <a:extLst>
                <a:ext uri="{FF2B5EF4-FFF2-40B4-BE49-F238E27FC236}">
                  <a16:creationId xmlns:a16="http://schemas.microsoft.com/office/drawing/2014/main" id="{278E44FF-9118-764F-B154-D54B6D088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grpSp>
          <p:nvGrpSpPr>
            <p:cNvPr id="156" name="Group 1075">
              <a:extLst>
                <a:ext uri="{FF2B5EF4-FFF2-40B4-BE49-F238E27FC236}">
                  <a16:creationId xmlns:a16="http://schemas.microsoft.com/office/drawing/2014/main" id="{B07A4D51-63EA-ED46-9283-3C066C8F80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63" name="Freeform 1076">
                <a:extLst>
                  <a:ext uri="{FF2B5EF4-FFF2-40B4-BE49-F238E27FC236}">
                    <a16:creationId xmlns:a16="http://schemas.microsoft.com/office/drawing/2014/main" id="{362CE3DF-6498-9044-80D1-5B57C954B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64" name="Freeform 1077">
                <a:extLst>
                  <a:ext uri="{FF2B5EF4-FFF2-40B4-BE49-F238E27FC236}">
                    <a16:creationId xmlns:a16="http://schemas.microsoft.com/office/drawing/2014/main" id="{232B6CC8-39FA-8E41-89F9-D454D1953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65" name="Freeform 1078">
                <a:extLst>
                  <a:ext uri="{FF2B5EF4-FFF2-40B4-BE49-F238E27FC236}">
                    <a16:creationId xmlns:a16="http://schemas.microsoft.com/office/drawing/2014/main" id="{14BE6CD7-1B00-AE45-A0A2-B46139077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66" name="Freeform 1079">
                <a:extLst>
                  <a:ext uri="{FF2B5EF4-FFF2-40B4-BE49-F238E27FC236}">
                    <a16:creationId xmlns:a16="http://schemas.microsoft.com/office/drawing/2014/main" id="{17D2993A-DA09-154C-81CE-F00D6DF0DB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67" name="Freeform 1080">
                <a:extLst>
                  <a:ext uri="{FF2B5EF4-FFF2-40B4-BE49-F238E27FC236}">
                    <a16:creationId xmlns:a16="http://schemas.microsoft.com/office/drawing/2014/main" id="{AD580132-3A72-CF47-B834-B58CA201F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68" name="Freeform 1081">
                <a:extLst>
                  <a:ext uri="{FF2B5EF4-FFF2-40B4-BE49-F238E27FC236}">
                    <a16:creationId xmlns:a16="http://schemas.microsoft.com/office/drawing/2014/main" id="{E900C928-6E45-6449-A6C9-3DBE801B0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</p:grpSp>
        <p:sp>
          <p:nvSpPr>
            <p:cNvPr id="157" name="Freeform 1082">
              <a:extLst>
                <a:ext uri="{FF2B5EF4-FFF2-40B4-BE49-F238E27FC236}">
                  <a16:creationId xmlns:a16="http://schemas.microsoft.com/office/drawing/2014/main" id="{1ECD1A08-63F7-2B4E-84E4-3FA628039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58" name="Freeform 1083">
              <a:extLst>
                <a:ext uri="{FF2B5EF4-FFF2-40B4-BE49-F238E27FC236}">
                  <a16:creationId xmlns:a16="http://schemas.microsoft.com/office/drawing/2014/main" id="{E0CE0778-AA7C-994B-8AC5-676F1A825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59" name="Freeform 1084">
              <a:extLst>
                <a:ext uri="{FF2B5EF4-FFF2-40B4-BE49-F238E27FC236}">
                  <a16:creationId xmlns:a16="http://schemas.microsoft.com/office/drawing/2014/main" id="{D2A296F6-56E0-0141-8E63-F209F1106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0" name="Freeform 1085">
              <a:extLst>
                <a:ext uri="{FF2B5EF4-FFF2-40B4-BE49-F238E27FC236}">
                  <a16:creationId xmlns:a16="http://schemas.microsoft.com/office/drawing/2014/main" id="{06824F88-EE84-D347-A023-F053DA4B2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1" name="Freeform 1086">
              <a:extLst>
                <a:ext uri="{FF2B5EF4-FFF2-40B4-BE49-F238E27FC236}">
                  <a16:creationId xmlns:a16="http://schemas.microsoft.com/office/drawing/2014/main" id="{36F4BB90-D696-0945-AC5D-7CBFD97A9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2" name="Freeform 1087">
              <a:extLst>
                <a:ext uri="{FF2B5EF4-FFF2-40B4-BE49-F238E27FC236}">
                  <a16:creationId xmlns:a16="http://schemas.microsoft.com/office/drawing/2014/main" id="{9FC45AEE-F94E-2C41-BB56-2055DE618B2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grpSp>
        <p:nvGrpSpPr>
          <p:cNvPr id="487" name="Group 590">
            <a:extLst>
              <a:ext uri="{FF2B5EF4-FFF2-40B4-BE49-F238E27FC236}">
                <a16:creationId xmlns:a16="http://schemas.microsoft.com/office/drawing/2014/main" id="{B2AAF0C3-BD73-634D-B492-B7CCF9735ED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811734" y="3984935"/>
            <a:ext cx="259223" cy="240227"/>
            <a:chOff x="2839" y="3501"/>
            <a:chExt cx="755" cy="803"/>
          </a:xfrm>
        </p:grpSpPr>
        <p:pic>
          <p:nvPicPr>
            <p:cNvPr id="488" name="Picture 591" descr="desktop_computer_stylized_medium">
              <a:extLst>
                <a:ext uri="{FF2B5EF4-FFF2-40B4-BE49-F238E27FC236}">
                  <a16:creationId xmlns:a16="http://schemas.microsoft.com/office/drawing/2014/main" id="{1B000E5D-AA79-9741-93EF-69776E79DC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9" name="Freeform 592">
              <a:extLst>
                <a:ext uri="{FF2B5EF4-FFF2-40B4-BE49-F238E27FC236}">
                  <a16:creationId xmlns:a16="http://schemas.microsoft.com/office/drawing/2014/main" id="{E285DBFE-A1C0-DE49-94FA-3F8D49F9A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490" name="Group 590">
            <a:extLst>
              <a:ext uri="{FF2B5EF4-FFF2-40B4-BE49-F238E27FC236}">
                <a16:creationId xmlns:a16="http://schemas.microsoft.com/office/drawing/2014/main" id="{A66A00B8-C906-204A-9EA8-BF8007089A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096680" y="4152633"/>
            <a:ext cx="259223" cy="240227"/>
            <a:chOff x="2839" y="3501"/>
            <a:chExt cx="755" cy="803"/>
          </a:xfrm>
        </p:grpSpPr>
        <p:pic>
          <p:nvPicPr>
            <p:cNvPr id="491" name="Picture 591" descr="desktop_computer_stylized_medium">
              <a:extLst>
                <a:ext uri="{FF2B5EF4-FFF2-40B4-BE49-F238E27FC236}">
                  <a16:creationId xmlns:a16="http://schemas.microsoft.com/office/drawing/2014/main" id="{0D26BE9F-5A6F-194D-95F5-9A26085A8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2" name="Freeform 592">
              <a:extLst>
                <a:ext uri="{FF2B5EF4-FFF2-40B4-BE49-F238E27FC236}">
                  <a16:creationId xmlns:a16="http://schemas.microsoft.com/office/drawing/2014/main" id="{F940FA7C-0178-FC42-989D-133C7D3EF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493" name="Group 590">
            <a:extLst>
              <a:ext uri="{FF2B5EF4-FFF2-40B4-BE49-F238E27FC236}">
                <a16:creationId xmlns:a16="http://schemas.microsoft.com/office/drawing/2014/main" id="{AADF67FB-3BE7-EF42-B8A5-B005B506931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395349" y="4168738"/>
            <a:ext cx="259223" cy="240227"/>
            <a:chOff x="2839" y="3501"/>
            <a:chExt cx="755" cy="803"/>
          </a:xfrm>
        </p:grpSpPr>
        <p:pic>
          <p:nvPicPr>
            <p:cNvPr id="494" name="Picture 591" descr="desktop_computer_stylized_medium">
              <a:extLst>
                <a:ext uri="{FF2B5EF4-FFF2-40B4-BE49-F238E27FC236}">
                  <a16:creationId xmlns:a16="http://schemas.microsoft.com/office/drawing/2014/main" id="{0BBC0FBB-DA3F-874A-8EBE-B51C772E0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592">
              <a:extLst>
                <a:ext uri="{FF2B5EF4-FFF2-40B4-BE49-F238E27FC236}">
                  <a16:creationId xmlns:a16="http://schemas.microsoft.com/office/drawing/2014/main" id="{A9932DBD-03D1-3E48-AE83-712DE720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496" name="Group 1064">
            <a:extLst>
              <a:ext uri="{FF2B5EF4-FFF2-40B4-BE49-F238E27FC236}">
                <a16:creationId xmlns:a16="http://schemas.microsoft.com/office/drawing/2014/main" id="{FC2552CF-9AC0-3243-8999-6808B911C762}"/>
              </a:ext>
            </a:extLst>
          </p:cNvPr>
          <p:cNvGrpSpPr>
            <a:grpSpLocks/>
          </p:cNvGrpSpPr>
          <p:nvPr/>
        </p:nvGrpSpPr>
        <p:grpSpPr bwMode="auto">
          <a:xfrm>
            <a:off x="7235377" y="4511766"/>
            <a:ext cx="239448" cy="190034"/>
            <a:chOff x="877" y="1008"/>
            <a:chExt cx="2747" cy="2591"/>
          </a:xfrm>
        </p:grpSpPr>
        <p:pic>
          <p:nvPicPr>
            <p:cNvPr id="497" name="Picture 1065" descr="antenna_stylized">
              <a:extLst>
                <a:ext uri="{FF2B5EF4-FFF2-40B4-BE49-F238E27FC236}">
                  <a16:creationId xmlns:a16="http://schemas.microsoft.com/office/drawing/2014/main" id="{87938519-94DB-D545-A29A-7EDE5E412B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8" name="Picture 1066" descr="laptop_keyboard">
              <a:extLst>
                <a:ext uri="{FF2B5EF4-FFF2-40B4-BE49-F238E27FC236}">
                  <a16:creationId xmlns:a16="http://schemas.microsoft.com/office/drawing/2014/main" id="{2D71707C-83CA-1C4B-8508-67E56E2ADD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9" name="Freeform 1067">
              <a:extLst>
                <a:ext uri="{FF2B5EF4-FFF2-40B4-BE49-F238E27FC236}">
                  <a16:creationId xmlns:a16="http://schemas.microsoft.com/office/drawing/2014/main" id="{73F0FEB4-8393-CC4E-8318-ED16B301B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050"/>
            </a:p>
          </p:txBody>
        </p:sp>
        <p:pic>
          <p:nvPicPr>
            <p:cNvPr id="500" name="Picture 1068" descr="screen">
              <a:extLst>
                <a:ext uri="{FF2B5EF4-FFF2-40B4-BE49-F238E27FC236}">
                  <a16:creationId xmlns:a16="http://schemas.microsoft.com/office/drawing/2014/main" id="{7FE7C88C-9EAD-8349-A46B-E909AEA657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" name="Freeform 1069">
              <a:extLst>
                <a:ext uri="{FF2B5EF4-FFF2-40B4-BE49-F238E27FC236}">
                  <a16:creationId xmlns:a16="http://schemas.microsoft.com/office/drawing/2014/main" id="{0DBCF6AD-8352-3C40-B68E-0383519D2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02" name="Freeform 1070">
              <a:extLst>
                <a:ext uri="{FF2B5EF4-FFF2-40B4-BE49-F238E27FC236}">
                  <a16:creationId xmlns:a16="http://schemas.microsoft.com/office/drawing/2014/main" id="{3C23673E-599F-5241-B844-C8F96A051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03" name="Freeform 1071">
              <a:extLst>
                <a:ext uri="{FF2B5EF4-FFF2-40B4-BE49-F238E27FC236}">
                  <a16:creationId xmlns:a16="http://schemas.microsoft.com/office/drawing/2014/main" id="{4D502A0C-8868-2C4E-B6B7-F46718640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04" name="Freeform 1072">
              <a:extLst>
                <a:ext uri="{FF2B5EF4-FFF2-40B4-BE49-F238E27FC236}">
                  <a16:creationId xmlns:a16="http://schemas.microsoft.com/office/drawing/2014/main" id="{154DEECF-C451-B140-A650-9DB9DCC41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05" name="Freeform 1073">
              <a:extLst>
                <a:ext uri="{FF2B5EF4-FFF2-40B4-BE49-F238E27FC236}">
                  <a16:creationId xmlns:a16="http://schemas.microsoft.com/office/drawing/2014/main" id="{61C09639-BDA6-1848-86B4-033F9F997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06" name="Freeform 1074">
              <a:extLst>
                <a:ext uri="{FF2B5EF4-FFF2-40B4-BE49-F238E27FC236}">
                  <a16:creationId xmlns:a16="http://schemas.microsoft.com/office/drawing/2014/main" id="{BBF9A35C-4B4A-604C-BCA3-20BC6C3D2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grpSp>
          <p:nvGrpSpPr>
            <p:cNvPr id="507" name="Group 1075">
              <a:extLst>
                <a:ext uri="{FF2B5EF4-FFF2-40B4-BE49-F238E27FC236}">
                  <a16:creationId xmlns:a16="http://schemas.microsoft.com/office/drawing/2014/main" id="{C228B10E-0BB1-8D40-9DB1-545E285C7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14" name="Freeform 1076">
                <a:extLst>
                  <a:ext uri="{FF2B5EF4-FFF2-40B4-BE49-F238E27FC236}">
                    <a16:creationId xmlns:a16="http://schemas.microsoft.com/office/drawing/2014/main" id="{DBE93115-3362-AE4D-A30A-337520C73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15" name="Freeform 1077">
                <a:extLst>
                  <a:ext uri="{FF2B5EF4-FFF2-40B4-BE49-F238E27FC236}">
                    <a16:creationId xmlns:a16="http://schemas.microsoft.com/office/drawing/2014/main" id="{E980EACA-94CF-194A-AC7A-1415DBB4C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16" name="Freeform 1078">
                <a:extLst>
                  <a:ext uri="{FF2B5EF4-FFF2-40B4-BE49-F238E27FC236}">
                    <a16:creationId xmlns:a16="http://schemas.microsoft.com/office/drawing/2014/main" id="{67C8CECC-A4D3-D543-A1C2-92A3DDD60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17" name="Freeform 1079">
                <a:extLst>
                  <a:ext uri="{FF2B5EF4-FFF2-40B4-BE49-F238E27FC236}">
                    <a16:creationId xmlns:a16="http://schemas.microsoft.com/office/drawing/2014/main" id="{DF7F90DA-E9FF-E64E-979A-F2C4CF6F2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18" name="Freeform 1080">
                <a:extLst>
                  <a:ext uri="{FF2B5EF4-FFF2-40B4-BE49-F238E27FC236}">
                    <a16:creationId xmlns:a16="http://schemas.microsoft.com/office/drawing/2014/main" id="{1FB7CFF5-5312-6B45-B1C9-1E8019D9A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19" name="Freeform 1081">
                <a:extLst>
                  <a:ext uri="{FF2B5EF4-FFF2-40B4-BE49-F238E27FC236}">
                    <a16:creationId xmlns:a16="http://schemas.microsoft.com/office/drawing/2014/main" id="{F6743163-40E8-634F-BDA5-FD850E9C9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</p:grpSp>
        <p:sp>
          <p:nvSpPr>
            <p:cNvPr id="508" name="Freeform 1082">
              <a:extLst>
                <a:ext uri="{FF2B5EF4-FFF2-40B4-BE49-F238E27FC236}">
                  <a16:creationId xmlns:a16="http://schemas.microsoft.com/office/drawing/2014/main" id="{5C688E93-8024-AF4A-9FAE-F872353A7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09" name="Freeform 1083">
              <a:extLst>
                <a:ext uri="{FF2B5EF4-FFF2-40B4-BE49-F238E27FC236}">
                  <a16:creationId xmlns:a16="http://schemas.microsoft.com/office/drawing/2014/main" id="{E2D8B864-6DD1-D042-9409-8862ACC1A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0" name="Freeform 1084">
              <a:extLst>
                <a:ext uri="{FF2B5EF4-FFF2-40B4-BE49-F238E27FC236}">
                  <a16:creationId xmlns:a16="http://schemas.microsoft.com/office/drawing/2014/main" id="{CC7A3F9E-B0BC-2945-B124-91C53102E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1" name="Freeform 1085">
              <a:extLst>
                <a:ext uri="{FF2B5EF4-FFF2-40B4-BE49-F238E27FC236}">
                  <a16:creationId xmlns:a16="http://schemas.microsoft.com/office/drawing/2014/main" id="{B8E20EA9-88B9-0A42-A470-7AF9E8810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2" name="Freeform 1086">
              <a:extLst>
                <a:ext uri="{FF2B5EF4-FFF2-40B4-BE49-F238E27FC236}">
                  <a16:creationId xmlns:a16="http://schemas.microsoft.com/office/drawing/2014/main" id="{A9D04135-B045-A743-95D7-CA5EF36EE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3" name="Freeform 1087">
              <a:extLst>
                <a:ext uri="{FF2B5EF4-FFF2-40B4-BE49-F238E27FC236}">
                  <a16:creationId xmlns:a16="http://schemas.microsoft.com/office/drawing/2014/main" id="{C0583F57-71B7-B142-BC2A-15444A0CF4E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grpSp>
        <p:nvGrpSpPr>
          <p:cNvPr id="72" name="Group 983">
            <a:extLst>
              <a:ext uri="{FF2B5EF4-FFF2-40B4-BE49-F238E27FC236}">
                <a16:creationId xmlns:a16="http://schemas.microsoft.com/office/drawing/2014/main" id="{105B6396-94AE-3641-98AD-7B23024BF303}"/>
              </a:ext>
            </a:extLst>
          </p:cNvPr>
          <p:cNvGrpSpPr>
            <a:grpSpLocks/>
          </p:cNvGrpSpPr>
          <p:nvPr/>
        </p:nvGrpSpPr>
        <p:grpSpPr bwMode="auto">
          <a:xfrm>
            <a:off x="7494656" y="4251431"/>
            <a:ext cx="128588" cy="261708"/>
            <a:chOff x="4140" y="429"/>
            <a:chExt cx="1425" cy="2396"/>
          </a:xfrm>
        </p:grpSpPr>
        <p:sp>
          <p:nvSpPr>
            <p:cNvPr id="175" name="Freeform 984">
              <a:extLst>
                <a:ext uri="{FF2B5EF4-FFF2-40B4-BE49-F238E27FC236}">
                  <a16:creationId xmlns:a16="http://schemas.microsoft.com/office/drawing/2014/main" id="{69921432-2526-D74B-B1B3-EF4990D57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6" name="Rectangle 985">
              <a:extLst>
                <a:ext uri="{FF2B5EF4-FFF2-40B4-BE49-F238E27FC236}">
                  <a16:creationId xmlns:a16="http://schemas.microsoft.com/office/drawing/2014/main" id="{372674DE-08A1-7340-A835-CB738EF1A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77" name="Freeform 986">
              <a:extLst>
                <a:ext uri="{FF2B5EF4-FFF2-40B4-BE49-F238E27FC236}">
                  <a16:creationId xmlns:a16="http://schemas.microsoft.com/office/drawing/2014/main" id="{210AB56E-8E3A-464C-BA90-E5EE13DE1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8" name="Freeform 987">
              <a:extLst>
                <a:ext uri="{FF2B5EF4-FFF2-40B4-BE49-F238E27FC236}">
                  <a16:creationId xmlns:a16="http://schemas.microsoft.com/office/drawing/2014/main" id="{4B6304D8-37E4-9743-9663-D2140A3373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9" name="Rectangle 988">
              <a:extLst>
                <a:ext uri="{FF2B5EF4-FFF2-40B4-BE49-F238E27FC236}">
                  <a16:creationId xmlns:a16="http://schemas.microsoft.com/office/drawing/2014/main" id="{01DA0D94-4858-4748-835A-0A295C76D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180" name="Group 989">
              <a:extLst>
                <a:ext uri="{FF2B5EF4-FFF2-40B4-BE49-F238E27FC236}">
                  <a16:creationId xmlns:a16="http://schemas.microsoft.com/office/drawing/2014/main" id="{653C7E87-1F7F-B94B-970F-8043BE6AD4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05" name="AutoShape 990">
                <a:extLst>
                  <a:ext uri="{FF2B5EF4-FFF2-40B4-BE49-F238E27FC236}">
                    <a16:creationId xmlns:a16="http://schemas.microsoft.com/office/drawing/2014/main" id="{9E8BF054-B12E-C746-9DCC-FFC0FBE11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6" name="AutoShape 991">
                <a:extLst>
                  <a:ext uri="{FF2B5EF4-FFF2-40B4-BE49-F238E27FC236}">
                    <a16:creationId xmlns:a16="http://schemas.microsoft.com/office/drawing/2014/main" id="{60A26098-3AC3-5F48-AF12-0376133BA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1" name="Rectangle 992">
              <a:extLst>
                <a:ext uri="{FF2B5EF4-FFF2-40B4-BE49-F238E27FC236}">
                  <a16:creationId xmlns:a16="http://schemas.microsoft.com/office/drawing/2014/main" id="{AB0AE9A0-AEC6-B542-BAA1-AD6A9E257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182" name="Group 993">
              <a:extLst>
                <a:ext uri="{FF2B5EF4-FFF2-40B4-BE49-F238E27FC236}">
                  <a16:creationId xmlns:a16="http://schemas.microsoft.com/office/drawing/2014/main" id="{2E23BBDE-93A3-014A-8AD9-509F2B1333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03" name="AutoShape 994">
                <a:extLst>
                  <a:ext uri="{FF2B5EF4-FFF2-40B4-BE49-F238E27FC236}">
                    <a16:creationId xmlns:a16="http://schemas.microsoft.com/office/drawing/2014/main" id="{CF10A6D2-6E36-BA46-8AB3-2A153E9EC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4" name="AutoShape 995">
                <a:extLst>
                  <a:ext uri="{FF2B5EF4-FFF2-40B4-BE49-F238E27FC236}">
                    <a16:creationId xmlns:a16="http://schemas.microsoft.com/office/drawing/2014/main" id="{964D14B2-2639-5A46-B2D5-48A8B0C319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3" name="Rectangle 996">
              <a:extLst>
                <a:ext uri="{FF2B5EF4-FFF2-40B4-BE49-F238E27FC236}">
                  <a16:creationId xmlns:a16="http://schemas.microsoft.com/office/drawing/2014/main" id="{426E7337-36DD-B64A-88F7-00D5A742F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84" name="Rectangle 997">
              <a:extLst>
                <a:ext uri="{FF2B5EF4-FFF2-40B4-BE49-F238E27FC236}">
                  <a16:creationId xmlns:a16="http://schemas.microsoft.com/office/drawing/2014/main" id="{BE4D7353-7D2D-9F42-8A6A-65BAA6259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185" name="Group 998">
              <a:extLst>
                <a:ext uri="{FF2B5EF4-FFF2-40B4-BE49-F238E27FC236}">
                  <a16:creationId xmlns:a16="http://schemas.microsoft.com/office/drawing/2014/main" id="{10644FFB-BF70-614B-94F5-58CB99D12E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01" name="AutoShape 999">
                <a:extLst>
                  <a:ext uri="{FF2B5EF4-FFF2-40B4-BE49-F238E27FC236}">
                    <a16:creationId xmlns:a16="http://schemas.microsoft.com/office/drawing/2014/main" id="{2EEDFBCE-8402-0442-A96B-A6412C51C6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2" name="AutoShape 1000">
                <a:extLst>
                  <a:ext uri="{FF2B5EF4-FFF2-40B4-BE49-F238E27FC236}">
                    <a16:creationId xmlns:a16="http://schemas.microsoft.com/office/drawing/2014/main" id="{5BBF678C-8365-374C-8592-2F40109183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6" name="Freeform 1001">
              <a:extLst>
                <a:ext uri="{FF2B5EF4-FFF2-40B4-BE49-F238E27FC236}">
                  <a16:creationId xmlns:a16="http://schemas.microsoft.com/office/drawing/2014/main" id="{43320BBC-6D3F-CE4C-AE57-EE45F3319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grpSp>
          <p:nvGrpSpPr>
            <p:cNvPr id="187" name="Group 1002">
              <a:extLst>
                <a:ext uri="{FF2B5EF4-FFF2-40B4-BE49-F238E27FC236}">
                  <a16:creationId xmlns:a16="http://schemas.microsoft.com/office/drawing/2014/main" id="{4ED748C4-471F-B74E-9328-2437DB94B8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9" name="AutoShape 1003">
                <a:extLst>
                  <a:ext uri="{FF2B5EF4-FFF2-40B4-BE49-F238E27FC236}">
                    <a16:creationId xmlns:a16="http://schemas.microsoft.com/office/drawing/2014/main" id="{DE163CA4-FABE-9B4C-973B-7160FB0CA8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0" name="AutoShape 1004">
                <a:extLst>
                  <a:ext uri="{FF2B5EF4-FFF2-40B4-BE49-F238E27FC236}">
                    <a16:creationId xmlns:a16="http://schemas.microsoft.com/office/drawing/2014/main" id="{D50A283A-2FFB-A24F-A406-2910EEA8C4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8" name="Rectangle 1005">
              <a:extLst>
                <a:ext uri="{FF2B5EF4-FFF2-40B4-BE49-F238E27FC236}">
                  <a16:creationId xmlns:a16="http://schemas.microsoft.com/office/drawing/2014/main" id="{42659E43-E287-8942-BD23-94141CB4B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89" name="Freeform 1006">
              <a:extLst>
                <a:ext uri="{FF2B5EF4-FFF2-40B4-BE49-F238E27FC236}">
                  <a16:creationId xmlns:a16="http://schemas.microsoft.com/office/drawing/2014/main" id="{48DEF8E3-26E3-0E48-88EA-BAB435AE5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90" name="Freeform 1007">
              <a:extLst>
                <a:ext uri="{FF2B5EF4-FFF2-40B4-BE49-F238E27FC236}">
                  <a16:creationId xmlns:a16="http://schemas.microsoft.com/office/drawing/2014/main" id="{7869EB64-11F6-624E-9B28-6986DD9D0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91" name="Oval 1008">
              <a:extLst>
                <a:ext uri="{FF2B5EF4-FFF2-40B4-BE49-F238E27FC236}">
                  <a16:creationId xmlns:a16="http://schemas.microsoft.com/office/drawing/2014/main" id="{322E0F0C-40A1-7E43-B9BC-A271C6411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2" name="Freeform 1009">
              <a:extLst>
                <a:ext uri="{FF2B5EF4-FFF2-40B4-BE49-F238E27FC236}">
                  <a16:creationId xmlns:a16="http://schemas.microsoft.com/office/drawing/2014/main" id="{2C34A91D-8DF1-DE40-8F88-B7AB2BE63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93" name="AutoShape 1010">
              <a:extLst>
                <a:ext uri="{FF2B5EF4-FFF2-40B4-BE49-F238E27FC236}">
                  <a16:creationId xmlns:a16="http://schemas.microsoft.com/office/drawing/2014/main" id="{C10585A3-5046-F44C-A720-1B5360D1A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4" name="AutoShape 1011">
              <a:extLst>
                <a:ext uri="{FF2B5EF4-FFF2-40B4-BE49-F238E27FC236}">
                  <a16:creationId xmlns:a16="http://schemas.microsoft.com/office/drawing/2014/main" id="{0F1CC371-A8A5-1146-9D54-06BA5783B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5" name="Oval 1012">
              <a:extLst>
                <a:ext uri="{FF2B5EF4-FFF2-40B4-BE49-F238E27FC236}">
                  <a16:creationId xmlns:a16="http://schemas.microsoft.com/office/drawing/2014/main" id="{165ACFDB-EB0A-EF4A-A53B-E952BF38B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6" name="Oval 1013">
              <a:extLst>
                <a:ext uri="{FF2B5EF4-FFF2-40B4-BE49-F238E27FC236}">
                  <a16:creationId xmlns:a16="http://schemas.microsoft.com/office/drawing/2014/main" id="{8E1C86F1-E8A5-AB43-9FBE-05329F11F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7" name="Oval 1014">
              <a:extLst>
                <a:ext uri="{FF2B5EF4-FFF2-40B4-BE49-F238E27FC236}">
                  <a16:creationId xmlns:a16="http://schemas.microsoft.com/office/drawing/2014/main" id="{0C189499-8A09-3E4B-B216-1DBC5D3CD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8" name="Rectangle 1015">
              <a:extLst>
                <a:ext uri="{FF2B5EF4-FFF2-40B4-BE49-F238E27FC236}">
                  <a16:creationId xmlns:a16="http://schemas.microsoft.com/office/drawing/2014/main" id="{F801E0C5-03DC-4947-89BB-24F841D73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11D2D3D5-CF37-8945-8D0A-CBA0214240EA}"/>
              </a:ext>
            </a:extLst>
          </p:cNvPr>
          <p:cNvGrpSpPr/>
          <p:nvPr/>
        </p:nvGrpSpPr>
        <p:grpSpPr>
          <a:xfrm>
            <a:off x="5710412" y="1580973"/>
            <a:ext cx="2655296" cy="2800300"/>
            <a:chOff x="7619038" y="2102861"/>
            <a:chExt cx="3540395" cy="3733733"/>
          </a:xfrm>
        </p:grpSpPr>
        <p:sp>
          <p:nvSpPr>
            <p:cNvPr id="239" name="Line 426">
              <a:extLst>
                <a:ext uri="{FF2B5EF4-FFF2-40B4-BE49-F238E27FC236}">
                  <a16:creationId xmlns:a16="http://schemas.microsoft.com/office/drawing/2014/main" id="{DDAEB50C-98DD-DA43-B9C4-9AB7F9ED5B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3016" y="2695257"/>
              <a:ext cx="227964" cy="174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  <p:grpSp>
          <p:nvGrpSpPr>
            <p:cNvPr id="241" name="Group 783">
              <a:extLst>
                <a:ext uri="{FF2B5EF4-FFF2-40B4-BE49-F238E27FC236}">
                  <a16:creationId xmlns:a16="http://schemas.microsoft.com/office/drawing/2014/main" id="{02FEAFB4-9831-B64A-9F54-92C532E8F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55854" y="2304274"/>
              <a:ext cx="298450" cy="464008"/>
              <a:chOff x="3130" y="3288"/>
              <a:chExt cx="410" cy="742"/>
            </a:xfrm>
          </p:grpSpPr>
          <p:sp>
            <p:nvSpPr>
              <p:cNvPr id="244" name="Line 270">
                <a:extLst>
                  <a:ext uri="{FF2B5EF4-FFF2-40B4-BE49-F238E27FC236}">
                    <a16:creationId xmlns:a16="http://schemas.microsoft.com/office/drawing/2014/main" id="{A9300902-94F3-8949-9A54-8B95986ACB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45" name="Line 271">
                <a:extLst>
                  <a:ext uri="{FF2B5EF4-FFF2-40B4-BE49-F238E27FC236}">
                    <a16:creationId xmlns:a16="http://schemas.microsoft.com/office/drawing/2014/main" id="{B93F32E3-8690-BD4B-B848-94E1FAAB5E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46" name="Line 272">
                <a:extLst>
                  <a:ext uri="{FF2B5EF4-FFF2-40B4-BE49-F238E27FC236}">
                    <a16:creationId xmlns:a16="http://schemas.microsoft.com/office/drawing/2014/main" id="{AB0BEDC3-F0F0-4E42-A55F-57AC0548D5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47" name="Line 273">
                <a:extLst>
                  <a:ext uri="{FF2B5EF4-FFF2-40B4-BE49-F238E27FC236}">
                    <a16:creationId xmlns:a16="http://schemas.microsoft.com/office/drawing/2014/main" id="{3AF299DE-8F54-D84C-B398-5B3B44C53A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48" name="Line 274">
                <a:extLst>
                  <a:ext uri="{FF2B5EF4-FFF2-40B4-BE49-F238E27FC236}">
                    <a16:creationId xmlns:a16="http://schemas.microsoft.com/office/drawing/2014/main" id="{C2005C3C-C4BA-FD44-A127-E5C4FE594D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49" name="Line 275">
                <a:extLst>
                  <a:ext uri="{FF2B5EF4-FFF2-40B4-BE49-F238E27FC236}">
                    <a16:creationId xmlns:a16="http://schemas.microsoft.com/office/drawing/2014/main" id="{948DF918-9246-AF45-A55F-C5B743663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0" name="Line 276">
                <a:extLst>
                  <a:ext uri="{FF2B5EF4-FFF2-40B4-BE49-F238E27FC236}">
                    <a16:creationId xmlns:a16="http://schemas.microsoft.com/office/drawing/2014/main" id="{3D1534AB-9253-A140-B4C5-81F085C452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1" name="Line 277">
                <a:extLst>
                  <a:ext uri="{FF2B5EF4-FFF2-40B4-BE49-F238E27FC236}">
                    <a16:creationId xmlns:a16="http://schemas.microsoft.com/office/drawing/2014/main" id="{3BA377A2-6A51-F64B-AA8B-4FB90FAA7D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2" name="Line 278">
                <a:extLst>
                  <a:ext uri="{FF2B5EF4-FFF2-40B4-BE49-F238E27FC236}">
                    <a16:creationId xmlns:a16="http://schemas.microsoft.com/office/drawing/2014/main" id="{FA310FA6-4B1E-0047-8066-8AF44673F2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3" name="Line 279">
                <a:extLst>
                  <a:ext uri="{FF2B5EF4-FFF2-40B4-BE49-F238E27FC236}">
                    <a16:creationId xmlns:a16="http://schemas.microsoft.com/office/drawing/2014/main" id="{254B094E-F3D3-0F46-BF4E-A226644B01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4" name="Line 280">
                <a:extLst>
                  <a:ext uri="{FF2B5EF4-FFF2-40B4-BE49-F238E27FC236}">
                    <a16:creationId xmlns:a16="http://schemas.microsoft.com/office/drawing/2014/main" id="{9805319A-9CA5-7340-811A-8DBCB5A2BA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5" name="Line 281">
                <a:extLst>
                  <a:ext uri="{FF2B5EF4-FFF2-40B4-BE49-F238E27FC236}">
                    <a16:creationId xmlns:a16="http://schemas.microsoft.com/office/drawing/2014/main" id="{6042C4DF-7427-904B-A064-26708AF480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6" name="Line 282">
                <a:extLst>
                  <a:ext uri="{FF2B5EF4-FFF2-40B4-BE49-F238E27FC236}">
                    <a16:creationId xmlns:a16="http://schemas.microsoft.com/office/drawing/2014/main" id="{21FF36A4-E56F-C94A-8E67-9A6E4DA844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7" name="Line 283">
                <a:extLst>
                  <a:ext uri="{FF2B5EF4-FFF2-40B4-BE49-F238E27FC236}">
                    <a16:creationId xmlns:a16="http://schemas.microsoft.com/office/drawing/2014/main" id="{C6A0831D-FA2C-E744-8FE0-FDFDDB5FDD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  <p:sp>
            <p:nvSpPr>
              <p:cNvPr id="258" name="Line 284">
                <a:extLst>
                  <a:ext uri="{FF2B5EF4-FFF2-40B4-BE49-F238E27FC236}">
                    <a16:creationId xmlns:a16="http://schemas.microsoft.com/office/drawing/2014/main" id="{65548550-729A-4849-9DC4-127F8FE86B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050"/>
              </a:p>
            </p:txBody>
          </p:sp>
        </p:grpSp>
        <p:pic>
          <p:nvPicPr>
            <p:cNvPr id="261" name="Picture 777" descr="access_point_stylized_small">
              <a:extLst>
                <a:ext uri="{FF2B5EF4-FFF2-40B4-BE49-F238E27FC236}">
                  <a16:creationId xmlns:a16="http://schemas.microsoft.com/office/drawing/2014/main" id="{FA9A412B-D725-D449-8707-A3626DCB48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9" name="Picture 780" descr="access_point_stylized_small">
              <a:extLst>
                <a:ext uri="{FF2B5EF4-FFF2-40B4-BE49-F238E27FC236}">
                  <a16:creationId xmlns:a16="http://schemas.microsoft.com/office/drawing/2014/main" id="{AC22920E-0555-BA45-9B6A-B76172153C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71" name="Group 470">
              <a:extLst>
                <a:ext uri="{FF2B5EF4-FFF2-40B4-BE49-F238E27FC236}">
                  <a16:creationId xmlns:a16="http://schemas.microsoft.com/office/drawing/2014/main" id="{DE035BC7-2762-3044-BE80-C91EC827E65C}"/>
                </a:ext>
              </a:extLst>
            </p:cNvPr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472" name="Freeform 471">
                <a:extLst>
                  <a:ext uri="{FF2B5EF4-FFF2-40B4-BE49-F238E27FC236}">
                    <a16:creationId xmlns:a16="http://schemas.microsoft.com/office/drawing/2014/main" id="{BEE06200-7AF9-4A43-9447-2349DCBFF947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473" name="Oval 472">
                <a:extLst>
                  <a:ext uri="{FF2B5EF4-FFF2-40B4-BE49-F238E27FC236}">
                    <a16:creationId xmlns:a16="http://schemas.microsoft.com/office/drawing/2014/main" id="{3340A80C-5091-6D49-89E5-375F02E9486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474" name="Group 473">
                <a:extLst>
                  <a:ext uri="{FF2B5EF4-FFF2-40B4-BE49-F238E27FC236}">
                    <a16:creationId xmlns:a16="http://schemas.microsoft.com/office/drawing/2014/main" id="{B2821126-95C5-B044-AEBC-BA333FAF6B2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75" name="Freeform 474">
                  <a:extLst>
                    <a:ext uri="{FF2B5EF4-FFF2-40B4-BE49-F238E27FC236}">
                      <a16:creationId xmlns:a16="http://schemas.microsoft.com/office/drawing/2014/main" id="{B76A81D4-5DC8-C241-B209-B819BC6D74F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76" name="Freeform 475">
                  <a:extLst>
                    <a:ext uri="{FF2B5EF4-FFF2-40B4-BE49-F238E27FC236}">
                      <a16:creationId xmlns:a16="http://schemas.microsoft.com/office/drawing/2014/main" id="{6F6ED06A-086C-754C-BE82-59E2830CF0D9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77" name="Freeform 476">
                  <a:extLst>
                    <a:ext uri="{FF2B5EF4-FFF2-40B4-BE49-F238E27FC236}">
                      <a16:creationId xmlns:a16="http://schemas.microsoft.com/office/drawing/2014/main" id="{A32340AB-4CC3-5442-987B-A47EF2040F1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78" name="Freeform 477">
                  <a:extLst>
                    <a:ext uri="{FF2B5EF4-FFF2-40B4-BE49-F238E27FC236}">
                      <a16:creationId xmlns:a16="http://schemas.microsoft.com/office/drawing/2014/main" id="{AC0AB71B-FD2B-9C4A-AE22-B586FC33568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20" name="Group 519">
              <a:extLst>
                <a:ext uri="{FF2B5EF4-FFF2-40B4-BE49-F238E27FC236}">
                  <a16:creationId xmlns:a16="http://schemas.microsoft.com/office/drawing/2014/main" id="{60B6F784-668B-5D4B-A622-66CCE6350B84}"/>
                </a:ext>
              </a:extLst>
            </p:cNvPr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521" name="Rectangle 520">
                <a:extLst>
                  <a:ext uri="{FF2B5EF4-FFF2-40B4-BE49-F238E27FC236}">
                    <a16:creationId xmlns:a16="http://schemas.microsoft.com/office/drawing/2014/main" id="{275B9F34-60F1-4A43-AAD4-D58802DAAC8F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22" name="Freeform 521">
                <a:extLst>
                  <a:ext uri="{FF2B5EF4-FFF2-40B4-BE49-F238E27FC236}">
                    <a16:creationId xmlns:a16="http://schemas.microsoft.com/office/drawing/2014/main" id="{778A1510-2C69-F848-B6B3-6C73FF163690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grpSp>
            <p:nvGrpSpPr>
              <p:cNvPr id="523" name="Group 522">
                <a:extLst>
                  <a:ext uri="{FF2B5EF4-FFF2-40B4-BE49-F238E27FC236}">
                    <a16:creationId xmlns:a16="http://schemas.microsoft.com/office/drawing/2014/main" id="{85BFF772-B3A6-F548-BDE0-8AEB95F33FBE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24" name="Freeform 523">
                  <a:extLst>
                    <a:ext uri="{FF2B5EF4-FFF2-40B4-BE49-F238E27FC236}">
                      <a16:creationId xmlns:a16="http://schemas.microsoft.com/office/drawing/2014/main" id="{B37A32DB-8119-5447-A58C-87AD1FDF0EB7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25" name="Freeform 524">
                  <a:extLst>
                    <a:ext uri="{FF2B5EF4-FFF2-40B4-BE49-F238E27FC236}">
                      <a16:creationId xmlns:a16="http://schemas.microsoft.com/office/drawing/2014/main" id="{58EF4D92-6D83-864D-92A9-A12640536887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26" name="Freeform 525">
                  <a:extLst>
                    <a:ext uri="{FF2B5EF4-FFF2-40B4-BE49-F238E27FC236}">
                      <a16:creationId xmlns:a16="http://schemas.microsoft.com/office/drawing/2014/main" id="{79E03014-7882-0546-B7FE-50715AB53593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27" name="Freeform 526">
                  <a:extLst>
                    <a:ext uri="{FF2B5EF4-FFF2-40B4-BE49-F238E27FC236}">
                      <a16:creationId xmlns:a16="http://schemas.microsoft.com/office/drawing/2014/main" id="{530508B2-B7B9-B347-8151-5F7967C6BEDA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479" name="Group 478">
              <a:extLst>
                <a:ext uri="{FF2B5EF4-FFF2-40B4-BE49-F238E27FC236}">
                  <a16:creationId xmlns:a16="http://schemas.microsoft.com/office/drawing/2014/main" id="{11A03BFE-097D-3B42-AA2B-11FFEA70FF5B}"/>
                </a:ext>
              </a:extLst>
            </p:cNvPr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480" name="Freeform 479">
                <a:extLst>
                  <a:ext uri="{FF2B5EF4-FFF2-40B4-BE49-F238E27FC236}">
                    <a16:creationId xmlns:a16="http://schemas.microsoft.com/office/drawing/2014/main" id="{89B10910-D4AF-3246-860A-25F1D908938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481" name="Oval 480">
                <a:extLst>
                  <a:ext uri="{FF2B5EF4-FFF2-40B4-BE49-F238E27FC236}">
                    <a16:creationId xmlns:a16="http://schemas.microsoft.com/office/drawing/2014/main" id="{F9BAB47F-DDD3-BE44-9A9E-FC2F67051936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482" name="Group 481">
                <a:extLst>
                  <a:ext uri="{FF2B5EF4-FFF2-40B4-BE49-F238E27FC236}">
                    <a16:creationId xmlns:a16="http://schemas.microsoft.com/office/drawing/2014/main" id="{753018A5-48AB-6D40-BB99-E6281192F8D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83" name="Freeform 482">
                  <a:extLst>
                    <a:ext uri="{FF2B5EF4-FFF2-40B4-BE49-F238E27FC236}">
                      <a16:creationId xmlns:a16="http://schemas.microsoft.com/office/drawing/2014/main" id="{BD7DB5A0-40AC-504F-93F8-89A5617E2AE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84" name="Freeform 483">
                  <a:extLst>
                    <a:ext uri="{FF2B5EF4-FFF2-40B4-BE49-F238E27FC236}">
                      <a16:creationId xmlns:a16="http://schemas.microsoft.com/office/drawing/2014/main" id="{DBEBB83D-40BF-8849-BAAA-59AB22EA085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85" name="Freeform 484">
                  <a:extLst>
                    <a:ext uri="{FF2B5EF4-FFF2-40B4-BE49-F238E27FC236}">
                      <a16:creationId xmlns:a16="http://schemas.microsoft.com/office/drawing/2014/main" id="{18930CC0-2525-0C49-9555-463122A4FBB4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86" name="Freeform 485">
                  <a:extLst>
                    <a:ext uri="{FF2B5EF4-FFF2-40B4-BE49-F238E27FC236}">
                      <a16:creationId xmlns:a16="http://schemas.microsoft.com/office/drawing/2014/main" id="{0C651989-7B8A-F043-A1B6-F47D8764FCE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DE45D3AB-47E3-364E-81D6-324D69CE101C}"/>
                </a:ext>
              </a:extLst>
            </p:cNvPr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530" name="Rectangle 529">
                <a:extLst>
                  <a:ext uri="{FF2B5EF4-FFF2-40B4-BE49-F238E27FC236}">
                    <a16:creationId xmlns:a16="http://schemas.microsoft.com/office/drawing/2014/main" id="{72425686-3D93-0646-A923-6ADF75485CDC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31" name="Freeform 530">
                <a:extLst>
                  <a:ext uri="{FF2B5EF4-FFF2-40B4-BE49-F238E27FC236}">
                    <a16:creationId xmlns:a16="http://schemas.microsoft.com/office/drawing/2014/main" id="{6ADFF160-CF04-7049-A6D4-1C789FDD39AE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grpSp>
            <p:nvGrpSpPr>
              <p:cNvPr id="532" name="Group 531">
                <a:extLst>
                  <a:ext uri="{FF2B5EF4-FFF2-40B4-BE49-F238E27FC236}">
                    <a16:creationId xmlns:a16="http://schemas.microsoft.com/office/drawing/2014/main" id="{AFDD9D33-8D17-F840-A9A5-3807DD3BA314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33" name="Freeform 532">
                  <a:extLst>
                    <a:ext uri="{FF2B5EF4-FFF2-40B4-BE49-F238E27FC236}">
                      <a16:creationId xmlns:a16="http://schemas.microsoft.com/office/drawing/2014/main" id="{3AF3452D-972F-6944-8123-ECA4288786DF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34" name="Freeform 533">
                  <a:extLst>
                    <a:ext uri="{FF2B5EF4-FFF2-40B4-BE49-F238E27FC236}">
                      <a16:creationId xmlns:a16="http://schemas.microsoft.com/office/drawing/2014/main" id="{BA43E42C-CD9B-1744-BEEC-9E664114AC8E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35" name="Freeform 534">
                  <a:extLst>
                    <a:ext uri="{FF2B5EF4-FFF2-40B4-BE49-F238E27FC236}">
                      <a16:creationId xmlns:a16="http://schemas.microsoft.com/office/drawing/2014/main" id="{42EF7BB0-4257-F646-805E-AFBA92B62F9D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36" name="Freeform 535">
                  <a:extLst>
                    <a:ext uri="{FF2B5EF4-FFF2-40B4-BE49-F238E27FC236}">
                      <a16:creationId xmlns:a16="http://schemas.microsoft.com/office/drawing/2014/main" id="{95AEC175-56C0-C14B-9DC5-693400B124AB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CBD7A282-C22D-714A-88F1-C7D4EDD107F8}"/>
                </a:ext>
              </a:extLst>
            </p:cNvPr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408" name="Freeform 407">
                <a:extLst>
                  <a:ext uri="{FF2B5EF4-FFF2-40B4-BE49-F238E27FC236}">
                    <a16:creationId xmlns:a16="http://schemas.microsoft.com/office/drawing/2014/main" id="{3C206862-9269-EE48-877D-EE261101A443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409" name="Oval 408">
                <a:extLst>
                  <a:ext uri="{FF2B5EF4-FFF2-40B4-BE49-F238E27FC236}">
                    <a16:creationId xmlns:a16="http://schemas.microsoft.com/office/drawing/2014/main" id="{9B69A2C6-F31C-E749-B77A-1818B15E1B36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410" name="Group 409">
                <a:extLst>
                  <a:ext uri="{FF2B5EF4-FFF2-40B4-BE49-F238E27FC236}">
                    <a16:creationId xmlns:a16="http://schemas.microsoft.com/office/drawing/2014/main" id="{08BE9AB8-F5DA-4D4A-9621-9AB05D691F0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1" name="Freeform 410">
                  <a:extLst>
                    <a:ext uri="{FF2B5EF4-FFF2-40B4-BE49-F238E27FC236}">
                      <a16:creationId xmlns:a16="http://schemas.microsoft.com/office/drawing/2014/main" id="{56E730F0-5BB3-6446-9D5B-82D51B9EDAF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12" name="Freeform 411">
                  <a:extLst>
                    <a:ext uri="{FF2B5EF4-FFF2-40B4-BE49-F238E27FC236}">
                      <a16:creationId xmlns:a16="http://schemas.microsoft.com/office/drawing/2014/main" id="{5BA37E27-2FC6-BA43-8A97-14171CB51FDD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13" name="Freeform 412">
                  <a:extLst>
                    <a:ext uri="{FF2B5EF4-FFF2-40B4-BE49-F238E27FC236}">
                      <a16:creationId xmlns:a16="http://schemas.microsoft.com/office/drawing/2014/main" id="{CCB37CB3-304F-6144-85D0-8B420BDD088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14" name="Freeform 413">
                  <a:extLst>
                    <a:ext uri="{FF2B5EF4-FFF2-40B4-BE49-F238E27FC236}">
                      <a16:creationId xmlns:a16="http://schemas.microsoft.com/office/drawing/2014/main" id="{BD0CA8E5-A033-834A-A402-E2EFB2FBBFC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F0DE4078-0801-A244-9A82-F7502B8B24A0}"/>
                </a:ext>
              </a:extLst>
            </p:cNvPr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416" name="Freeform 415">
                <a:extLst>
                  <a:ext uri="{FF2B5EF4-FFF2-40B4-BE49-F238E27FC236}">
                    <a16:creationId xmlns:a16="http://schemas.microsoft.com/office/drawing/2014/main" id="{EA784F43-D793-4342-92F3-EBC3632212A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417" name="Oval 416">
                <a:extLst>
                  <a:ext uri="{FF2B5EF4-FFF2-40B4-BE49-F238E27FC236}">
                    <a16:creationId xmlns:a16="http://schemas.microsoft.com/office/drawing/2014/main" id="{75841943-4184-5D4E-AAD4-8FEAC9D7330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418" name="Group 417">
                <a:extLst>
                  <a:ext uri="{FF2B5EF4-FFF2-40B4-BE49-F238E27FC236}">
                    <a16:creationId xmlns:a16="http://schemas.microsoft.com/office/drawing/2014/main" id="{23FBC748-DCBA-AA41-A6F7-895374D50CD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9" name="Freeform 418">
                  <a:extLst>
                    <a:ext uri="{FF2B5EF4-FFF2-40B4-BE49-F238E27FC236}">
                      <a16:creationId xmlns:a16="http://schemas.microsoft.com/office/drawing/2014/main" id="{96DA1F2B-2063-8C40-BF46-086C20D317A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20" name="Freeform 419">
                  <a:extLst>
                    <a:ext uri="{FF2B5EF4-FFF2-40B4-BE49-F238E27FC236}">
                      <a16:creationId xmlns:a16="http://schemas.microsoft.com/office/drawing/2014/main" id="{8A1EF987-02EE-DA4D-8224-02537D5034D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21" name="Freeform 420">
                  <a:extLst>
                    <a:ext uri="{FF2B5EF4-FFF2-40B4-BE49-F238E27FC236}">
                      <a16:creationId xmlns:a16="http://schemas.microsoft.com/office/drawing/2014/main" id="{1FC5854A-AF8F-6841-92AD-B18DDAF1E99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22" name="Freeform 421">
                  <a:extLst>
                    <a:ext uri="{FF2B5EF4-FFF2-40B4-BE49-F238E27FC236}">
                      <a16:creationId xmlns:a16="http://schemas.microsoft.com/office/drawing/2014/main" id="{A510FA68-BEB6-B54A-A1D4-984168F8571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455" name="Group 454">
              <a:extLst>
                <a:ext uri="{FF2B5EF4-FFF2-40B4-BE49-F238E27FC236}">
                  <a16:creationId xmlns:a16="http://schemas.microsoft.com/office/drawing/2014/main" id="{52B7B73B-1125-084D-8669-C68CC371DDC6}"/>
                </a:ext>
              </a:extLst>
            </p:cNvPr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456" name="Freeform 455">
                <a:extLst>
                  <a:ext uri="{FF2B5EF4-FFF2-40B4-BE49-F238E27FC236}">
                    <a16:creationId xmlns:a16="http://schemas.microsoft.com/office/drawing/2014/main" id="{3196A4F9-B139-4D4B-B210-0318216604F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457" name="Oval 456">
                <a:extLst>
                  <a:ext uri="{FF2B5EF4-FFF2-40B4-BE49-F238E27FC236}">
                    <a16:creationId xmlns:a16="http://schemas.microsoft.com/office/drawing/2014/main" id="{1D1C7F3A-BE45-014B-AF9C-58CA77DA029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458" name="Group 457">
                <a:extLst>
                  <a:ext uri="{FF2B5EF4-FFF2-40B4-BE49-F238E27FC236}">
                    <a16:creationId xmlns:a16="http://schemas.microsoft.com/office/drawing/2014/main" id="{83DFFE47-64E8-F54C-8ABC-E896DA957F0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59" name="Freeform 458">
                  <a:extLst>
                    <a:ext uri="{FF2B5EF4-FFF2-40B4-BE49-F238E27FC236}">
                      <a16:creationId xmlns:a16="http://schemas.microsoft.com/office/drawing/2014/main" id="{2A9F0EE2-8F99-EB4D-9331-7AE3BDCBE9C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60" name="Freeform 459">
                  <a:extLst>
                    <a:ext uri="{FF2B5EF4-FFF2-40B4-BE49-F238E27FC236}">
                      <a16:creationId xmlns:a16="http://schemas.microsoft.com/office/drawing/2014/main" id="{2E314A90-8DB8-2A49-8BB6-D51C2DAE9CF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61" name="Freeform 460">
                  <a:extLst>
                    <a:ext uri="{FF2B5EF4-FFF2-40B4-BE49-F238E27FC236}">
                      <a16:creationId xmlns:a16="http://schemas.microsoft.com/office/drawing/2014/main" id="{7D8C0277-204E-2B4D-B954-94739B9DE72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62" name="Freeform 461">
                  <a:extLst>
                    <a:ext uri="{FF2B5EF4-FFF2-40B4-BE49-F238E27FC236}">
                      <a16:creationId xmlns:a16="http://schemas.microsoft.com/office/drawing/2014/main" id="{69955D3C-6D1B-EA40-8228-73DF01564152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615" name="Group 614">
              <a:extLst>
                <a:ext uri="{FF2B5EF4-FFF2-40B4-BE49-F238E27FC236}">
                  <a16:creationId xmlns:a16="http://schemas.microsoft.com/office/drawing/2014/main" id="{E166183D-5423-4E4A-AD63-A361EDE184C0}"/>
                </a:ext>
              </a:extLst>
            </p:cNvPr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616" name="Freeform 615">
                <a:extLst>
                  <a:ext uri="{FF2B5EF4-FFF2-40B4-BE49-F238E27FC236}">
                    <a16:creationId xmlns:a16="http://schemas.microsoft.com/office/drawing/2014/main" id="{8470D159-2329-7F46-9191-000B96A32C7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617" name="Oval 616">
                <a:extLst>
                  <a:ext uri="{FF2B5EF4-FFF2-40B4-BE49-F238E27FC236}">
                    <a16:creationId xmlns:a16="http://schemas.microsoft.com/office/drawing/2014/main" id="{825BDAE5-F4DB-9148-9BC8-0F6F2D1E653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618" name="Group 617">
                <a:extLst>
                  <a:ext uri="{FF2B5EF4-FFF2-40B4-BE49-F238E27FC236}">
                    <a16:creationId xmlns:a16="http://schemas.microsoft.com/office/drawing/2014/main" id="{237F0420-A845-064A-97A2-458F63D673C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9" name="Freeform 618">
                  <a:extLst>
                    <a:ext uri="{FF2B5EF4-FFF2-40B4-BE49-F238E27FC236}">
                      <a16:creationId xmlns:a16="http://schemas.microsoft.com/office/drawing/2014/main" id="{D11109B9-8A56-A945-BA04-5A564B10300A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20" name="Freeform 619">
                  <a:extLst>
                    <a:ext uri="{FF2B5EF4-FFF2-40B4-BE49-F238E27FC236}">
                      <a16:creationId xmlns:a16="http://schemas.microsoft.com/office/drawing/2014/main" id="{170AB2AC-06DB-034E-A5C4-0C8F62E3BE4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21" name="Freeform 620">
                  <a:extLst>
                    <a:ext uri="{FF2B5EF4-FFF2-40B4-BE49-F238E27FC236}">
                      <a16:creationId xmlns:a16="http://schemas.microsoft.com/office/drawing/2014/main" id="{E41AEAC2-F85C-4A4E-B0B9-D5C02217D60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22" name="Freeform 621">
                  <a:extLst>
                    <a:ext uri="{FF2B5EF4-FFF2-40B4-BE49-F238E27FC236}">
                      <a16:creationId xmlns:a16="http://schemas.microsoft.com/office/drawing/2014/main" id="{7955A7EE-741F-9740-8344-A2BC817675A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77" name="Group 576">
              <a:extLst>
                <a:ext uri="{FF2B5EF4-FFF2-40B4-BE49-F238E27FC236}">
                  <a16:creationId xmlns:a16="http://schemas.microsoft.com/office/drawing/2014/main" id="{C471E59B-7A0B-AE4F-95D6-F76514D2D55A}"/>
                </a:ext>
              </a:extLst>
            </p:cNvPr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578" name="Freeform 577">
                <a:extLst>
                  <a:ext uri="{FF2B5EF4-FFF2-40B4-BE49-F238E27FC236}">
                    <a16:creationId xmlns:a16="http://schemas.microsoft.com/office/drawing/2014/main" id="{8CD016E7-5480-8E4E-94F7-201A1C6046D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579" name="Oval 578">
                <a:extLst>
                  <a:ext uri="{FF2B5EF4-FFF2-40B4-BE49-F238E27FC236}">
                    <a16:creationId xmlns:a16="http://schemas.microsoft.com/office/drawing/2014/main" id="{593A573C-B6D6-684E-BA73-8F7F7FA8D57C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580" name="Group 579">
                <a:extLst>
                  <a:ext uri="{FF2B5EF4-FFF2-40B4-BE49-F238E27FC236}">
                    <a16:creationId xmlns:a16="http://schemas.microsoft.com/office/drawing/2014/main" id="{2C09AC60-D16C-A948-B25E-01CF60EAAD7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1" name="Freeform 580">
                  <a:extLst>
                    <a:ext uri="{FF2B5EF4-FFF2-40B4-BE49-F238E27FC236}">
                      <a16:creationId xmlns:a16="http://schemas.microsoft.com/office/drawing/2014/main" id="{D9A85682-B6A6-2344-B24D-66A792630B3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82" name="Freeform 581">
                  <a:extLst>
                    <a:ext uri="{FF2B5EF4-FFF2-40B4-BE49-F238E27FC236}">
                      <a16:creationId xmlns:a16="http://schemas.microsoft.com/office/drawing/2014/main" id="{52EBCF47-0621-B64C-B884-20683D14D92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83" name="Freeform 582">
                  <a:extLst>
                    <a:ext uri="{FF2B5EF4-FFF2-40B4-BE49-F238E27FC236}">
                      <a16:creationId xmlns:a16="http://schemas.microsoft.com/office/drawing/2014/main" id="{83AAD1CC-D818-A245-9CF9-C4877A62A5D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84" name="Freeform 583">
                  <a:extLst>
                    <a:ext uri="{FF2B5EF4-FFF2-40B4-BE49-F238E27FC236}">
                      <a16:creationId xmlns:a16="http://schemas.microsoft.com/office/drawing/2014/main" id="{51F55DD1-3A8F-0242-A470-690BE99AC68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93" name="Group 592">
              <a:extLst>
                <a:ext uri="{FF2B5EF4-FFF2-40B4-BE49-F238E27FC236}">
                  <a16:creationId xmlns:a16="http://schemas.microsoft.com/office/drawing/2014/main" id="{7BF36121-B4F6-2447-9F5B-F29B627F3B2A}"/>
                </a:ext>
              </a:extLst>
            </p:cNvPr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D13949CD-BE6A-5744-98EE-61BE5EE60D4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595" name="Oval 594">
                <a:extLst>
                  <a:ext uri="{FF2B5EF4-FFF2-40B4-BE49-F238E27FC236}">
                    <a16:creationId xmlns:a16="http://schemas.microsoft.com/office/drawing/2014/main" id="{F3651F16-DD17-4D47-9A8D-8EFA601CA85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596" name="Group 595">
                <a:extLst>
                  <a:ext uri="{FF2B5EF4-FFF2-40B4-BE49-F238E27FC236}">
                    <a16:creationId xmlns:a16="http://schemas.microsoft.com/office/drawing/2014/main" id="{10CA9012-91B2-A449-8A2E-65BA6061B48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97" name="Freeform 596">
                  <a:extLst>
                    <a:ext uri="{FF2B5EF4-FFF2-40B4-BE49-F238E27FC236}">
                      <a16:creationId xmlns:a16="http://schemas.microsoft.com/office/drawing/2014/main" id="{964BBEA0-D220-6747-850B-459388ABF255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98" name="Freeform 597">
                  <a:extLst>
                    <a:ext uri="{FF2B5EF4-FFF2-40B4-BE49-F238E27FC236}">
                      <a16:creationId xmlns:a16="http://schemas.microsoft.com/office/drawing/2014/main" id="{ADEC5ED7-ED4C-584D-AB78-AA02A93E9466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99" name="Freeform 598">
                  <a:extLst>
                    <a:ext uri="{FF2B5EF4-FFF2-40B4-BE49-F238E27FC236}">
                      <a16:creationId xmlns:a16="http://schemas.microsoft.com/office/drawing/2014/main" id="{F45598BF-44BC-354D-9020-97A874C585B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00" name="Freeform 599">
                  <a:extLst>
                    <a:ext uri="{FF2B5EF4-FFF2-40B4-BE49-F238E27FC236}">
                      <a16:creationId xmlns:a16="http://schemas.microsoft.com/office/drawing/2014/main" id="{3A2BDF5D-2CA0-2145-8059-D8F121D4D32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601" name="Group 600">
              <a:extLst>
                <a:ext uri="{FF2B5EF4-FFF2-40B4-BE49-F238E27FC236}">
                  <a16:creationId xmlns:a16="http://schemas.microsoft.com/office/drawing/2014/main" id="{187A607B-CA61-BE46-8032-8E34596E7689}"/>
                </a:ext>
              </a:extLst>
            </p:cNvPr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602" name="Freeform 601">
                <a:extLst>
                  <a:ext uri="{FF2B5EF4-FFF2-40B4-BE49-F238E27FC236}">
                    <a16:creationId xmlns:a16="http://schemas.microsoft.com/office/drawing/2014/main" id="{EB8C3753-6F83-F64B-9439-656B124AA3B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603" name="Oval 602">
                <a:extLst>
                  <a:ext uri="{FF2B5EF4-FFF2-40B4-BE49-F238E27FC236}">
                    <a16:creationId xmlns:a16="http://schemas.microsoft.com/office/drawing/2014/main" id="{F476EE06-2893-8D4D-AF54-92697A0FE8A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604" name="Group 603">
                <a:extLst>
                  <a:ext uri="{FF2B5EF4-FFF2-40B4-BE49-F238E27FC236}">
                    <a16:creationId xmlns:a16="http://schemas.microsoft.com/office/drawing/2014/main" id="{5DED3EC9-29B0-8D48-BC37-13731DFE683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05" name="Freeform 604">
                  <a:extLst>
                    <a:ext uri="{FF2B5EF4-FFF2-40B4-BE49-F238E27FC236}">
                      <a16:creationId xmlns:a16="http://schemas.microsoft.com/office/drawing/2014/main" id="{D08D678C-613A-3543-B832-EE51616C6931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06" name="Freeform 605">
                  <a:extLst>
                    <a:ext uri="{FF2B5EF4-FFF2-40B4-BE49-F238E27FC236}">
                      <a16:creationId xmlns:a16="http://schemas.microsoft.com/office/drawing/2014/main" id="{9EB7819C-4684-3347-AA14-421D743ECB94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07" name="Freeform 606">
                  <a:extLst>
                    <a:ext uri="{FF2B5EF4-FFF2-40B4-BE49-F238E27FC236}">
                      <a16:creationId xmlns:a16="http://schemas.microsoft.com/office/drawing/2014/main" id="{F23E654E-4CEA-E346-A508-15310ABC704C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08" name="Freeform 607">
                  <a:extLst>
                    <a:ext uri="{FF2B5EF4-FFF2-40B4-BE49-F238E27FC236}">
                      <a16:creationId xmlns:a16="http://schemas.microsoft.com/office/drawing/2014/main" id="{EF443A10-9F41-BB4D-8E65-E94AEE09BDA7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54" name="Group 553">
              <a:extLst>
                <a:ext uri="{FF2B5EF4-FFF2-40B4-BE49-F238E27FC236}">
                  <a16:creationId xmlns:a16="http://schemas.microsoft.com/office/drawing/2014/main" id="{7CCD8656-0FD3-B844-BC6C-33CE0577598D}"/>
                </a:ext>
              </a:extLst>
            </p:cNvPr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555" name="Freeform 554">
                <a:extLst>
                  <a:ext uri="{FF2B5EF4-FFF2-40B4-BE49-F238E27FC236}">
                    <a16:creationId xmlns:a16="http://schemas.microsoft.com/office/drawing/2014/main" id="{7CF4B187-63BE-654E-852A-09C69503C97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556" name="Oval 555">
                <a:extLst>
                  <a:ext uri="{FF2B5EF4-FFF2-40B4-BE49-F238E27FC236}">
                    <a16:creationId xmlns:a16="http://schemas.microsoft.com/office/drawing/2014/main" id="{3B5270E4-3067-1643-B96C-CE5CEE09747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557" name="Group 556">
                <a:extLst>
                  <a:ext uri="{FF2B5EF4-FFF2-40B4-BE49-F238E27FC236}">
                    <a16:creationId xmlns:a16="http://schemas.microsoft.com/office/drawing/2014/main" id="{3BECC0F9-CE1F-254B-B04F-1EAA89C59C9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8" name="Freeform 557">
                  <a:extLst>
                    <a:ext uri="{FF2B5EF4-FFF2-40B4-BE49-F238E27FC236}">
                      <a16:creationId xmlns:a16="http://schemas.microsoft.com/office/drawing/2014/main" id="{7C55C6EE-4672-4F4F-A2F8-2821804F594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59" name="Freeform 558">
                  <a:extLst>
                    <a:ext uri="{FF2B5EF4-FFF2-40B4-BE49-F238E27FC236}">
                      <a16:creationId xmlns:a16="http://schemas.microsoft.com/office/drawing/2014/main" id="{C3B242E2-FAA3-F340-B7F0-35D87BB6BAA8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60" name="Freeform 559">
                  <a:extLst>
                    <a:ext uri="{FF2B5EF4-FFF2-40B4-BE49-F238E27FC236}">
                      <a16:creationId xmlns:a16="http://schemas.microsoft.com/office/drawing/2014/main" id="{87ED7762-177B-454C-AA37-EB518D75B66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61" name="Freeform 560">
                  <a:extLst>
                    <a:ext uri="{FF2B5EF4-FFF2-40B4-BE49-F238E27FC236}">
                      <a16:creationId xmlns:a16="http://schemas.microsoft.com/office/drawing/2014/main" id="{AD88A8A1-4E2B-154E-845D-5419478A1D2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85" name="Group 584">
              <a:extLst>
                <a:ext uri="{FF2B5EF4-FFF2-40B4-BE49-F238E27FC236}">
                  <a16:creationId xmlns:a16="http://schemas.microsoft.com/office/drawing/2014/main" id="{1A0C1583-3B4A-E44D-BB19-B20517502EBD}"/>
                </a:ext>
              </a:extLst>
            </p:cNvPr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196997C3-A7DB-5041-AC08-10F980FB77EC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587" name="Oval 586">
                <a:extLst>
                  <a:ext uri="{FF2B5EF4-FFF2-40B4-BE49-F238E27FC236}">
                    <a16:creationId xmlns:a16="http://schemas.microsoft.com/office/drawing/2014/main" id="{5F84A336-003F-D045-8717-1066774A69E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588" name="Group 587">
                <a:extLst>
                  <a:ext uri="{FF2B5EF4-FFF2-40B4-BE49-F238E27FC236}">
                    <a16:creationId xmlns:a16="http://schemas.microsoft.com/office/drawing/2014/main" id="{FF876992-AF96-3545-9CEA-A02174E11510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9" name="Freeform 588">
                  <a:extLst>
                    <a:ext uri="{FF2B5EF4-FFF2-40B4-BE49-F238E27FC236}">
                      <a16:creationId xmlns:a16="http://schemas.microsoft.com/office/drawing/2014/main" id="{668E6E88-4A46-6C47-A59A-CB9D07441C1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90" name="Freeform 589">
                  <a:extLst>
                    <a:ext uri="{FF2B5EF4-FFF2-40B4-BE49-F238E27FC236}">
                      <a16:creationId xmlns:a16="http://schemas.microsoft.com/office/drawing/2014/main" id="{C179B4BA-1D8B-E542-8032-CCB2C08DB97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91" name="Freeform 590">
                  <a:extLst>
                    <a:ext uri="{FF2B5EF4-FFF2-40B4-BE49-F238E27FC236}">
                      <a16:creationId xmlns:a16="http://schemas.microsoft.com/office/drawing/2014/main" id="{DCACB29E-ABE8-BA42-AD55-DAF519C17BE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92" name="Freeform 591">
                  <a:extLst>
                    <a:ext uri="{FF2B5EF4-FFF2-40B4-BE49-F238E27FC236}">
                      <a16:creationId xmlns:a16="http://schemas.microsoft.com/office/drawing/2014/main" id="{FD35A0ED-997C-6D46-9D96-FA8D4339826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38" name="Group 537">
              <a:extLst>
                <a:ext uri="{FF2B5EF4-FFF2-40B4-BE49-F238E27FC236}">
                  <a16:creationId xmlns:a16="http://schemas.microsoft.com/office/drawing/2014/main" id="{158E5A4C-7065-8643-BDC2-3A235B56FEA4}"/>
                </a:ext>
              </a:extLst>
            </p:cNvPr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539" name="Freeform 538">
                <a:extLst>
                  <a:ext uri="{FF2B5EF4-FFF2-40B4-BE49-F238E27FC236}">
                    <a16:creationId xmlns:a16="http://schemas.microsoft.com/office/drawing/2014/main" id="{CA8EFAEE-3EA1-2A49-A68E-588F301B6928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540" name="Oval 539">
                <a:extLst>
                  <a:ext uri="{FF2B5EF4-FFF2-40B4-BE49-F238E27FC236}">
                    <a16:creationId xmlns:a16="http://schemas.microsoft.com/office/drawing/2014/main" id="{7A05A3F9-D6B9-D14C-83C8-6C79F0B6B2CC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541" name="Group 540">
                <a:extLst>
                  <a:ext uri="{FF2B5EF4-FFF2-40B4-BE49-F238E27FC236}">
                    <a16:creationId xmlns:a16="http://schemas.microsoft.com/office/drawing/2014/main" id="{8AAC1FAD-B7BA-744A-8599-5670C6B0E77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42" name="Freeform 541">
                  <a:extLst>
                    <a:ext uri="{FF2B5EF4-FFF2-40B4-BE49-F238E27FC236}">
                      <a16:creationId xmlns:a16="http://schemas.microsoft.com/office/drawing/2014/main" id="{A016DA82-50DC-224C-84FF-C492EDE01BC1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43" name="Freeform 542">
                  <a:extLst>
                    <a:ext uri="{FF2B5EF4-FFF2-40B4-BE49-F238E27FC236}">
                      <a16:creationId xmlns:a16="http://schemas.microsoft.com/office/drawing/2014/main" id="{3D2D51D6-0AC0-9D43-A55C-E94B7DCA77F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44" name="Freeform 543">
                  <a:extLst>
                    <a:ext uri="{FF2B5EF4-FFF2-40B4-BE49-F238E27FC236}">
                      <a16:creationId xmlns:a16="http://schemas.microsoft.com/office/drawing/2014/main" id="{76C27F31-4CE4-1242-9801-166D4F66B5E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45" name="Freeform 544">
                  <a:extLst>
                    <a:ext uri="{FF2B5EF4-FFF2-40B4-BE49-F238E27FC236}">
                      <a16:creationId xmlns:a16="http://schemas.microsoft.com/office/drawing/2014/main" id="{9BC7E87F-2555-8D4C-80CB-0E2F5F4BB0F9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546" name="Group 545">
              <a:extLst>
                <a:ext uri="{FF2B5EF4-FFF2-40B4-BE49-F238E27FC236}">
                  <a16:creationId xmlns:a16="http://schemas.microsoft.com/office/drawing/2014/main" id="{4DAC2AB4-F1E4-D740-A4AF-07EE55303854}"/>
                </a:ext>
              </a:extLst>
            </p:cNvPr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547" name="Freeform 546">
                <a:extLst>
                  <a:ext uri="{FF2B5EF4-FFF2-40B4-BE49-F238E27FC236}">
                    <a16:creationId xmlns:a16="http://schemas.microsoft.com/office/drawing/2014/main" id="{23E59006-14B9-C64E-A05E-0BD7C00C4A6F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548" name="Oval 547">
                <a:extLst>
                  <a:ext uri="{FF2B5EF4-FFF2-40B4-BE49-F238E27FC236}">
                    <a16:creationId xmlns:a16="http://schemas.microsoft.com/office/drawing/2014/main" id="{2AD17789-C54D-4948-95E6-741F42B1FB2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549" name="Group 548">
                <a:extLst>
                  <a:ext uri="{FF2B5EF4-FFF2-40B4-BE49-F238E27FC236}">
                    <a16:creationId xmlns:a16="http://schemas.microsoft.com/office/drawing/2014/main" id="{278D7FE0-D307-E941-967D-E4145732CEE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0" name="Freeform 549">
                  <a:extLst>
                    <a:ext uri="{FF2B5EF4-FFF2-40B4-BE49-F238E27FC236}">
                      <a16:creationId xmlns:a16="http://schemas.microsoft.com/office/drawing/2014/main" id="{1ADC6420-4AC2-F544-B940-D0A18615CA5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51" name="Freeform 550">
                  <a:extLst>
                    <a:ext uri="{FF2B5EF4-FFF2-40B4-BE49-F238E27FC236}">
                      <a16:creationId xmlns:a16="http://schemas.microsoft.com/office/drawing/2014/main" id="{223E40C5-E2E3-3B42-A86A-26D2D130B73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52" name="Freeform 551">
                  <a:extLst>
                    <a:ext uri="{FF2B5EF4-FFF2-40B4-BE49-F238E27FC236}">
                      <a16:creationId xmlns:a16="http://schemas.microsoft.com/office/drawing/2014/main" id="{C6AA2152-8609-214A-AE62-E7DFD1A9E72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553" name="Freeform 552">
                  <a:extLst>
                    <a:ext uri="{FF2B5EF4-FFF2-40B4-BE49-F238E27FC236}">
                      <a16:creationId xmlns:a16="http://schemas.microsoft.com/office/drawing/2014/main" id="{7CB5E54A-6719-9747-80B7-8D19331BE78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623" name="Group 622">
              <a:extLst>
                <a:ext uri="{FF2B5EF4-FFF2-40B4-BE49-F238E27FC236}">
                  <a16:creationId xmlns:a16="http://schemas.microsoft.com/office/drawing/2014/main" id="{EA34A94C-D92D-084C-BFEA-F4C8DF0AD275}"/>
                </a:ext>
              </a:extLst>
            </p:cNvPr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624" name="Freeform 623">
                <a:extLst>
                  <a:ext uri="{FF2B5EF4-FFF2-40B4-BE49-F238E27FC236}">
                    <a16:creationId xmlns:a16="http://schemas.microsoft.com/office/drawing/2014/main" id="{E1E1C6E8-4D60-7F43-BB0E-6D883F10D4A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625" name="Oval 624">
                <a:extLst>
                  <a:ext uri="{FF2B5EF4-FFF2-40B4-BE49-F238E27FC236}">
                    <a16:creationId xmlns:a16="http://schemas.microsoft.com/office/drawing/2014/main" id="{50975E36-0C2A-6844-A407-23F033DB4BD2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626" name="Group 625">
                <a:extLst>
                  <a:ext uri="{FF2B5EF4-FFF2-40B4-BE49-F238E27FC236}">
                    <a16:creationId xmlns:a16="http://schemas.microsoft.com/office/drawing/2014/main" id="{3F7EBA29-30EF-C741-94EE-735398C6CFA2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7" name="Freeform 626">
                  <a:extLst>
                    <a:ext uri="{FF2B5EF4-FFF2-40B4-BE49-F238E27FC236}">
                      <a16:creationId xmlns:a16="http://schemas.microsoft.com/office/drawing/2014/main" id="{B3AD45B5-1F4B-FF4A-843D-9D062939267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28" name="Freeform 627">
                  <a:extLst>
                    <a:ext uri="{FF2B5EF4-FFF2-40B4-BE49-F238E27FC236}">
                      <a16:creationId xmlns:a16="http://schemas.microsoft.com/office/drawing/2014/main" id="{A6F160FF-CBBD-9147-8D0B-92A36BEBF8A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29" name="Freeform 628">
                  <a:extLst>
                    <a:ext uri="{FF2B5EF4-FFF2-40B4-BE49-F238E27FC236}">
                      <a16:creationId xmlns:a16="http://schemas.microsoft.com/office/drawing/2014/main" id="{421F3589-EC70-074A-903F-D618ED6F789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630" name="Freeform 629">
                  <a:extLst>
                    <a:ext uri="{FF2B5EF4-FFF2-40B4-BE49-F238E27FC236}">
                      <a16:creationId xmlns:a16="http://schemas.microsoft.com/office/drawing/2014/main" id="{CEC8DEB8-8E24-2948-9AF6-0F3EF908CD4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463" name="Group 462">
              <a:extLst>
                <a:ext uri="{FF2B5EF4-FFF2-40B4-BE49-F238E27FC236}">
                  <a16:creationId xmlns:a16="http://schemas.microsoft.com/office/drawing/2014/main" id="{A8C4B740-B92E-8942-8EF4-347710C32F2C}"/>
                </a:ext>
              </a:extLst>
            </p:cNvPr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71A9C1C2-E4A0-D74C-8C05-2AD307E7B3E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465" name="Oval 464">
                <a:extLst>
                  <a:ext uri="{FF2B5EF4-FFF2-40B4-BE49-F238E27FC236}">
                    <a16:creationId xmlns:a16="http://schemas.microsoft.com/office/drawing/2014/main" id="{0F366A03-D9E7-9F45-99D3-1CAC10EE2C7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466" name="Group 465">
                <a:extLst>
                  <a:ext uri="{FF2B5EF4-FFF2-40B4-BE49-F238E27FC236}">
                    <a16:creationId xmlns:a16="http://schemas.microsoft.com/office/drawing/2014/main" id="{10CB8A50-A713-2549-9F44-B792D2C30CA4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67" name="Freeform 466">
                  <a:extLst>
                    <a:ext uri="{FF2B5EF4-FFF2-40B4-BE49-F238E27FC236}">
                      <a16:creationId xmlns:a16="http://schemas.microsoft.com/office/drawing/2014/main" id="{DC4E3153-8354-1145-82FC-C287EF5FE6C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68" name="Freeform 467">
                  <a:extLst>
                    <a:ext uri="{FF2B5EF4-FFF2-40B4-BE49-F238E27FC236}">
                      <a16:creationId xmlns:a16="http://schemas.microsoft.com/office/drawing/2014/main" id="{99B3C81B-87BA-1A4F-BCAD-DF0EF9C582C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69" name="Freeform 468">
                  <a:extLst>
                    <a:ext uri="{FF2B5EF4-FFF2-40B4-BE49-F238E27FC236}">
                      <a16:creationId xmlns:a16="http://schemas.microsoft.com/office/drawing/2014/main" id="{DEEA64E4-A29A-E742-B32E-C111E6BF422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70" name="Freeform 469">
                  <a:extLst>
                    <a:ext uri="{FF2B5EF4-FFF2-40B4-BE49-F238E27FC236}">
                      <a16:creationId xmlns:a16="http://schemas.microsoft.com/office/drawing/2014/main" id="{43676372-2E7B-9445-80AD-B31686FE67E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447" name="Group 446">
              <a:extLst>
                <a:ext uri="{FF2B5EF4-FFF2-40B4-BE49-F238E27FC236}">
                  <a16:creationId xmlns:a16="http://schemas.microsoft.com/office/drawing/2014/main" id="{314E0C43-2359-9440-BEF9-9E1924BED605}"/>
                </a:ext>
              </a:extLst>
            </p:cNvPr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448" name="Freeform 447">
                <a:extLst>
                  <a:ext uri="{FF2B5EF4-FFF2-40B4-BE49-F238E27FC236}">
                    <a16:creationId xmlns:a16="http://schemas.microsoft.com/office/drawing/2014/main" id="{9737FFD7-2DCB-A148-A405-977351501C2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449" name="Oval 448">
                <a:extLst>
                  <a:ext uri="{FF2B5EF4-FFF2-40B4-BE49-F238E27FC236}">
                    <a16:creationId xmlns:a16="http://schemas.microsoft.com/office/drawing/2014/main" id="{9739DB09-38E5-A347-93BF-13C80AD8453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450" name="Group 449">
                <a:extLst>
                  <a:ext uri="{FF2B5EF4-FFF2-40B4-BE49-F238E27FC236}">
                    <a16:creationId xmlns:a16="http://schemas.microsoft.com/office/drawing/2014/main" id="{04079280-378E-384D-9681-BF41B82BF6C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51" name="Freeform 450">
                  <a:extLst>
                    <a:ext uri="{FF2B5EF4-FFF2-40B4-BE49-F238E27FC236}">
                      <a16:creationId xmlns:a16="http://schemas.microsoft.com/office/drawing/2014/main" id="{914AA044-3657-1448-A5E9-2F003DC03F6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52" name="Freeform 451">
                  <a:extLst>
                    <a:ext uri="{FF2B5EF4-FFF2-40B4-BE49-F238E27FC236}">
                      <a16:creationId xmlns:a16="http://schemas.microsoft.com/office/drawing/2014/main" id="{29FDF0B8-7E9A-1F4D-8C99-CE1C68A134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53" name="Freeform 452">
                  <a:extLst>
                    <a:ext uri="{FF2B5EF4-FFF2-40B4-BE49-F238E27FC236}">
                      <a16:creationId xmlns:a16="http://schemas.microsoft.com/office/drawing/2014/main" id="{49A96193-2E73-4C43-843C-2C8C4DCEE47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454" name="Freeform 453">
                  <a:extLst>
                    <a:ext uri="{FF2B5EF4-FFF2-40B4-BE49-F238E27FC236}">
                      <a16:creationId xmlns:a16="http://schemas.microsoft.com/office/drawing/2014/main" id="{F5358318-953E-E249-9021-E0B5DF66E3B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</p:grpSp>
      <p:grpSp>
        <p:nvGrpSpPr>
          <p:cNvPr id="571" name="Group 570">
            <a:extLst>
              <a:ext uri="{FF2B5EF4-FFF2-40B4-BE49-F238E27FC236}">
                <a16:creationId xmlns:a16="http://schemas.microsoft.com/office/drawing/2014/main" id="{6E7E1949-D432-8F47-806C-E1300655FD5B}"/>
              </a:ext>
            </a:extLst>
          </p:cNvPr>
          <p:cNvGrpSpPr/>
          <p:nvPr/>
        </p:nvGrpSpPr>
        <p:grpSpPr>
          <a:xfrm>
            <a:off x="5672040" y="2773799"/>
            <a:ext cx="2692177" cy="1028893"/>
            <a:chOff x="7562720" y="3668418"/>
            <a:chExt cx="3589569" cy="1371857"/>
          </a:xfrm>
        </p:grpSpPr>
        <p:cxnSp>
          <p:nvCxnSpPr>
            <p:cNvPr id="572" name="Straight Connector 571">
              <a:extLst>
                <a:ext uri="{FF2B5EF4-FFF2-40B4-BE49-F238E27FC236}">
                  <a16:creationId xmlns:a16="http://schemas.microsoft.com/office/drawing/2014/main" id="{CDEF5ABA-1B3E-E140-B54D-1BC5001510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85300" y="3668418"/>
              <a:ext cx="2866989" cy="1371857"/>
            </a:xfrm>
            <a:prstGeom prst="line">
              <a:avLst/>
            </a:prstGeom>
            <a:ln w="31750">
              <a:solidFill>
                <a:srgbClr val="C00000"/>
              </a:solidFill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5" name="TextBox 574">
              <a:extLst>
                <a:ext uri="{FF2B5EF4-FFF2-40B4-BE49-F238E27FC236}">
                  <a16:creationId xmlns:a16="http://schemas.microsoft.com/office/drawing/2014/main" id="{E0F4780A-E96A-7C4F-98CD-8BE40652E91D}"/>
                </a:ext>
              </a:extLst>
            </p:cNvPr>
            <p:cNvSpPr txBox="1"/>
            <p:nvPr/>
          </p:nvSpPr>
          <p:spPr>
            <a:xfrm>
              <a:off x="7562720" y="4539626"/>
              <a:ext cx="7826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solidFill>
                    <a:srgbClr val="C00000"/>
                  </a:solidFill>
                </a:rPr>
                <a:t>HTTP</a:t>
              </a:r>
              <a:endParaRPr lang="en-US" sz="1050" i="1" dirty="0">
                <a:solidFill>
                  <a:srgbClr val="C00000"/>
                </a:solidFill>
              </a:endParaRPr>
            </a:p>
          </p:txBody>
        </p:sp>
        <p:cxnSp>
          <p:nvCxnSpPr>
            <p:cNvPr id="576" name="Straight Connector 575">
              <a:extLst>
                <a:ext uri="{FF2B5EF4-FFF2-40B4-BE49-F238E27FC236}">
                  <a16:creationId xmlns:a16="http://schemas.microsoft.com/office/drawing/2014/main" id="{554065B8-11FC-3B4E-8CEB-951199B1DF2C}"/>
                </a:ext>
              </a:extLst>
            </p:cNvPr>
            <p:cNvCxnSpPr>
              <a:cxnSpLocks/>
            </p:cNvCxnSpPr>
            <p:nvPr/>
          </p:nvCxnSpPr>
          <p:spPr>
            <a:xfrm>
              <a:off x="8099825" y="4723687"/>
              <a:ext cx="402218" cy="11586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1" name="Group 610">
            <a:extLst>
              <a:ext uri="{FF2B5EF4-FFF2-40B4-BE49-F238E27FC236}">
                <a16:creationId xmlns:a16="http://schemas.microsoft.com/office/drawing/2014/main" id="{FCFF39BD-FF72-D744-894D-516FB364E8AE}"/>
              </a:ext>
            </a:extLst>
          </p:cNvPr>
          <p:cNvGrpSpPr/>
          <p:nvPr/>
        </p:nvGrpSpPr>
        <p:grpSpPr>
          <a:xfrm>
            <a:off x="4778414" y="2090651"/>
            <a:ext cx="953472" cy="497844"/>
            <a:chOff x="6371219" y="2787535"/>
            <a:chExt cx="1271296" cy="663792"/>
          </a:xfrm>
        </p:grpSpPr>
        <p:cxnSp>
          <p:nvCxnSpPr>
            <p:cNvPr id="631" name="Straight Connector 630">
              <a:extLst>
                <a:ext uri="{FF2B5EF4-FFF2-40B4-BE49-F238E27FC236}">
                  <a16:creationId xmlns:a16="http://schemas.microsoft.com/office/drawing/2014/main" id="{1AB1A9D8-C145-B64F-A99E-384F072DA600}"/>
                </a:ext>
              </a:extLst>
            </p:cNvPr>
            <p:cNvCxnSpPr>
              <a:cxnSpLocks/>
            </p:cNvCxnSpPr>
            <p:nvPr/>
          </p:nvCxnSpPr>
          <p:spPr>
            <a:xfrm>
              <a:off x="7631020" y="2787535"/>
              <a:ext cx="11495" cy="663792"/>
            </a:xfrm>
            <a:prstGeom prst="line">
              <a:avLst/>
            </a:prstGeom>
            <a:ln w="31750">
              <a:solidFill>
                <a:srgbClr val="C00000"/>
              </a:solidFill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1" name="TextBox 650">
              <a:extLst>
                <a:ext uri="{FF2B5EF4-FFF2-40B4-BE49-F238E27FC236}">
                  <a16:creationId xmlns:a16="http://schemas.microsoft.com/office/drawing/2014/main" id="{488A4C35-0916-9F43-8EB4-57709849D76D}"/>
                </a:ext>
              </a:extLst>
            </p:cNvPr>
            <p:cNvSpPr txBox="1"/>
            <p:nvPr/>
          </p:nvSpPr>
          <p:spPr>
            <a:xfrm>
              <a:off x="6371219" y="2944679"/>
              <a:ext cx="8147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solidFill>
                    <a:srgbClr val="C00000"/>
                  </a:solidFill>
                </a:rPr>
                <a:t>Skype</a:t>
              </a:r>
              <a:endParaRPr lang="en-US" sz="1050" i="1" dirty="0">
                <a:solidFill>
                  <a:srgbClr val="C00000"/>
                </a:solidFill>
              </a:endParaRPr>
            </a:p>
          </p:txBody>
        </p:sp>
        <p:cxnSp>
          <p:nvCxnSpPr>
            <p:cNvPr id="652" name="Straight Connector 651">
              <a:extLst>
                <a:ext uri="{FF2B5EF4-FFF2-40B4-BE49-F238E27FC236}">
                  <a16:creationId xmlns:a16="http://schemas.microsoft.com/office/drawing/2014/main" id="{D72E54CC-6B2F-634D-BC7D-2171694AA3FB}"/>
                </a:ext>
              </a:extLst>
            </p:cNvPr>
            <p:cNvCxnSpPr>
              <a:cxnSpLocks/>
            </p:cNvCxnSpPr>
            <p:nvPr/>
          </p:nvCxnSpPr>
          <p:spPr>
            <a:xfrm>
              <a:off x="6973411" y="3119431"/>
              <a:ext cx="559043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4" name="Group 653">
            <a:extLst>
              <a:ext uri="{FF2B5EF4-FFF2-40B4-BE49-F238E27FC236}">
                <a16:creationId xmlns:a16="http://schemas.microsoft.com/office/drawing/2014/main" id="{B4BC79F0-E00C-7044-BC07-1474A974BA16}"/>
              </a:ext>
            </a:extLst>
          </p:cNvPr>
          <p:cNvGrpSpPr/>
          <p:nvPr/>
        </p:nvGrpSpPr>
        <p:grpSpPr>
          <a:xfrm>
            <a:off x="6914092" y="1745841"/>
            <a:ext cx="2048644" cy="769099"/>
            <a:chOff x="9218788" y="2327787"/>
            <a:chExt cx="2731525" cy="1025465"/>
          </a:xfrm>
        </p:grpSpPr>
        <p:cxnSp>
          <p:nvCxnSpPr>
            <p:cNvPr id="656" name="Straight Connector 655">
              <a:extLst>
                <a:ext uri="{FF2B5EF4-FFF2-40B4-BE49-F238E27FC236}">
                  <a16:creationId xmlns:a16="http://schemas.microsoft.com/office/drawing/2014/main" id="{B102C048-49F5-7548-812F-9F5B72021501}"/>
                </a:ext>
              </a:extLst>
            </p:cNvPr>
            <p:cNvCxnSpPr>
              <a:cxnSpLocks/>
            </p:cNvCxnSpPr>
            <p:nvPr/>
          </p:nvCxnSpPr>
          <p:spPr>
            <a:xfrm>
              <a:off x="9218788" y="2327787"/>
              <a:ext cx="1698979" cy="1025465"/>
            </a:xfrm>
            <a:prstGeom prst="line">
              <a:avLst/>
            </a:prstGeom>
            <a:ln w="31750">
              <a:solidFill>
                <a:srgbClr val="C00000"/>
              </a:solidFill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9" name="TextBox 658">
              <a:extLst>
                <a:ext uri="{FF2B5EF4-FFF2-40B4-BE49-F238E27FC236}">
                  <a16:creationId xmlns:a16="http://schemas.microsoft.com/office/drawing/2014/main" id="{F126167F-C8BB-234E-9136-D15CA93E673F}"/>
                </a:ext>
              </a:extLst>
            </p:cNvPr>
            <p:cNvSpPr txBox="1"/>
            <p:nvPr/>
          </p:nvSpPr>
          <p:spPr>
            <a:xfrm>
              <a:off x="10772213" y="2684298"/>
              <a:ext cx="1178100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solidFill>
                    <a:srgbClr val="C00000"/>
                  </a:solidFill>
                </a:rPr>
                <a:t>Streaming</a:t>
              </a:r>
            </a:p>
            <a:p>
              <a:r>
                <a:rPr lang="en-US" sz="1200" i="1" dirty="0">
                  <a:solidFill>
                    <a:srgbClr val="C00000"/>
                  </a:solidFill>
                </a:rPr>
                <a:t>video</a:t>
              </a:r>
              <a:endParaRPr lang="en-US" sz="1050" i="1" dirty="0">
                <a:solidFill>
                  <a:srgbClr val="C00000"/>
                </a:solidFill>
              </a:endParaRPr>
            </a:p>
          </p:txBody>
        </p:sp>
        <p:cxnSp>
          <p:nvCxnSpPr>
            <p:cNvPr id="660" name="Straight Connector 659">
              <a:extLst>
                <a:ext uri="{FF2B5EF4-FFF2-40B4-BE49-F238E27FC236}">
                  <a16:creationId xmlns:a16="http://schemas.microsoft.com/office/drawing/2014/main" id="{662BF10B-C3AA-B044-B3C4-6ADB2CCF2B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69552" y="2937299"/>
              <a:ext cx="405322" cy="14757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9" name="Content Placeholder 2">
            <a:extLst>
              <a:ext uri="{FF2B5EF4-FFF2-40B4-BE49-F238E27FC236}">
                <a16:creationId xmlns:a16="http://schemas.microsoft.com/office/drawing/2014/main" id="{AA2FA344-354C-4B4C-B02C-3A8507EDA90B}"/>
              </a:ext>
            </a:extLst>
          </p:cNvPr>
          <p:cNvSpPr txBox="1">
            <a:spLocks/>
          </p:cNvSpPr>
          <p:nvPr/>
        </p:nvSpPr>
        <p:spPr>
          <a:xfrm>
            <a:off x="410574" y="3097018"/>
            <a:ext cx="4330280" cy="2040758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75000"/>
            </a:pPr>
            <a:r>
              <a:rPr lang="en-US" altLang="en-US" sz="1800" dirty="0">
                <a:ea typeface="ＭＳ Ｐゴシック" panose="020B0600070205080204" pitchFamily="34" charset="-128"/>
              </a:rPr>
              <a:t>provides </a:t>
            </a:r>
            <a:r>
              <a:rPr lang="en-US" altLang="en-US" sz="18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programming interface </a:t>
            </a:r>
            <a:r>
              <a:rPr lang="en-US" altLang="en-US" sz="1800" dirty="0">
                <a:ea typeface="ＭＳ Ｐゴシック" panose="020B0600070205080204" pitchFamily="34" charset="-128"/>
              </a:rPr>
              <a:t>to distributed applications:</a:t>
            </a:r>
          </a:p>
          <a:p>
            <a:pPr lvl="1"/>
            <a:r>
              <a:rPr lang="en-US" altLang="en-US" sz="1800" dirty="0">
                <a:ea typeface="Arial" panose="020B0604020202020204" pitchFamily="34" charset="0"/>
              </a:rPr>
              <a:t>“hooks” allowing sending/receiving  apps to </a:t>
            </a:r>
            <a:r>
              <a:rPr lang="ja-JP" altLang="en-US" sz="1800" dirty="0">
                <a:ea typeface="ＭＳ Ｐゴシック" panose="020B0600070205080204" pitchFamily="34" charset="-128"/>
              </a:rPr>
              <a:t>“</a:t>
            </a:r>
            <a:r>
              <a:rPr lang="en-US" altLang="ja-JP" sz="1800" dirty="0">
                <a:ea typeface="ＭＳ Ｐゴシック" panose="020B0600070205080204" pitchFamily="34" charset="-128"/>
              </a:rPr>
              <a:t>connect</a:t>
            </a:r>
            <a:r>
              <a:rPr lang="ja-JP" altLang="en-US" sz="1800" dirty="0">
                <a:ea typeface="ＭＳ Ｐゴシック" panose="020B0600070205080204" pitchFamily="34" charset="-128"/>
              </a:rPr>
              <a:t>”</a:t>
            </a:r>
            <a:r>
              <a:rPr lang="en-US" altLang="ja-JP" sz="1800" dirty="0">
                <a:ea typeface="ＭＳ Ｐゴシック" panose="020B0600070205080204" pitchFamily="34" charset="-128"/>
              </a:rPr>
              <a:t> to, use  Internet transport service</a:t>
            </a:r>
          </a:p>
          <a:p>
            <a:pPr lvl="1"/>
            <a:r>
              <a:rPr lang="en-US" altLang="en-US" sz="1800" dirty="0">
                <a:ea typeface="Arial" panose="020B0604020202020204" pitchFamily="34" charset="0"/>
              </a:rPr>
              <a:t>provides service options, analogous to postal service</a:t>
            </a:r>
          </a:p>
          <a:p>
            <a:endParaRPr lang="en-US" altLang="en-US" sz="2100" dirty="0">
              <a:ea typeface="Arial" panose="020B0604020202020204" pitchFamily="34" charset="0"/>
            </a:endParaRPr>
          </a:p>
          <a:p>
            <a:pPr marL="0" indent="0">
              <a:buNone/>
            </a:pPr>
            <a:endParaRPr lang="en-US" sz="2100" dirty="0"/>
          </a:p>
        </p:txBody>
      </p:sp>
      <p:sp>
        <p:nvSpPr>
          <p:cNvPr id="610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19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800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38866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The Internet: a “service” view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28650" y="1009833"/>
            <a:ext cx="8343462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FF0000"/>
                </a:solidFill>
              </a:rPr>
              <a:t>Analogous to postal service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dirty="0" smtClean="0"/>
              <a:t>Suppose </a:t>
            </a:r>
            <a:r>
              <a:rPr lang="en-US" sz="1600" dirty="0"/>
              <a:t>Alice wants to send a letter to Bob using the postal service. Alice, </a:t>
            </a:r>
            <a:r>
              <a:rPr lang="en-US" sz="1600" dirty="0" smtClean="0"/>
              <a:t>of course</a:t>
            </a:r>
            <a:r>
              <a:rPr lang="en-US" sz="1600" dirty="0"/>
              <a:t>, can’t just write the letter (the data) and drop the letter out her </a:t>
            </a:r>
            <a:r>
              <a:rPr lang="en-US" sz="1600" dirty="0" smtClean="0"/>
              <a:t>window. Instead</a:t>
            </a:r>
            <a:r>
              <a:rPr lang="en-US" sz="1600" dirty="0"/>
              <a:t>, the postal service requires that Alice put the letter in an envelope; </a:t>
            </a:r>
            <a:r>
              <a:rPr lang="en-US" sz="1600" dirty="0" smtClean="0"/>
              <a:t>write Bob’s </a:t>
            </a:r>
            <a:r>
              <a:rPr lang="en-US" sz="1600" dirty="0"/>
              <a:t>full name, address, and zip code in the center of the envelope; seal </a:t>
            </a:r>
            <a:r>
              <a:rPr lang="en-US" sz="1600" dirty="0" smtClean="0"/>
              <a:t>the envelope</a:t>
            </a:r>
            <a:r>
              <a:rPr lang="en-US" sz="1600" dirty="0"/>
              <a:t>; put a stamp in the upper-right-hand corner of the envelope; and </a:t>
            </a:r>
            <a:r>
              <a:rPr lang="en-US" sz="1600" dirty="0" smtClean="0"/>
              <a:t>finally, drop </a:t>
            </a:r>
            <a:r>
              <a:rPr lang="en-US" sz="1600" dirty="0"/>
              <a:t>the envelope into an official postal service mailbox. Thus, the postal </a:t>
            </a:r>
            <a:r>
              <a:rPr lang="en-US" sz="1600" dirty="0" smtClean="0"/>
              <a:t>service has </a:t>
            </a:r>
            <a:r>
              <a:rPr lang="en-US" sz="1600" dirty="0"/>
              <a:t>its own “postal service interface,” or set of rules, that Alice must follow to </a:t>
            </a:r>
            <a:r>
              <a:rPr lang="en-US" sz="1600" dirty="0" smtClean="0"/>
              <a:t>have the </a:t>
            </a:r>
            <a:r>
              <a:rPr lang="en-US" sz="1600" dirty="0"/>
              <a:t>postal service deliver her letter to Bob. In a similar manner, the Internet has </a:t>
            </a:r>
            <a:r>
              <a:rPr lang="en-US" sz="1600" dirty="0" smtClean="0"/>
              <a:t>a socket </a:t>
            </a:r>
            <a:r>
              <a:rPr lang="en-US" sz="1600" dirty="0"/>
              <a:t>interface that the program sending data must follow to have the </a:t>
            </a:r>
            <a:r>
              <a:rPr lang="en-US" sz="1600" dirty="0" smtClean="0"/>
              <a:t>Internet deliver </a:t>
            </a:r>
            <a:r>
              <a:rPr lang="en-US" sz="1600" dirty="0"/>
              <a:t>the data to the program that will receive the data.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dirty="0" smtClean="0"/>
              <a:t>The </a:t>
            </a:r>
            <a:r>
              <a:rPr lang="en-US" sz="1600" dirty="0"/>
              <a:t>postal service, of course, provides more than one service to its customers. </a:t>
            </a:r>
            <a:r>
              <a:rPr lang="en-US" sz="1600" dirty="0" smtClean="0"/>
              <a:t>It provides </a:t>
            </a:r>
            <a:r>
              <a:rPr lang="en-US" sz="1600" dirty="0"/>
              <a:t>express delivery, reception confirmation, ordinary use, and many </a:t>
            </a:r>
            <a:r>
              <a:rPr lang="en-US" sz="1600" dirty="0" smtClean="0"/>
              <a:t>more services</a:t>
            </a:r>
            <a:r>
              <a:rPr lang="en-US" sz="1600" dirty="0"/>
              <a:t>. In a similar manner, the Internet provides multiple services to </a:t>
            </a:r>
            <a:r>
              <a:rPr lang="en-US" sz="1600" dirty="0" smtClean="0"/>
              <a:t>its applications</a:t>
            </a:r>
            <a:r>
              <a:rPr lang="en-US" sz="1600" dirty="0"/>
              <a:t>. When you develop an Internet application, you too must choose </a:t>
            </a:r>
            <a:r>
              <a:rPr lang="en-US" sz="1600" dirty="0" smtClean="0"/>
              <a:t>one of </a:t>
            </a:r>
            <a:r>
              <a:rPr lang="en-US" sz="1600" dirty="0"/>
              <a:t>the Internet’s services for your application.</a:t>
            </a:r>
          </a:p>
        </p:txBody>
      </p:sp>
      <p:sp>
        <p:nvSpPr>
          <p:cNvPr id="610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20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287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+mj-lt"/>
                <a:cs typeface="Calibri" panose="020F0502020204030204" pitchFamily="34" charset="0"/>
              </a:rPr>
              <a:t>Chapter 1: </a:t>
            </a:r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Computer Networks and the Internet</a:t>
            </a:r>
            <a:endParaRPr lang="en-US" dirty="0">
              <a:latin typeface="+mj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99018" y="1060509"/>
            <a:ext cx="8122418" cy="359926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Overview/roadmap: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altLang="en-US" sz="1950" i="1"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n-US" altLang="ja-JP" sz="1950" dirty="0">
                <a:latin typeface="Calibri" panose="020F0502020204030204" pitchFamily="34" charset="0"/>
                <a:cs typeface="Calibri" panose="020F0502020204030204" pitchFamily="34" charset="0"/>
              </a:rPr>
              <a:t> the Internet?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en-US" altLang="en-US" sz="1950" i="1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altLang="ja-JP" sz="1950" dirty="0">
                <a:latin typeface="Calibri" panose="020F0502020204030204" pitchFamily="34" charset="0"/>
                <a:cs typeface="Calibri" panose="020F0502020204030204" pitchFamily="34" charset="0"/>
              </a:rPr>
              <a:t>a protocol?</a:t>
            </a:r>
          </a:p>
          <a:p>
            <a:pPr marL="302419" indent="-214313" algn="just"/>
            <a:r>
              <a:rPr lang="en-US" altLang="en-US" sz="1950" dirty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Network edge: </a:t>
            </a:r>
            <a:r>
              <a:rPr lang="en-US" altLang="en-US" sz="195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hosts, access network, physical media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Network </a:t>
            </a:r>
            <a:r>
              <a:rPr lang="en-US" altLang="en-US" sz="1950" dirty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core: </a:t>
            </a:r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packet/circuit switching, internet structure</a:t>
            </a:r>
          </a:p>
          <a:p>
            <a:pPr marL="302419" indent="-214313" algn="just"/>
            <a:r>
              <a:rPr lang="en-US" altLang="en-US" sz="1950" dirty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Performance: </a:t>
            </a:r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loss, delay, throughput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Security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Protocol layers, service models</a:t>
            </a:r>
          </a:p>
          <a:p>
            <a:pPr marL="302419" indent="-214313" algn="just"/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History of Computer Networking and the Internet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 dirty="0"/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21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9873" y="1955103"/>
            <a:ext cx="2279072" cy="3077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44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38866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What’s a protocol?</a:t>
            </a:r>
            <a:endParaRPr lang="en-US" dirty="0"/>
          </a:p>
        </p:txBody>
      </p:sp>
      <p:sp>
        <p:nvSpPr>
          <p:cNvPr id="609" name="Rectangle 3">
            <a:extLst>
              <a:ext uri="{FF2B5EF4-FFF2-40B4-BE49-F238E27FC236}">
                <a16:creationId xmlns:a16="http://schemas.microsoft.com/office/drawing/2014/main" id="{206E5658-AD06-5B45-9559-3CE607888606}"/>
              </a:ext>
            </a:extLst>
          </p:cNvPr>
          <p:cNvSpPr txBox="1">
            <a:spLocks noChangeArrowheads="1"/>
          </p:cNvSpPr>
          <p:nvPr/>
        </p:nvSpPr>
        <p:spPr>
          <a:xfrm>
            <a:off x="633152" y="1117567"/>
            <a:ext cx="2686050" cy="3486150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Human protocols:</a:t>
            </a:r>
          </a:p>
          <a:p>
            <a:pPr marL="261938" indent="-165497">
              <a:buSzPct val="75000"/>
            </a:pPr>
            <a:r>
              <a:rPr lang="en-US" altLang="ja-JP" sz="1800" dirty="0">
                <a:ea typeface="ＭＳ Ｐゴシック" panose="020B0600070205080204" pitchFamily="34" charset="-128"/>
              </a:rPr>
              <a:t>“what’s the time?”</a:t>
            </a:r>
          </a:p>
          <a:p>
            <a:pPr marL="261938" indent="-165497">
              <a:buSzPct val="75000"/>
            </a:pPr>
            <a:r>
              <a:rPr lang="en-US" altLang="ja-JP" sz="1800" dirty="0">
                <a:ea typeface="ＭＳ Ｐゴシック" panose="020B0600070205080204" pitchFamily="34" charset="-128"/>
              </a:rPr>
              <a:t>“I have a question”</a:t>
            </a:r>
          </a:p>
          <a:p>
            <a:pPr marL="261938" indent="-165497">
              <a:buSzPct val="75000"/>
            </a:pPr>
            <a:r>
              <a:rPr lang="en-US" altLang="en-US" sz="1800" dirty="0">
                <a:ea typeface="ＭＳ Ｐゴシック" panose="020B0600070205080204" pitchFamily="34" charset="-128"/>
              </a:rPr>
              <a:t>introductions</a:t>
            </a:r>
            <a:endParaRPr lang="en-US" altLang="en-US" sz="2100" dirty="0">
              <a:ea typeface="ＭＳ Ｐゴシック" panose="020B0600070205080204" pitchFamily="34" charset="-128"/>
            </a:endParaRPr>
          </a:p>
          <a:p>
            <a:pPr lvl="1"/>
            <a:endParaRPr lang="en-US" altLang="en-US" sz="1500" dirty="0">
              <a:ea typeface="Arial" panose="020B0604020202020204" pitchFamily="34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800" dirty="0">
                <a:ea typeface="ＭＳ Ｐゴシック" panose="020B0600070205080204" pitchFamily="34" charset="-128"/>
              </a:rPr>
              <a:t>… specific messages sent</a:t>
            </a:r>
          </a:p>
          <a:p>
            <a:pPr>
              <a:buFont typeface="Wingdings" pitchFamily="2" charset="2"/>
              <a:buNone/>
            </a:pPr>
            <a:r>
              <a:rPr lang="en-US" altLang="en-US" sz="1800" dirty="0">
                <a:ea typeface="ＭＳ Ｐゴシック" panose="020B0600070205080204" pitchFamily="34" charset="-128"/>
              </a:rPr>
              <a:t>… specific actions taken when message received, or other events</a:t>
            </a:r>
          </a:p>
        </p:txBody>
      </p:sp>
      <p:sp>
        <p:nvSpPr>
          <p:cNvPr id="610" name="Rectangle 4">
            <a:extLst>
              <a:ext uri="{FF2B5EF4-FFF2-40B4-BE49-F238E27FC236}">
                <a16:creationId xmlns:a16="http://schemas.microsoft.com/office/drawing/2014/main" id="{9D396FB4-4702-8A46-BFF5-B81AA58972AF}"/>
              </a:ext>
            </a:extLst>
          </p:cNvPr>
          <p:cNvSpPr txBox="1">
            <a:spLocks noChangeArrowheads="1"/>
          </p:cNvSpPr>
          <p:nvPr/>
        </p:nvSpPr>
        <p:spPr>
          <a:xfrm>
            <a:off x="3886630" y="1125103"/>
            <a:ext cx="4335329" cy="194310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400" i="1" dirty="0">
                <a:solidFill>
                  <a:srgbClr val="CC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Network protocols:</a:t>
            </a:r>
          </a:p>
          <a:p>
            <a:pPr marL="261938" indent="-165497">
              <a:buSzPct val="75000"/>
            </a:pPr>
            <a:r>
              <a:rPr lang="en-US" altLang="en-US" sz="18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computers (devices) rather than humans</a:t>
            </a:r>
          </a:p>
          <a:p>
            <a:pPr marL="261938" indent="-165497">
              <a:buSzPct val="75000"/>
            </a:pPr>
            <a:r>
              <a:rPr lang="en-US" altLang="en-US" sz="18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all communication activity in Internet governed by protocols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D53E871-92D8-754E-98DE-E8454C077808}"/>
              </a:ext>
            </a:extLst>
          </p:cNvPr>
          <p:cNvGrpSpPr/>
          <p:nvPr/>
        </p:nvGrpSpPr>
        <p:grpSpPr>
          <a:xfrm>
            <a:off x="3894166" y="2781483"/>
            <a:ext cx="4395617" cy="1926440"/>
            <a:chOff x="5573361" y="3999310"/>
            <a:chExt cx="5860823" cy="2568587"/>
          </a:xfrm>
        </p:grpSpPr>
        <p:sp>
          <p:nvSpPr>
            <p:cNvPr id="612" name="Rectangle 5">
              <a:extLst>
                <a:ext uri="{FF2B5EF4-FFF2-40B4-BE49-F238E27FC236}">
                  <a16:creationId xmlns:a16="http://schemas.microsoft.com/office/drawing/2014/main" id="{638623C1-C1BD-AA44-B5D3-D4E898177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3361" y="4205697"/>
              <a:ext cx="5720151" cy="2362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itchFamily="2" charset="2"/>
                <a:buNone/>
              </a:pPr>
              <a:r>
                <a:rPr lang="en-US" altLang="en-US" sz="2100" i="1" dirty="0">
                  <a:solidFill>
                    <a:srgbClr val="CC0000"/>
                  </a:solidFill>
                  <a:latin typeface="+mn-lt"/>
                </a:rPr>
                <a:t>Protocols</a:t>
              </a:r>
              <a:r>
                <a:rPr lang="en-US" altLang="en-US" sz="2100" i="1" dirty="0">
                  <a:latin typeface="+mn-lt"/>
                </a:rPr>
                <a:t> define the </a:t>
              </a:r>
              <a:r>
                <a:rPr lang="en-US" altLang="en-US" sz="2100" i="1" dirty="0">
                  <a:solidFill>
                    <a:srgbClr val="CC0000"/>
                  </a:solidFill>
                  <a:latin typeface="+mn-lt"/>
                </a:rPr>
                <a:t>format</a:t>
              </a:r>
              <a:r>
                <a:rPr lang="en-US" altLang="en-US" sz="2100" i="1" dirty="0">
                  <a:latin typeface="+mn-lt"/>
                </a:rPr>
                <a:t>, </a:t>
              </a:r>
              <a:r>
                <a:rPr lang="en-US" altLang="en-US" sz="2100" i="1" dirty="0">
                  <a:solidFill>
                    <a:srgbClr val="CC0000"/>
                  </a:solidFill>
                  <a:latin typeface="+mn-lt"/>
                </a:rPr>
                <a:t>order</a:t>
              </a:r>
              <a:r>
                <a:rPr lang="en-US" altLang="en-US" sz="2100" i="1" dirty="0">
                  <a:latin typeface="+mn-lt"/>
                </a:rPr>
                <a:t> of </a:t>
              </a:r>
              <a:r>
                <a:rPr lang="en-US" altLang="en-US" sz="2100" i="1" dirty="0">
                  <a:solidFill>
                    <a:srgbClr val="CC0000"/>
                  </a:solidFill>
                  <a:latin typeface="+mn-lt"/>
                </a:rPr>
                <a:t>messages sent and received</a:t>
              </a:r>
              <a:r>
                <a:rPr lang="en-US" altLang="en-US" sz="2100" i="1" dirty="0">
                  <a:latin typeface="+mn-lt"/>
                </a:rPr>
                <a:t> among network entities, and </a:t>
              </a:r>
              <a:r>
                <a:rPr lang="en-US" altLang="en-US" sz="2100" i="1" dirty="0">
                  <a:solidFill>
                    <a:srgbClr val="CC0000"/>
                  </a:solidFill>
                  <a:latin typeface="+mn-lt"/>
                </a:rPr>
                <a:t>actions taken</a:t>
              </a:r>
              <a:r>
                <a:rPr lang="en-US" altLang="en-US" sz="2100" i="1" dirty="0">
                  <a:latin typeface="+mn-lt"/>
                </a:rPr>
                <a:t> on msg transmission, receipt</a:t>
              </a:r>
              <a:r>
                <a:rPr lang="en-US" altLang="en-US" sz="1800" i="1" dirty="0">
                  <a:solidFill>
                    <a:srgbClr val="FF0000"/>
                  </a:solidFill>
                  <a:latin typeface="+mn-lt"/>
                </a:rPr>
                <a:t> </a:t>
              </a:r>
            </a:p>
          </p:txBody>
        </p:sp>
        <p:sp>
          <p:nvSpPr>
            <p:cNvPr id="613" name="Rectangle 6">
              <a:extLst>
                <a:ext uri="{FF2B5EF4-FFF2-40B4-BE49-F238E27FC236}">
                  <a16:creationId xmlns:a16="http://schemas.microsoft.com/office/drawing/2014/main" id="{4BB2FBA9-962F-5D48-9F9D-959DBE62A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3745" y="3999310"/>
              <a:ext cx="5780439" cy="2362200"/>
            </a:xfrm>
            <a:prstGeom prst="rect">
              <a:avLst/>
            </a:prstGeom>
            <a:noFill/>
            <a:ln w="19050">
              <a:solidFill>
                <a:srgbClr val="0000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9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22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141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38866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What’s a protocol?</a:t>
            </a:r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FDA5BE8-E15B-EA45-8818-A68BEA678236}"/>
              </a:ext>
            </a:extLst>
          </p:cNvPr>
          <p:cNvSpPr txBox="1">
            <a:spLocks noChangeArrowheads="1"/>
          </p:cNvSpPr>
          <p:nvPr/>
        </p:nvSpPr>
        <p:spPr>
          <a:xfrm>
            <a:off x="663821" y="1028700"/>
            <a:ext cx="6115050" cy="514350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100" dirty="0">
                <a:ea typeface="ＭＳ Ｐゴシック" panose="020B0600070205080204" pitchFamily="34" charset="-128"/>
              </a:rPr>
              <a:t>A human protocol and a computer network protocol:</a:t>
            </a:r>
          </a:p>
          <a:p>
            <a:pPr>
              <a:buFont typeface="Wingdings" pitchFamily="2" charset="2"/>
              <a:buNone/>
            </a:pPr>
            <a:endParaRPr lang="en-US" altLang="en-US" sz="2100" dirty="0">
              <a:ea typeface="ＭＳ Ｐゴシック" panose="020B0600070205080204" pitchFamily="34" charset="-128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CD43C19F-41ED-3443-B50D-7AA2E7350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259" y="4396979"/>
            <a:ext cx="413391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</a:pPr>
            <a:r>
              <a:rPr lang="en-US" altLang="en-US" i="1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Q: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other human protocols? </a:t>
            </a:r>
          </a:p>
        </p:txBody>
      </p:sp>
      <p:pic>
        <p:nvPicPr>
          <p:cNvPr id="13" name="Picture 62" descr="Alice">
            <a:extLst>
              <a:ext uri="{FF2B5EF4-FFF2-40B4-BE49-F238E27FC236}">
                <a16:creationId xmlns:a16="http://schemas.microsoft.com/office/drawing/2014/main" id="{6AC32637-72CC-184C-8EF2-C7474809C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232" y="1735932"/>
            <a:ext cx="421481" cy="52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63" descr="Bob">
            <a:extLst>
              <a:ext uri="{FF2B5EF4-FFF2-40B4-BE49-F238E27FC236}">
                <a16:creationId xmlns:a16="http://schemas.microsoft.com/office/drawing/2014/main" id="{0C9653DB-36BF-FC4E-96D5-398A63E28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7745" y="2032398"/>
            <a:ext cx="507206" cy="51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A0AB36B-394C-B44E-9FDF-B5332733F92C}"/>
              </a:ext>
            </a:extLst>
          </p:cNvPr>
          <p:cNvGrpSpPr/>
          <p:nvPr/>
        </p:nvGrpSpPr>
        <p:grpSpPr>
          <a:xfrm>
            <a:off x="2193997" y="1816894"/>
            <a:ext cx="1321594" cy="422672"/>
            <a:chOff x="2925329" y="2422526"/>
            <a:chExt cx="1762125" cy="563562"/>
          </a:xfrm>
        </p:grpSpPr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AF107355-7D98-0B44-975B-CBF0C39942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329" y="2709863"/>
              <a:ext cx="1762125" cy="276225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0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Text Box 64">
              <a:extLst>
                <a:ext uri="{FF2B5EF4-FFF2-40B4-BE49-F238E27FC236}">
                  <a16:creationId xmlns:a16="http://schemas.microsoft.com/office/drawing/2014/main" id="{E3C8F55E-81A4-6845-B300-C80C498A8F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6654" y="2422526"/>
              <a:ext cx="509115" cy="492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 dirty="0">
                  <a:latin typeface="Calibri" panose="020F0502020204030204" pitchFamily="34" charset="0"/>
                  <a:cs typeface="Calibri" panose="020F0502020204030204" pitchFamily="34" charset="0"/>
                </a:rPr>
                <a:t>Hi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A770EA7E-36C8-3342-B70C-2DA2FD8C7B3E}"/>
              </a:ext>
            </a:extLst>
          </p:cNvPr>
          <p:cNvGrpSpPr/>
          <p:nvPr/>
        </p:nvGrpSpPr>
        <p:grpSpPr>
          <a:xfrm>
            <a:off x="1963016" y="2284810"/>
            <a:ext cx="1564481" cy="438150"/>
            <a:chOff x="2617354" y="3046413"/>
            <a:chExt cx="2085975" cy="584200"/>
          </a:xfrm>
        </p:grpSpPr>
        <p:sp>
          <p:nvSpPr>
            <p:cNvPr id="16" name="Line 66">
              <a:extLst>
                <a:ext uri="{FF2B5EF4-FFF2-40B4-BE49-F238E27FC236}">
                  <a16:creationId xmlns:a16="http://schemas.microsoft.com/office/drawing/2014/main" id="{7BC224F4-2A52-C946-B3A2-501E3BADDE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17354" y="3268663"/>
              <a:ext cx="2085975" cy="361950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0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Text Box 67">
              <a:extLst>
                <a:ext uri="{FF2B5EF4-FFF2-40B4-BE49-F238E27FC236}">
                  <a16:creationId xmlns:a16="http://schemas.microsoft.com/office/drawing/2014/main" id="{EF38DB23-31AC-F649-B4F9-0760E840DF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7129" y="3046413"/>
              <a:ext cx="509115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>
                  <a:latin typeface="Calibri" panose="020F0502020204030204" pitchFamily="34" charset="0"/>
                  <a:cs typeface="Calibri" panose="020F0502020204030204" pitchFamily="34" charset="0"/>
                </a:rPr>
                <a:t>Hi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148AFC4-3C67-AC4E-9DBE-C6C666348971}"/>
              </a:ext>
            </a:extLst>
          </p:cNvPr>
          <p:cNvGrpSpPr/>
          <p:nvPr/>
        </p:nvGrpSpPr>
        <p:grpSpPr>
          <a:xfrm>
            <a:off x="1951110" y="2724152"/>
            <a:ext cx="1621631" cy="553641"/>
            <a:chOff x="2601479" y="3632204"/>
            <a:chExt cx="2162175" cy="738188"/>
          </a:xfrm>
        </p:grpSpPr>
        <p:sp>
          <p:nvSpPr>
            <p:cNvPr id="18" name="Line 70">
              <a:extLst>
                <a:ext uri="{FF2B5EF4-FFF2-40B4-BE49-F238E27FC236}">
                  <a16:creationId xmlns:a16="http://schemas.microsoft.com/office/drawing/2014/main" id="{D7E081E5-97A2-4147-A169-A6935464DF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1479" y="3700463"/>
              <a:ext cx="2162175" cy="438150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0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9" name="Group 72">
              <a:extLst>
                <a:ext uri="{FF2B5EF4-FFF2-40B4-BE49-F238E27FC236}">
                  <a16:creationId xmlns:a16="http://schemas.microsoft.com/office/drawing/2014/main" id="{A01E23B5-0258-7C4C-BA5D-199419A7F9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30119" y="3632204"/>
              <a:ext cx="1035050" cy="738188"/>
              <a:chOff x="755" y="2747"/>
              <a:chExt cx="652" cy="465"/>
            </a:xfrm>
          </p:grpSpPr>
          <p:sp>
            <p:nvSpPr>
              <p:cNvPr id="20" name="Rectangle 71">
                <a:extLst>
                  <a:ext uri="{FF2B5EF4-FFF2-40B4-BE49-F238E27FC236}">
                    <a16:creationId xmlns:a16="http://schemas.microsoft.com/office/drawing/2014/main" id="{66DE04EC-3AB2-4545-8A40-349D717B3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6" y="2790"/>
                <a:ext cx="588" cy="3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" name="Text Box 69">
                <a:extLst>
                  <a:ext uri="{FF2B5EF4-FFF2-40B4-BE49-F238E27FC236}">
                    <a16:creationId xmlns:a16="http://schemas.microsoft.com/office/drawing/2014/main" id="{74B04ADF-02C6-6943-8532-39BACC3EDB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5" y="2747"/>
                <a:ext cx="652" cy="4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Got the</a:t>
                </a:r>
              </a:p>
              <a:p>
                <a:pPr algn="ctr"/>
                <a:r>
                  <a:rPr lang="en-US" altLang="en-US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time?</a:t>
                </a:r>
              </a:p>
            </p:txBody>
          </p:sp>
        </p:grp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746F316-9DC6-CE4A-B297-F2AB0B6A4762}"/>
              </a:ext>
            </a:extLst>
          </p:cNvPr>
          <p:cNvGrpSpPr/>
          <p:nvPr/>
        </p:nvGrpSpPr>
        <p:grpSpPr>
          <a:xfrm>
            <a:off x="2072553" y="3203976"/>
            <a:ext cx="1464469" cy="372674"/>
            <a:chOff x="2763404" y="4271963"/>
            <a:chExt cx="1952625" cy="496898"/>
          </a:xfrm>
        </p:grpSpPr>
        <p:sp>
          <p:nvSpPr>
            <p:cNvPr id="22" name="Line 73">
              <a:extLst>
                <a:ext uri="{FF2B5EF4-FFF2-40B4-BE49-F238E27FC236}">
                  <a16:creationId xmlns:a16="http://schemas.microsoft.com/office/drawing/2014/main" id="{33CD3426-2C89-A640-B8D9-4426CF1B00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63404" y="4271963"/>
              <a:ext cx="1952625" cy="333375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0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3" name="Group 76">
              <a:extLst>
                <a:ext uri="{FF2B5EF4-FFF2-40B4-BE49-F238E27FC236}">
                  <a16:creationId xmlns:a16="http://schemas.microsoft.com/office/drawing/2014/main" id="{A6420C74-64CF-2247-8D4B-DD2DBFA6F7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33304" y="4276735"/>
              <a:ext cx="796925" cy="492126"/>
              <a:chOff x="1046" y="2771"/>
              <a:chExt cx="502" cy="310"/>
            </a:xfrm>
          </p:grpSpPr>
          <p:sp>
            <p:nvSpPr>
              <p:cNvPr id="24" name="Rectangle 75">
                <a:extLst>
                  <a:ext uri="{FF2B5EF4-FFF2-40B4-BE49-F238E27FC236}">
                    <a16:creationId xmlns:a16="http://schemas.microsoft.com/office/drawing/2014/main" id="{D5183736-BE0E-AB46-AFBB-CE022786D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2820"/>
                <a:ext cx="444" cy="1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" name="Text Box 74">
                <a:extLst>
                  <a:ext uri="{FF2B5EF4-FFF2-40B4-BE49-F238E27FC236}">
                    <a16:creationId xmlns:a16="http://schemas.microsoft.com/office/drawing/2014/main" id="{1F4F822A-BED8-454A-AAC2-A1B3AFF6B9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6" y="2771"/>
                <a:ext cx="502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latin typeface="Calibri" panose="020F0502020204030204" pitchFamily="34" charset="0"/>
                    <a:cs typeface="Calibri" panose="020F0502020204030204" pitchFamily="34" charset="0"/>
                  </a:rPr>
                  <a:t>2:00</a:t>
                </a:r>
              </a:p>
            </p:txBody>
          </p:sp>
        </p:grpSp>
      </p:grpSp>
      <p:sp>
        <p:nvSpPr>
          <p:cNvPr id="37" name="Line 101">
            <a:extLst>
              <a:ext uri="{FF2B5EF4-FFF2-40B4-BE49-F238E27FC236}">
                <a16:creationId xmlns:a16="http://schemas.microsoft.com/office/drawing/2014/main" id="{CAF66A4D-D465-0449-A83A-EAD8BADEBC8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7609" y="1586509"/>
            <a:ext cx="0" cy="2680097"/>
          </a:xfrm>
          <a:prstGeom prst="line">
            <a:avLst/>
          </a:prstGeom>
          <a:noFill/>
          <a:ln w="19050">
            <a:solidFill>
              <a:schemeClr val="bg1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grpSp>
        <p:nvGrpSpPr>
          <p:cNvPr id="38" name="Group 105">
            <a:extLst>
              <a:ext uri="{FF2B5EF4-FFF2-40B4-BE49-F238E27FC236}">
                <a16:creationId xmlns:a16="http://schemas.microsoft.com/office/drawing/2014/main" id="{CC2D24A5-7C64-F545-A05A-3752F815F89F}"/>
              </a:ext>
            </a:extLst>
          </p:cNvPr>
          <p:cNvGrpSpPr>
            <a:grpSpLocks/>
          </p:cNvGrpSpPr>
          <p:nvPr/>
        </p:nvGrpSpPr>
        <p:grpSpPr bwMode="auto">
          <a:xfrm>
            <a:off x="4052564" y="3682607"/>
            <a:ext cx="544116" cy="322660"/>
            <a:chOff x="2198" y="3221"/>
            <a:chExt cx="457" cy="271"/>
          </a:xfrm>
        </p:grpSpPr>
        <p:sp>
          <p:nvSpPr>
            <p:cNvPr id="39" name="Rectangle 104">
              <a:extLst>
                <a:ext uri="{FF2B5EF4-FFF2-40B4-BE49-F238E27FC236}">
                  <a16:creationId xmlns:a16="http://schemas.microsoft.com/office/drawing/2014/main" id="{6BF887FC-DA49-BC42-A376-A29D67B86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4" y="3282"/>
              <a:ext cx="408" cy="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Text Box 102">
              <a:extLst>
                <a:ext uri="{FF2B5EF4-FFF2-40B4-BE49-F238E27FC236}">
                  <a16:creationId xmlns:a16="http://schemas.microsoft.com/office/drawing/2014/main" id="{FD6E114D-BB61-5A43-A6C4-EB93B477DD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8" y="3221"/>
              <a:ext cx="4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500">
                  <a:latin typeface="Calibri" panose="020F0502020204030204" pitchFamily="34" charset="0"/>
                  <a:cs typeface="Calibri" panose="020F0502020204030204" pitchFamily="34" charset="0"/>
                </a:rPr>
                <a:t>time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CD6B86A-6F1B-0548-9764-136C60D90701}"/>
              </a:ext>
            </a:extLst>
          </p:cNvPr>
          <p:cNvGrpSpPr/>
          <p:nvPr/>
        </p:nvGrpSpPr>
        <p:grpSpPr>
          <a:xfrm>
            <a:off x="5089597" y="2441975"/>
            <a:ext cx="1662113" cy="463367"/>
            <a:chOff x="6786129" y="3255963"/>
            <a:chExt cx="2216150" cy="617822"/>
          </a:xfrm>
        </p:grpSpPr>
        <p:sp>
          <p:nvSpPr>
            <p:cNvPr id="28" name="Line 90">
              <a:extLst>
                <a:ext uri="{FF2B5EF4-FFF2-40B4-BE49-F238E27FC236}">
                  <a16:creationId xmlns:a16="http://schemas.microsoft.com/office/drawing/2014/main" id="{BE73EB41-048F-AA4A-A7C0-5C13D2C225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86129" y="3255963"/>
              <a:ext cx="2216150" cy="398463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0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Rectangle 92">
              <a:extLst>
                <a:ext uri="{FF2B5EF4-FFF2-40B4-BE49-F238E27FC236}">
                  <a16:creationId xmlns:a16="http://schemas.microsoft.com/office/drawing/2014/main" id="{3D5059BF-BB04-1840-B77C-F70CB09CD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1104" y="3278188"/>
              <a:ext cx="1438275" cy="393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Text Box 91">
              <a:extLst>
                <a:ext uri="{FF2B5EF4-FFF2-40B4-BE49-F238E27FC236}">
                  <a16:creationId xmlns:a16="http://schemas.microsoft.com/office/drawing/2014/main" id="{8B99F7C9-41C0-E948-A1F8-DBFF6271EF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0405" y="3279776"/>
              <a:ext cx="1706022" cy="594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5000"/>
                </a:lnSpc>
              </a:pPr>
              <a:r>
                <a:rPr lang="en-US" altLang="en-US" sz="1350">
                  <a:latin typeface="Calibri" panose="020F0502020204030204" pitchFamily="34" charset="0"/>
                  <a:cs typeface="Calibri" panose="020F0502020204030204" pitchFamily="34" charset="0"/>
                </a:rPr>
                <a:t>TCP connection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en-US" sz="1350">
                  <a:latin typeface="Calibri" panose="020F0502020204030204" pitchFamily="34" charset="0"/>
                  <a:cs typeface="Calibri" panose="020F0502020204030204" pitchFamily="34" charset="0"/>
                </a:rPr>
                <a:t>response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B3F6BB2A-A83B-6E42-97C8-7ABAD5335595}"/>
              </a:ext>
            </a:extLst>
          </p:cNvPr>
          <p:cNvGrpSpPr/>
          <p:nvPr/>
        </p:nvGrpSpPr>
        <p:grpSpPr>
          <a:xfrm>
            <a:off x="5125315" y="3336130"/>
            <a:ext cx="1757363" cy="369332"/>
            <a:chOff x="6833754" y="4448176"/>
            <a:chExt cx="2343150" cy="492443"/>
          </a:xfrm>
        </p:grpSpPr>
        <p:sp>
          <p:nvSpPr>
            <p:cNvPr id="26" name="Line 85">
              <a:extLst>
                <a:ext uri="{FF2B5EF4-FFF2-40B4-BE49-F238E27FC236}">
                  <a16:creationId xmlns:a16="http://schemas.microsoft.com/office/drawing/2014/main" id="{45CDA1E6-D436-1747-9985-487C3C2A77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33754" y="4464051"/>
              <a:ext cx="2343150" cy="428625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0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Rectangle 99">
              <a:extLst>
                <a:ext uri="{FF2B5EF4-FFF2-40B4-BE49-F238E27FC236}">
                  <a16:creationId xmlns:a16="http://schemas.microsoft.com/office/drawing/2014/main" id="{0522444E-A828-BE46-A531-855D0C776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2104" y="4562476"/>
              <a:ext cx="919163" cy="2952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Text Box 100">
              <a:extLst>
                <a:ext uri="{FF2B5EF4-FFF2-40B4-BE49-F238E27FC236}">
                  <a16:creationId xmlns:a16="http://schemas.microsoft.com/office/drawing/2014/main" id="{D6A3FC64-B8C3-524A-97EA-7601A8235E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8767" y="4448176"/>
              <a:ext cx="942993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>
                  <a:latin typeface="Calibri" panose="020F0502020204030204" pitchFamily="34" charset="0"/>
                  <a:cs typeface="Calibri" panose="020F0502020204030204" pitchFamily="34" charset="0"/>
                </a:rPr>
                <a:t>&lt;file&gt;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CDE2E27-ED1E-7344-9B31-50A4E5C09D16}"/>
              </a:ext>
            </a:extLst>
          </p:cNvPr>
          <p:cNvGrpSpPr/>
          <p:nvPr/>
        </p:nvGrpSpPr>
        <p:grpSpPr>
          <a:xfrm>
            <a:off x="5136031" y="1965723"/>
            <a:ext cx="1632347" cy="445507"/>
            <a:chOff x="6848042" y="2620963"/>
            <a:chExt cx="2176462" cy="594009"/>
          </a:xfrm>
        </p:grpSpPr>
        <p:sp>
          <p:nvSpPr>
            <p:cNvPr id="27" name="Line 89">
              <a:extLst>
                <a:ext uri="{FF2B5EF4-FFF2-40B4-BE49-F238E27FC236}">
                  <a16:creationId xmlns:a16="http://schemas.microsoft.com/office/drawing/2014/main" id="{ABF41D13-8507-D844-86E0-3E53225739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8042" y="2749551"/>
              <a:ext cx="2176462" cy="347662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0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Rectangle 52">
              <a:extLst>
                <a:ext uri="{FF2B5EF4-FFF2-40B4-BE49-F238E27FC236}">
                  <a16:creationId xmlns:a16="http://schemas.microsoft.com/office/drawing/2014/main" id="{3880A042-2FB6-1941-9EF6-2BBEF497D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3792" y="2689226"/>
              <a:ext cx="1365250" cy="4397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Text Box 91">
              <a:extLst>
                <a:ext uri="{FF2B5EF4-FFF2-40B4-BE49-F238E27FC236}">
                  <a16:creationId xmlns:a16="http://schemas.microsoft.com/office/drawing/2014/main" id="{520D7CEC-5ABE-CB47-A52E-8A54D3A496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34855" y="2620963"/>
              <a:ext cx="1706022" cy="594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5000"/>
                </a:lnSpc>
              </a:pPr>
              <a:r>
                <a:rPr lang="en-US" altLang="en-US" sz="1350" dirty="0">
                  <a:latin typeface="Calibri" panose="020F0502020204030204" pitchFamily="34" charset="0"/>
                  <a:cs typeface="Calibri" panose="020F0502020204030204" pitchFamily="34" charset="0"/>
                </a:rPr>
                <a:t>TCP connection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en-US" sz="1350" dirty="0">
                  <a:latin typeface="Calibri" panose="020F0502020204030204" pitchFamily="34" charset="0"/>
                  <a:cs typeface="Calibri" panose="020F0502020204030204" pitchFamily="34" charset="0"/>
                </a:rPr>
                <a:t>request</a:t>
              </a:r>
            </a:p>
          </p:txBody>
        </p:sp>
      </p:grpSp>
      <p:grpSp>
        <p:nvGrpSpPr>
          <p:cNvPr id="43" name="Group 57">
            <a:extLst>
              <a:ext uri="{FF2B5EF4-FFF2-40B4-BE49-F238E27FC236}">
                <a16:creationId xmlns:a16="http://schemas.microsoft.com/office/drawing/2014/main" id="{4A4CE652-658D-B343-B65F-6AC8513C167B}"/>
              </a:ext>
            </a:extLst>
          </p:cNvPr>
          <p:cNvGrpSpPr>
            <a:grpSpLocks/>
          </p:cNvGrpSpPr>
          <p:nvPr/>
        </p:nvGrpSpPr>
        <p:grpSpPr bwMode="auto">
          <a:xfrm>
            <a:off x="6810050" y="2040732"/>
            <a:ext cx="267890" cy="566738"/>
            <a:chOff x="4140" y="429"/>
            <a:chExt cx="1425" cy="2396"/>
          </a:xfrm>
        </p:grpSpPr>
        <p:sp>
          <p:nvSpPr>
            <p:cNvPr id="44" name="Freeform 58">
              <a:extLst>
                <a:ext uri="{FF2B5EF4-FFF2-40B4-BE49-F238E27FC236}">
                  <a16:creationId xmlns:a16="http://schemas.microsoft.com/office/drawing/2014/main" id="{ADF25789-D94D-6440-A211-5DCCB02CE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Rectangle 59">
              <a:extLst>
                <a:ext uri="{FF2B5EF4-FFF2-40B4-BE49-F238E27FC236}">
                  <a16:creationId xmlns:a16="http://schemas.microsoft.com/office/drawing/2014/main" id="{E3F6D782-AA2A-884C-8F31-18FB963D42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Freeform 60">
              <a:extLst>
                <a:ext uri="{FF2B5EF4-FFF2-40B4-BE49-F238E27FC236}">
                  <a16:creationId xmlns:a16="http://schemas.microsoft.com/office/drawing/2014/main" id="{8E62C232-6002-7B40-98F7-09DFB8653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Freeform 61">
              <a:extLst>
                <a:ext uri="{FF2B5EF4-FFF2-40B4-BE49-F238E27FC236}">
                  <a16:creationId xmlns:a16="http://schemas.microsoft.com/office/drawing/2014/main" id="{4AE6A750-54A6-B943-91AB-340390A7C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Rectangle 62">
              <a:extLst>
                <a:ext uri="{FF2B5EF4-FFF2-40B4-BE49-F238E27FC236}">
                  <a16:creationId xmlns:a16="http://schemas.microsoft.com/office/drawing/2014/main" id="{E71E8CB8-4382-3242-ABC5-C14F81AC8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49" name="Group 63">
              <a:extLst>
                <a:ext uri="{FF2B5EF4-FFF2-40B4-BE49-F238E27FC236}">
                  <a16:creationId xmlns:a16="http://schemas.microsoft.com/office/drawing/2014/main" id="{E7EC998A-9B7F-0746-ABE8-80C8192CA7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4" name="AutoShape 64">
                <a:extLst>
                  <a:ext uri="{FF2B5EF4-FFF2-40B4-BE49-F238E27FC236}">
                    <a16:creationId xmlns:a16="http://schemas.microsoft.com/office/drawing/2014/main" id="{89BFB453-7EA4-7040-A1A5-7D0E5E721F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5" name="AutoShape 65">
                <a:extLst>
                  <a:ext uri="{FF2B5EF4-FFF2-40B4-BE49-F238E27FC236}">
                    <a16:creationId xmlns:a16="http://schemas.microsoft.com/office/drawing/2014/main" id="{DD4207D9-1C2C-A642-874A-C950D1B2F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50" name="Rectangle 66">
              <a:extLst>
                <a:ext uri="{FF2B5EF4-FFF2-40B4-BE49-F238E27FC236}">
                  <a16:creationId xmlns:a16="http://schemas.microsoft.com/office/drawing/2014/main" id="{B93B87B1-D6FF-1A43-AFA9-2F4308B46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51" name="Group 67">
              <a:extLst>
                <a:ext uri="{FF2B5EF4-FFF2-40B4-BE49-F238E27FC236}">
                  <a16:creationId xmlns:a16="http://schemas.microsoft.com/office/drawing/2014/main" id="{38088FF7-02F0-DB41-8855-F8E64BFD62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2" name="AutoShape 68">
                <a:extLst>
                  <a:ext uri="{FF2B5EF4-FFF2-40B4-BE49-F238E27FC236}">
                    <a16:creationId xmlns:a16="http://schemas.microsoft.com/office/drawing/2014/main" id="{2800C9B7-CBF6-284C-B26D-9F63F319DF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3" name="AutoShape 69">
                <a:extLst>
                  <a:ext uri="{FF2B5EF4-FFF2-40B4-BE49-F238E27FC236}">
                    <a16:creationId xmlns:a16="http://schemas.microsoft.com/office/drawing/2014/main" id="{96A6E1AD-EAAE-7447-A0BC-68D76E1B92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52" name="Rectangle 70">
              <a:extLst>
                <a:ext uri="{FF2B5EF4-FFF2-40B4-BE49-F238E27FC236}">
                  <a16:creationId xmlns:a16="http://schemas.microsoft.com/office/drawing/2014/main" id="{81E7EE8D-57F7-6848-B16A-D11B811B80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Rectangle 71">
              <a:extLst>
                <a:ext uri="{FF2B5EF4-FFF2-40B4-BE49-F238E27FC236}">
                  <a16:creationId xmlns:a16="http://schemas.microsoft.com/office/drawing/2014/main" id="{0C489C2A-C1EE-ED4E-915C-600DF0A70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54" name="Group 72">
              <a:extLst>
                <a:ext uri="{FF2B5EF4-FFF2-40B4-BE49-F238E27FC236}">
                  <a16:creationId xmlns:a16="http://schemas.microsoft.com/office/drawing/2014/main" id="{3D5AED95-1F84-444D-A859-E38C83F838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0" name="AutoShape 73">
                <a:extLst>
                  <a:ext uri="{FF2B5EF4-FFF2-40B4-BE49-F238E27FC236}">
                    <a16:creationId xmlns:a16="http://schemas.microsoft.com/office/drawing/2014/main" id="{A9389B09-349A-964B-85BC-37C0E562CA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1" name="AutoShape 74">
                <a:extLst>
                  <a:ext uri="{FF2B5EF4-FFF2-40B4-BE49-F238E27FC236}">
                    <a16:creationId xmlns:a16="http://schemas.microsoft.com/office/drawing/2014/main" id="{4ACE943E-F10C-654A-BD48-143DEEAAE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55" name="Freeform 75">
              <a:extLst>
                <a:ext uri="{FF2B5EF4-FFF2-40B4-BE49-F238E27FC236}">
                  <a16:creationId xmlns:a16="http://schemas.microsoft.com/office/drawing/2014/main" id="{9F74734C-9E68-9045-A6CE-133984B96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56" name="Group 76">
              <a:extLst>
                <a:ext uri="{FF2B5EF4-FFF2-40B4-BE49-F238E27FC236}">
                  <a16:creationId xmlns:a16="http://schemas.microsoft.com/office/drawing/2014/main" id="{99AB90FB-10F4-8646-A5E4-C5948E7CAD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8" name="AutoShape 77">
                <a:extLst>
                  <a:ext uri="{FF2B5EF4-FFF2-40B4-BE49-F238E27FC236}">
                    <a16:creationId xmlns:a16="http://schemas.microsoft.com/office/drawing/2014/main" id="{7F4F7BD0-881C-EA41-BF03-C3C7AA0E14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9" name="AutoShape 78">
                <a:extLst>
                  <a:ext uri="{FF2B5EF4-FFF2-40B4-BE49-F238E27FC236}">
                    <a16:creationId xmlns:a16="http://schemas.microsoft.com/office/drawing/2014/main" id="{82794333-9BCA-1844-811D-E175BCA1C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57" name="Rectangle 79">
              <a:extLst>
                <a:ext uri="{FF2B5EF4-FFF2-40B4-BE49-F238E27FC236}">
                  <a16:creationId xmlns:a16="http://schemas.microsoft.com/office/drawing/2014/main" id="{68D85044-2238-9042-992D-932AE7A07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Freeform 80">
              <a:extLst>
                <a:ext uri="{FF2B5EF4-FFF2-40B4-BE49-F238E27FC236}">
                  <a16:creationId xmlns:a16="http://schemas.microsoft.com/office/drawing/2014/main" id="{E6A4A31B-CB3E-DB4B-8D15-11D8649E5C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Freeform 81">
              <a:extLst>
                <a:ext uri="{FF2B5EF4-FFF2-40B4-BE49-F238E27FC236}">
                  <a16:creationId xmlns:a16="http://schemas.microsoft.com/office/drawing/2014/main" id="{F52D98EE-0DD8-4D4C-98E3-A45D68AED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" name="Oval 82">
              <a:extLst>
                <a:ext uri="{FF2B5EF4-FFF2-40B4-BE49-F238E27FC236}">
                  <a16:creationId xmlns:a16="http://schemas.microsoft.com/office/drawing/2014/main" id="{490E9F0F-6592-0E4D-A291-EBC6AB463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" name="Freeform 83">
              <a:extLst>
                <a:ext uri="{FF2B5EF4-FFF2-40B4-BE49-F238E27FC236}">
                  <a16:creationId xmlns:a16="http://schemas.microsoft.com/office/drawing/2014/main" id="{250F3DCA-32F4-CC4A-891A-B30F6D8EC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" name="AutoShape 84">
              <a:extLst>
                <a:ext uri="{FF2B5EF4-FFF2-40B4-BE49-F238E27FC236}">
                  <a16:creationId xmlns:a16="http://schemas.microsoft.com/office/drawing/2014/main" id="{6DF44EB1-30B7-8E4A-A62D-94C2ECCAE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" name="AutoShape 85">
              <a:extLst>
                <a:ext uri="{FF2B5EF4-FFF2-40B4-BE49-F238E27FC236}">
                  <a16:creationId xmlns:a16="http://schemas.microsoft.com/office/drawing/2014/main" id="{1E80FD31-CF6D-E841-82CE-8485CA393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" name="Oval 86">
              <a:extLst>
                <a:ext uri="{FF2B5EF4-FFF2-40B4-BE49-F238E27FC236}">
                  <a16:creationId xmlns:a16="http://schemas.microsoft.com/office/drawing/2014/main" id="{A6798635-53B6-DB47-8748-A593507CD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" name="Oval 87">
              <a:extLst>
                <a:ext uri="{FF2B5EF4-FFF2-40B4-BE49-F238E27FC236}">
                  <a16:creationId xmlns:a16="http://schemas.microsoft.com/office/drawing/2014/main" id="{37BB0D05-8767-CF4E-8C65-67C1D8D3FD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" name="Oval 88">
              <a:extLst>
                <a:ext uri="{FF2B5EF4-FFF2-40B4-BE49-F238E27FC236}">
                  <a16:creationId xmlns:a16="http://schemas.microsoft.com/office/drawing/2014/main" id="{FA7F2C7C-7482-A14C-87FE-F9538208A6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7" name="Rectangle 89">
              <a:extLst>
                <a:ext uri="{FF2B5EF4-FFF2-40B4-BE49-F238E27FC236}">
                  <a16:creationId xmlns:a16="http://schemas.microsoft.com/office/drawing/2014/main" id="{9D056117-88A7-394A-A294-1A033CE4F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6" name="Group 90">
            <a:extLst>
              <a:ext uri="{FF2B5EF4-FFF2-40B4-BE49-F238E27FC236}">
                <a16:creationId xmlns:a16="http://schemas.microsoft.com/office/drawing/2014/main" id="{95F59C81-FDB0-844F-941B-B561FC589D42}"/>
              </a:ext>
            </a:extLst>
          </p:cNvPr>
          <p:cNvGrpSpPr>
            <a:grpSpLocks/>
          </p:cNvGrpSpPr>
          <p:nvPr/>
        </p:nvGrpSpPr>
        <p:grpSpPr bwMode="auto">
          <a:xfrm>
            <a:off x="4457375" y="1708548"/>
            <a:ext cx="670322" cy="621506"/>
            <a:chOff x="-44" y="1473"/>
            <a:chExt cx="981" cy="1105"/>
          </a:xfrm>
        </p:grpSpPr>
        <p:pic>
          <p:nvPicPr>
            <p:cNvPr id="77" name="Picture 91" descr="desktop_computer_stylized_medium">
              <a:extLst>
                <a:ext uri="{FF2B5EF4-FFF2-40B4-BE49-F238E27FC236}">
                  <a16:creationId xmlns:a16="http://schemas.microsoft.com/office/drawing/2014/main" id="{82B0CE96-D20F-0542-B0DD-F5A7003AAB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" name="Freeform 92">
              <a:extLst>
                <a:ext uri="{FF2B5EF4-FFF2-40B4-BE49-F238E27FC236}">
                  <a16:creationId xmlns:a16="http://schemas.microsoft.com/office/drawing/2014/main" id="{F915E8C7-3CEB-4841-BD57-4B6D62B7028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FE692778-9BBA-824F-8F43-DA909E4E4FB8}"/>
              </a:ext>
            </a:extLst>
          </p:cNvPr>
          <p:cNvGrpSpPr/>
          <p:nvPr/>
        </p:nvGrpSpPr>
        <p:grpSpPr>
          <a:xfrm>
            <a:off x="4999732" y="2926559"/>
            <a:ext cx="2194469" cy="482635"/>
            <a:chOff x="6666309" y="3902076"/>
            <a:chExt cx="2925958" cy="643513"/>
          </a:xfrm>
        </p:grpSpPr>
        <p:sp>
          <p:nvSpPr>
            <p:cNvPr id="31" name="Line 94">
              <a:extLst>
                <a:ext uri="{FF2B5EF4-FFF2-40B4-BE49-F238E27FC236}">
                  <a16:creationId xmlns:a16="http://schemas.microsoft.com/office/drawing/2014/main" id="{1E51E9DA-15A6-C14B-AFD5-A46BE25514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3754" y="3902076"/>
              <a:ext cx="2400300" cy="419100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0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F4E0794-86DC-1F40-8E76-AAAF9B0356E2}"/>
                </a:ext>
              </a:extLst>
            </p:cNvPr>
            <p:cNvSpPr/>
            <p:nvPr/>
          </p:nvSpPr>
          <p:spPr>
            <a:xfrm>
              <a:off x="7315200" y="4021087"/>
              <a:ext cx="1687079" cy="282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4" name="Text Box 95">
              <a:extLst>
                <a:ext uri="{FF2B5EF4-FFF2-40B4-BE49-F238E27FC236}">
                  <a16:creationId xmlns:a16="http://schemas.microsoft.com/office/drawing/2014/main" id="{F4BA7FFC-6F32-A047-8695-B7E781EB8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6309" y="3960813"/>
              <a:ext cx="2925958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350" dirty="0">
                  <a:latin typeface="Calibri" panose="020F0502020204030204" pitchFamily="34" charset="0"/>
                  <a:cs typeface="Calibri" panose="020F0502020204030204" pitchFamily="34" charset="0"/>
                </a:rPr>
                <a:t>GET</a:t>
              </a:r>
              <a:r>
                <a:rPr lang="en-US" altLang="en-US" sz="105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n-US" sz="900" dirty="0">
                  <a:latin typeface="+mn-lt"/>
                  <a:cs typeface="Calibri" panose="020F0502020204030204" pitchFamily="34" charset="0"/>
                </a:rPr>
                <a:t>http://</a:t>
              </a:r>
              <a:r>
                <a:rPr lang="en-US" altLang="en-US" sz="900" dirty="0" err="1">
                  <a:latin typeface="+mn-lt"/>
                  <a:cs typeface="Calibri" panose="020F0502020204030204" pitchFamily="34" charset="0"/>
                </a:rPr>
                <a:t>gaia.cs.umass.edu</a:t>
              </a:r>
              <a:r>
                <a:rPr lang="en-US" altLang="en-US" sz="900" dirty="0">
                  <a:latin typeface="+mn-lt"/>
                  <a:cs typeface="Calibri" panose="020F0502020204030204" pitchFamily="34" charset="0"/>
                </a:rPr>
                <a:t>/</a:t>
              </a:r>
              <a:r>
                <a:rPr lang="en-US" altLang="en-US" sz="900" dirty="0" err="1">
                  <a:latin typeface="+mn-lt"/>
                  <a:cs typeface="Calibri" panose="020F0502020204030204" pitchFamily="34" charset="0"/>
                </a:rPr>
                <a:t>kurose_ross</a:t>
              </a:r>
              <a:endParaRPr lang="en-US" altLang="en-US" sz="1800" dirty="0">
                <a:latin typeface="+mn-lt"/>
                <a:cs typeface="Calibri" panose="020F0502020204030204" pitchFamily="34" charset="0"/>
              </a:endParaRPr>
            </a:p>
          </p:txBody>
        </p:sp>
      </p:grpSp>
      <p:sp>
        <p:nvSpPr>
          <p:cNvPr id="86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23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340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Cordelia template">
  <a:themeElements>
    <a:clrScheme name="Custom 347">
      <a:dk1>
        <a:srgbClr val="263238"/>
      </a:dk1>
      <a:lt1>
        <a:srgbClr val="FFFFFF"/>
      </a:lt1>
      <a:dk2>
        <a:srgbClr val="607D8B"/>
      </a:dk2>
      <a:lt2>
        <a:srgbClr val="ECEFF1"/>
      </a:lt2>
      <a:accent1>
        <a:srgbClr val="0091EA"/>
      </a:accent1>
      <a:accent2>
        <a:srgbClr val="0053A3"/>
      </a:accent2>
      <a:accent3>
        <a:srgbClr val="607D8B"/>
      </a:accent3>
      <a:accent4>
        <a:srgbClr val="CFD8DC"/>
      </a:accent4>
      <a:accent5>
        <a:srgbClr val="ECEFF1"/>
      </a:accent5>
      <a:accent6>
        <a:srgbClr val="ACDBF8"/>
      </a:accent6>
      <a:hlink>
        <a:srgbClr val="0091E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1579</Words>
  <Application>Microsoft Office PowerPoint</Application>
  <PresentationFormat>On-screen Show (16:9)</PresentationFormat>
  <Paragraphs>401</Paragraphs>
  <Slides>23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Times New Roman</vt:lpstr>
      <vt:lpstr>Roboto Slab</vt:lpstr>
      <vt:lpstr>ＭＳ Ｐゴシック</vt:lpstr>
      <vt:lpstr>Wingdings</vt:lpstr>
      <vt:lpstr>Calibri</vt:lpstr>
      <vt:lpstr>ＭＳ Ｐゴシック</vt:lpstr>
      <vt:lpstr>Source Sans Pro</vt:lpstr>
      <vt:lpstr>Cordelia template</vt:lpstr>
      <vt:lpstr> </vt:lpstr>
      <vt:lpstr>Chapter 1: Computer Networks and the Internet</vt:lpstr>
      <vt:lpstr>Network and  Computer Networks</vt:lpstr>
      <vt:lpstr>Different Type of Networks</vt:lpstr>
      <vt:lpstr>Different Type of Networks</vt:lpstr>
      <vt:lpstr>Different Type of Networks</vt:lpstr>
      <vt:lpstr>Different Type of Networks</vt:lpstr>
      <vt:lpstr>Different Type of Networks</vt:lpstr>
      <vt:lpstr>Internet Applications</vt:lpstr>
      <vt:lpstr>Internet Applications</vt:lpstr>
      <vt:lpstr>Internet Applications</vt:lpstr>
      <vt:lpstr>Internet Applications</vt:lpstr>
      <vt:lpstr>Internet Applications</vt:lpstr>
      <vt:lpstr>Chapter 1: Computer Networks and the Internet</vt:lpstr>
      <vt:lpstr>Internet</vt:lpstr>
      <vt:lpstr>The Internet: a “nuts and bolts” view</vt:lpstr>
      <vt:lpstr>“Fun” Internet-connected devices</vt:lpstr>
      <vt:lpstr>The Internet: a “nuts and bolts” view</vt:lpstr>
      <vt:lpstr>The Internet: a “service” view</vt:lpstr>
      <vt:lpstr>The Internet: a “service” view</vt:lpstr>
      <vt:lpstr>Chapter 1: Computer Networks and the Internet</vt:lpstr>
      <vt:lpstr>What’s a protocol?</vt:lpstr>
      <vt:lpstr>What’s a protocol?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cp:lastModifiedBy>user</cp:lastModifiedBy>
  <cp:revision>25</cp:revision>
  <dcterms:modified xsi:type="dcterms:W3CDTF">2025-04-13T07:10:17Z</dcterms:modified>
</cp:coreProperties>
</file>