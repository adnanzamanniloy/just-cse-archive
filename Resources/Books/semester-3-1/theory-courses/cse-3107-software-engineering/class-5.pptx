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99D9D-A69F-2C5A-BF6C-FDACD1A7D7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209F36-9C2B-5C09-B73D-3F87F44F61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2F160-FABE-889B-80E7-4CFD9C1D7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2C4-43A8-4EC5-A209-A9572168F41C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B0563-0432-6C71-857D-8462BCA18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29BA-14FE-E77E-4242-F783A4B61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E8A0-E55B-4FB2-B723-661946425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697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871A4-EDBD-DAAE-FD85-D70311A7C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3D600-C5C0-95B4-93A5-4517B8D3B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28DC7-23BC-FF5E-7443-D5CBAF6C5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2C4-43A8-4EC5-A209-A9572168F41C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113F4-5F76-8B3E-7B16-8AB10D38D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0F786-944A-6569-991E-CE8E3FF59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E8A0-E55B-4FB2-B723-661946425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004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2780C-5AB6-A97E-9B8D-73F37120B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39C2A-32DB-EC02-7415-BBA3F592D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05C3A-0974-42C9-C4F2-602EEBC0F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2C4-43A8-4EC5-A209-A9572168F41C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B7EE1-8FC1-BC96-DA67-66184B614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7CDA6-D0AC-37BD-A0A5-0D639B172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E8A0-E55B-4FB2-B723-661946425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476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B3323-6AFB-5D76-FEDD-663FDAF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8E0C2-EABB-7A9E-4DDC-4B7A11AC49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4F9ADC-F93E-69B7-1FDD-B7B5ADE2D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55BAA6-D9B3-1FD4-EE29-6005186F0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2C4-43A8-4EC5-A209-A9572168F41C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4CCFCE-3034-C9DD-64CD-45B762DD6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515E2-326D-3313-F7B4-876C6B003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E8A0-E55B-4FB2-B723-661946425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60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80AF7-E783-0121-BB37-8DE80BCAA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73BCC-6B56-CD7B-7289-AE1D0051C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0503E-0849-56E7-A34A-76A46682EE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129CFC-8A4E-AC50-A5EC-679F135AA2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BAFC75-DAEC-978F-3E91-48073C6EE1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31EC53-8F1B-FD7A-0971-9DC6CBB82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2C4-43A8-4EC5-A209-A9572168F41C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02551A-D5BA-817F-463C-A71482458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FFD4F-BAFF-C52A-6E8D-84FB91DB7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E8A0-E55B-4FB2-B723-661946425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803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EB131-13CB-D157-C925-49C0E765B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CFE937-C0F8-CEB6-3E9C-B5AB61D0C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2C4-43A8-4EC5-A209-A9572168F41C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F162CA-97D1-0BA9-7902-03BAF7C71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28E652-09EB-A571-630E-0AB8184C5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E8A0-E55B-4FB2-B723-661946425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237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3AA712-B3E8-4B04-D300-62BAA0780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2C4-43A8-4EC5-A209-A9572168F41C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1B9D16-A800-83FC-8111-7C237B98A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6E29C-44CC-4680-D8C6-757DFF485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E8A0-E55B-4FB2-B723-661946425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41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75CA9-8B3B-93B1-89DC-5F9F6848A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EA465-4645-E336-7842-F5475E872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A25BEB-2BB4-23B9-61C9-FE4DF9619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5D7A6A-7425-66E1-E099-5C78E7C6E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2C4-43A8-4EC5-A209-A9572168F41C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60F000-4896-AB50-D264-A1CF53DC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962328-6A5E-0B2F-C1F7-6006EB41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E8A0-E55B-4FB2-B723-661946425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79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762BC-DD91-57CA-5C72-077E2748D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D07896-47F6-0720-6EF0-71B30CA29D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79580F-49D8-7591-E2D1-6450207291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BB895-6411-181C-3240-3287FB2A9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2C4-43A8-4EC5-A209-A9572168F41C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B9AB0-B0A2-FD02-3637-3864EF386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47AB81-3B47-F64E-32A7-21D8E4C2A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E8A0-E55B-4FB2-B723-661946425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355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54DEA-AB51-BE0F-C696-E90D277A1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D4513-08EA-FF82-F1D2-D04C251B39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60839-402D-81DC-638A-34FD9DC5B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2C4-43A8-4EC5-A209-A9572168F41C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2C018-E810-2256-50A7-0889441C6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F02E8-91DB-9F24-E25E-E9C2F084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E8A0-E55B-4FB2-B723-661946425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553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7CFD6C-D99A-5DC6-A5FF-D4285332DD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75FE3E-4A43-BEF5-6863-FEEC095A3C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C0F52-E908-69AC-7ACD-97C2653B6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2C4-43A8-4EC5-A209-A9572168F41C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CABDF-EDCE-3F2E-13BB-B223ACA26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24C04-D45F-3DC3-A980-C730A84CC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E8A0-E55B-4FB2-B723-661946425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753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16C212-E3E6-20C8-487F-4305E8273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5B45B-96CE-B729-C7E6-D2BD69247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A74F4-7945-C2AB-B85E-3B09DA0839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442C4-43A8-4EC5-A209-A9572168F41C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2068D-D0D6-7D9A-E176-9073F8FE00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CD28B-C6EB-305E-8EB7-39B1ED987B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57E8A0-E55B-4FB2-B723-661946425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22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22FF6-93B8-AEC2-F1B0-A6D97822A5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Software Engineering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7B3E6E-FB11-169B-1C7B-4383397C9E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Dr. Md. Nasim Adnan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132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2FD94-9E83-D17B-A705-AD6640ACC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Interaction Diagram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E351E6-8032-4154-E9EA-D7F10EE2B0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531711"/>
            <a:ext cx="10929257" cy="4847318"/>
          </a:xfrm>
        </p:spPr>
      </p:pic>
    </p:spTree>
    <p:extLst>
      <p:ext uri="{BB962C8B-B14F-4D97-AF65-F5344CB8AC3E}">
        <p14:creationId xmlns:p14="http://schemas.microsoft.com/office/powerpoint/2010/main" val="3211607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E5AD4-DF0B-98B6-D6B3-33F866A7A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1B2080-592D-43A4-D6F3-8EC3EEFEB8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878" y="668854"/>
            <a:ext cx="11083985" cy="5500592"/>
          </a:xfrm>
        </p:spPr>
      </p:pic>
    </p:spTree>
    <p:extLst>
      <p:ext uri="{BB962C8B-B14F-4D97-AF65-F5344CB8AC3E}">
        <p14:creationId xmlns:p14="http://schemas.microsoft.com/office/powerpoint/2010/main" val="4142235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298BA-264E-51C1-8477-D8E8C6F76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805127-4F4E-1C1C-3207-830C9F5446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742" y="365124"/>
            <a:ext cx="11303306" cy="5881439"/>
          </a:xfrm>
        </p:spPr>
      </p:pic>
    </p:spTree>
    <p:extLst>
      <p:ext uri="{BB962C8B-B14F-4D97-AF65-F5344CB8AC3E}">
        <p14:creationId xmlns:p14="http://schemas.microsoft.com/office/powerpoint/2010/main" val="3130331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31BF1-6350-3370-4866-65FB329B8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CD5650-308B-115D-E454-CDC8D00A38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894" y="365125"/>
            <a:ext cx="10769906" cy="5991608"/>
          </a:xfrm>
        </p:spPr>
      </p:pic>
    </p:spTree>
    <p:extLst>
      <p:ext uri="{BB962C8B-B14F-4D97-AF65-F5344CB8AC3E}">
        <p14:creationId xmlns:p14="http://schemas.microsoft.com/office/powerpoint/2010/main" val="3965845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3C3B4-5574-1807-7F61-09D6FBFA3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4F6AE5-1ECD-9246-B323-766DFEC06C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227" y="88135"/>
            <a:ext cx="9496539" cy="6599104"/>
          </a:xfrm>
        </p:spPr>
      </p:pic>
    </p:spTree>
    <p:extLst>
      <p:ext uri="{BB962C8B-B14F-4D97-AF65-F5344CB8AC3E}">
        <p14:creationId xmlns:p14="http://schemas.microsoft.com/office/powerpoint/2010/main" val="2838615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53D89-DC24-CCF1-6D12-F088F0D95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0924B7-9B3A-2716-005F-8D35D0CA0C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8117" y="77118"/>
            <a:ext cx="6841474" cy="6599104"/>
          </a:xfrm>
        </p:spPr>
      </p:pic>
    </p:spTree>
    <p:extLst>
      <p:ext uri="{BB962C8B-B14F-4D97-AF65-F5344CB8AC3E}">
        <p14:creationId xmlns:p14="http://schemas.microsoft.com/office/powerpoint/2010/main" val="3857092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5318E-F655-A14F-2E10-E6E99B601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Asynchronous </a:t>
            </a:r>
            <a:r>
              <a:rPr lang="en-GB" dirty="0" err="1"/>
              <a:t>Messeges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718124-590B-3829-75E2-F7A01FBF74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2605" y="1440034"/>
            <a:ext cx="8529519" cy="5137035"/>
          </a:xfrm>
        </p:spPr>
      </p:pic>
    </p:spTree>
    <p:extLst>
      <p:ext uri="{BB962C8B-B14F-4D97-AF65-F5344CB8AC3E}">
        <p14:creationId xmlns:p14="http://schemas.microsoft.com/office/powerpoint/2010/main" val="1654248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618C1-8E5D-0A54-65EA-BB46FF1E5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New Objects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9711F6-BBC9-7CC6-1BD2-F08C179189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7099" y="1384949"/>
            <a:ext cx="6599103" cy="5379407"/>
          </a:xfrm>
        </p:spPr>
      </p:pic>
    </p:spTree>
    <p:extLst>
      <p:ext uri="{BB962C8B-B14F-4D97-AF65-F5344CB8AC3E}">
        <p14:creationId xmlns:p14="http://schemas.microsoft.com/office/powerpoint/2010/main" val="1182560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6CBB9-29BA-2649-BA88-978DDC317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8858"/>
            <a:ext cx="2569029" cy="1325563"/>
          </a:xfrm>
        </p:spPr>
        <p:txBody>
          <a:bodyPr/>
          <a:lstStyle/>
          <a:p>
            <a:r>
              <a:rPr lang="en-GB" dirty="0"/>
              <a:t>Condition and Loop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8593D6-3992-704A-15B7-5B241FC526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1" y="319541"/>
            <a:ext cx="9797142" cy="6218918"/>
          </a:xfrm>
        </p:spPr>
      </p:pic>
    </p:spTree>
    <p:extLst>
      <p:ext uri="{BB962C8B-B14F-4D97-AF65-F5344CB8AC3E}">
        <p14:creationId xmlns:p14="http://schemas.microsoft.com/office/powerpoint/2010/main" val="4010467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01DA5-697E-27C8-A6CD-958D24F41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FB1FF1-E154-27F9-5DFD-982E733E3E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9914" y="365125"/>
            <a:ext cx="7075715" cy="6127750"/>
          </a:xfrm>
        </p:spPr>
      </p:pic>
    </p:spTree>
    <p:extLst>
      <p:ext uri="{BB962C8B-B14F-4D97-AF65-F5344CB8AC3E}">
        <p14:creationId xmlns:p14="http://schemas.microsoft.com/office/powerpoint/2010/main" val="1256823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B958D-267A-8A0A-1BB5-3B0A5B1BE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2" y="180068"/>
            <a:ext cx="2732314" cy="1325563"/>
          </a:xfrm>
        </p:spPr>
        <p:txBody>
          <a:bodyPr/>
          <a:lstStyle/>
          <a:p>
            <a:r>
              <a:rPr lang="en-GB" dirty="0"/>
              <a:t>If-then Statement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69E999-2C35-BF82-A45E-24E273E329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84" y="180068"/>
            <a:ext cx="8449459" cy="6416675"/>
          </a:xfrm>
        </p:spPr>
      </p:pic>
    </p:spTree>
    <p:extLst>
      <p:ext uri="{BB962C8B-B14F-4D97-AF65-F5344CB8AC3E}">
        <p14:creationId xmlns:p14="http://schemas.microsoft.com/office/powerpoint/2010/main" val="1268484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B8421-53A9-EC3C-311C-491351EFD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Break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7A5271-C51A-9F1C-6218-FB50D41B78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830" y="0"/>
            <a:ext cx="7663542" cy="6643461"/>
          </a:xfrm>
        </p:spPr>
      </p:pic>
    </p:spTree>
    <p:extLst>
      <p:ext uri="{BB962C8B-B14F-4D97-AF65-F5344CB8AC3E}">
        <p14:creationId xmlns:p14="http://schemas.microsoft.com/office/powerpoint/2010/main" val="3365635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1A9CA-F3EC-6358-C39E-6E7A54D42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Parallel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2C504D-CDF4-BC7B-9D4B-8AE6BD6ACE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3739" y="141513"/>
            <a:ext cx="8574090" cy="6542315"/>
          </a:xfrm>
        </p:spPr>
      </p:pic>
    </p:spTree>
    <p:extLst>
      <p:ext uri="{BB962C8B-B14F-4D97-AF65-F5344CB8AC3E}">
        <p14:creationId xmlns:p14="http://schemas.microsoft.com/office/powerpoint/2010/main" val="3509632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33C51-BF61-7E87-8433-FD4051DE3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D2C619-A9E2-9A08-A6C8-E5EA6F4612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638" y="99786"/>
            <a:ext cx="8073276" cy="6682014"/>
          </a:xfrm>
        </p:spPr>
      </p:pic>
    </p:spTree>
    <p:extLst>
      <p:ext uri="{BB962C8B-B14F-4D97-AF65-F5344CB8AC3E}">
        <p14:creationId xmlns:p14="http://schemas.microsoft.com/office/powerpoint/2010/main" val="134853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82EB9-BA4F-3026-2546-06D43B2A8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B3B51A-D222-6C86-4139-BF2DC4B307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2686" y="310695"/>
            <a:ext cx="7053943" cy="6182179"/>
          </a:xfrm>
        </p:spPr>
      </p:pic>
    </p:spTree>
    <p:extLst>
      <p:ext uri="{BB962C8B-B14F-4D97-AF65-F5344CB8AC3E}">
        <p14:creationId xmlns:p14="http://schemas.microsoft.com/office/powerpoint/2010/main" val="2679020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3F539-F9B3-7E9E-A679-A3CA4A5CB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9837DE-9669-5240-7520-9C3BE9893F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229" y="247196"/>
            <a:ext cx="8175171" cy="6371317"/>
          </a:xfrm>
        </p:spPr>
      </p:pic>
    </p:spTree>
    <p:extLst>
      <p:ext uri="{BB962C8B-B14F-4D97-AF65-F5344CB8AC3E}">
        <p14:creationId xmlns:p14="http://schemas.microsoft.com/office/powerpoint/2010/main" val="2060141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7DC25-03E1-9E04-3AC7-311E1313F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Communication Diagram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81D52D-535C-A664-933C-DF9AC650D2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71" y="1690688"/>
            <a:ext cx="11462658" cy="4372655"/>
          </a:xfrm>
        </p:spPr>
      </p:pic>
    </p:spTree>
    <p:extLst>
      <p:ext uri="{BB962C8B-B14F-4D97-AF65-F5344CB8AC3E}">
        <p14:creationId xmlns:p14="http://schemas.microsoft.com/office/powerpoint/2010/main" val="38552684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72AB0-F9A7-CDD5-9E27-515D58613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7091B3-1A61-A68A-4180-4CBCE3ED14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29" y="365125"/>
            <a:ext cx="10613571" cy="6231618"/>
          </a:xfrm>
        </p:spPr>
      </p:pic>
    </p:spTree>
    <p:extLst>
      <p:ext uri="{BB962C8B-B14F-4D97-AF65-F5344CB8AC3E}">
        <p14:creationId xmlns:p14="http://schemas.microsoft.com/office/powerpoint/2010/main" val="3194130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00B01-66C6-D066-564D-084600A4F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draw Interaction Diagrams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1289B-0515-7BF5-4FAC-B2445E50D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1: Identify Interactions</a:t>
            </a:r>
          </a:p>
          <a:p>
            <a:r>
              <a:rPr lang="en-US" dirty="0"/>
              <a:t>Step 2: Create Lifelines</a:t>
            </a:r>
          </a:p>
          <a:p>
            <a:r>
              <a:rPr lang="en-US" dirty="0"/>
              <a:t>Step 3: Add Messages</a:t>
            </a:r>
          </a:p>
          <a:p>
            <a:r>
              <a:rPr lang="en-GB" dirty="0"/>
              <a:t>Step 4: Review and Refine</a:t>
            </a:r>
          </a:p>
          <a:p>
            <a:r>
              <a:rPr lang="en-GB"/>
              <a:t>Step 5: </a:t>
            </a:r>
            <a:r>
              <a:rPr lang="en-GB" dirty="0"/>
              <a:t>Validate</a:t>
            </a:r>
          </a:p>
        </p:txBody>
      </p:sp>
    </p:spTree>
    <p:extLst>
      <p:ext uri="{BB962C8B-B14F-4D97-AF65-F5344CB8AC3E}">
        <p14:creationId xmlns:p14="http://schemas.microsoft.com/office/powerpoint/2010/main" val="981117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D637C-979A-2FAC-9F20-129FB2EA3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284CF-AA2A-CDB3-04C9-10FB8C548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1vq1V.png">
            <a:extLst>
              <a:ext uri="{FF2B5EF4-FFF2-40B4-BE49-F238E27FC236}">
                <a16:creationId xmlns:a16="http://schemas.microsoft.com/office/drawing/2014/main" id="{64E15331-EB4B-4901-E016-BF745A7A438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15760" y="1394052"/>
            <a:ext cx="4586308" cy="452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804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</TotalTime>
  <Words>55</Words>
  <Application>Microsoft Office PowerPoint</Application>
  <PresentationFormat>Widescreen</PresentationFormat>
  <Paragraphs>17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Software Engineering</vt:lpstr>
      <vt:lpstr>Interaction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Asynchronous Messeges</vt:lpstr>
      <vt:lpstr>Creating New Objects</vt:lpstr>
      <vt:lpstr>Condition and Loop</vt:lpstr>
      <vt:lpstr>PowerPoint Presentation</vt:lpstr>
      <vt:lpstr>If-then Statement</vt:lpstr>
      <vt:lpstr>Break</vt:lpstr>
      <vt:lpstr>Parallel</vt:lpstr>
      <vt:lpstr>Ref</vt:lpstr>
      <vt:lpstr>PowerPoint Presentation</vt:lpstr>
      <vt:lpstr>PowerPoint Presentation</vt:lpstr>
      <vt:lpstr>Communication Diagram</vt:lpstr>
      <vt:lpstr>PowerPoint Presentation</vt:lpstr>
      <vt:lpstr>How to draw Interaction Diagrams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Md. Nasim Adnan</dc:creator>
  <cp:lastModifiedBy>Md. Nasim Adnan</cp:lastModifiedBy>
  <cp:revision>19</cp:revision>
  <dcterms:created xsi:type="dcterms:W3CDTF">2025-05-10T10:23:53Z</dcterms:created>
  <dcterms:modified xsi:type="dcterms:W3CDTF">2025-05-23T11:37:54Z</dcterms:modified>
</cp:coreProperties>
</file>