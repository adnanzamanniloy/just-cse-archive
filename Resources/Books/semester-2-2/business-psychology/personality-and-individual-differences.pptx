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h-05-PPTaccessible-pptx-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ch-05-PPTaccessible-pptx-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ch-05-PPTaccessible-pptx-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ch-05-PPTaccessible-pptx-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ch-05-PPTaccessible-pptx-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ch-05-PPTaccessible-pptx-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ch-05-PPTaccessible-pptx-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ch-05-PPTaccessible-pptx-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ch-05-PPTaccessible-pptx-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ch-05-PPTaccessible-pptx-1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ch-05-PPTaccessible-pptx-1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ch-05-PPTaccessible-pptx-1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ch-05-PPTaccessible-pptx-1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ch-05-PPTaccessible-pptx-1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ch-05-PPTaccessible-pptx-1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ch-05-PPTaccessible-pptx-1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ch-05-PPTaccessible-pptx-1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ch-05-PPTaccessible-pptx-1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-ch-05-PPTaccessible-pptx-1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-ch-05-PPTaccessible-pptx-2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-ch-05-PPTaccessible-pptx-2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-ch-05-PPTaccessible-pptx-2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-ch-05-PPTaccessible-pptx-2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-ch-05-PPTaccessible-pptx-2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-ch-05-PPTaccessible-pptx-2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-ch-05-PPTaccessible-pptx-2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-ch-05-PPTaccessible-pptx-2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-ch-05-PPTaccessible-pptx-2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-ch-05-PPTaccessible-pptx-2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-ch-05-PPTaccessible-pptx-3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-ch-05-PPTaccessible-pptx-3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-ch-05-PPTaccessible-pptx-3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-ch-05-PPTaccessible-pptx-3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-ch-05-PPTaccessible-pptx-3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-ch-05-PPTaccessible-pptx-3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