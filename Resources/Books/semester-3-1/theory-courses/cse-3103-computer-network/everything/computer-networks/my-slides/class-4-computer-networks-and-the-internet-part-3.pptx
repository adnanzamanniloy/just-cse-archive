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31"/>
  </p:notesMasterIdLst>
  <p:sldIdLst>
    <p:sldId id="256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1" r:id="rId15"/>
    <p:sldId id="330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</p:sldIdLst>
  <p:sldSz cx="9144000" cy="5143500" type="screen16x9"/>
  <p:notesSz cx="6858000" cy="9144000"/>
  <p:embeddedFontLst>
    <p:embeddedFont>
      <p:font typeface="MS PGothic" panose="020B0600070205080204" pitchFamily="34" charset="-128"/>
      <p:regular r:id="rId32"/>
    </p:embeddedFont>
    <p:embeddedFont>
      <p:font typeface="Gill Sans MT" panose="020B0502020104020203" pitchFamily="34" charset="0"/>
      <p:regular r:id="rId33"/>
      <p:bold r:id="rId34"/>
      <p:italic r:id="rId35"/>
      <p:boldItalic r:id="rId36"/>
    </p:embeddedFont>
    <p:embeddedFont>
      <p:font typeface="Source Sans Pro" panose="020B0604020202020204" charset="0"/>
      <p:regular r:id="rId37"/>
      <p:bold r:id="rId38"/>
      <p:italic r:id="rId39"/>
      <p:boldItalic r:id="rId40"/>
    </p:embeddedFont>
    <p:embeddedFont>
      <p:font typeface="Roboto Slab" panose="020B0604020202020204" charset="0"/>
      <p:regular r:id="rId41"/>
      <p:bold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MS PGothic" panose="020B0600070205080204" pitchFamily="34" charset="-128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61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4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97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68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77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2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7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41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7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05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4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493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99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86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58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64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237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79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86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56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59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728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954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97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595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153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97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26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48323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0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720966" y="1832522"/>
            <a:ext cx="6564052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/>
            </a:r>
            <a:br>
              <a:rPr lang="en" sz="2800" dirty="0" smtClean="0"/>
            </a:br>
            <a:endParaRPr sz="1800" dirty="0"/>
          </a:p>
        </p:txBody>
      </p:sp>
      <p:sp>
        <p:nvSpPr>
          <p:cNvPr id="3" name="Google Shape;70;p12"/>
          <p:cNvSpPr txBox="1">
            <a:spLocks/>
          </p:cNvSpPr>
          <p:nvPr/>
        </p:nvSpPr>
        <p:spPr>
          <a:xfrm>
            <a:off x="1720966" y="2177283"/>
            <a:ext cx="6564052" cy="47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dirty="0" smtClean="0"/>
              <a:t>Computer Networking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7207" y="2636691"/>
            <a:ext cx="6306934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44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306" y="2664809"/>
            <a:ext cx="740249" cy="502217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The network 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683" y="1160358"/>
            <a:ext cx="4269499" cy="346309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>
                <a:ea typeface="ＭＳ Ｐゴシック" panose="020B0600070205080204" pitchFamily="34" charset="-128"/>
              </a:rPr>
              <a:t>mesh of interconnected routers</a:t>
            </a:r>
          </a:p>
          <a:p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packet-switching: </a:t>
            </a:r>
            <a:r>
              <a:rPr lang="en-US" altLang="en-US" sz="2400" dirty="0">
                <a:ea typeface="ＭＳ Ｐゴシック" panose="020B0600070205080204" pitchFamily="34" charset="-128"/>
              </a:rPr>
              <a:t>hosts break application-layer messages into </a:t>
            </a: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packets</a:t>
            </a:r>
          </a:p>
          <a:p>
            <a:pPr lvl="1"/>
            <a:r>
              <a:rPr lang="en-US" altLang="en-US" sz="2100" dirty="0">
                <a:ea typeface="Arial" panose="020B0604020202020204" pitchFamily="34" charset="0"/>
              </a:rPr>
              <a:t>forward packets</a:t>
            </a:r>
            <a:r>
              <a:rPr lang="en-US" altLang="en-US" sz="2100" i="1" dirty="0">
                <a:ea typeface="Arial" panose="020B0604020202020204" pitchFamily="34" charset="0"/>
              </a:rPr>
              <a:t> </a:t>
            </a:r>
            <a:r>
              <a:rPr lang="en-US" altLang="en-US" sz="2100" dirty="0">
                <a:ea typeface="Arial" panose="020B0604020202020204" pitchFamily="34" charset="0"/>
              </a:rPr>
              <a:t>from one router to the next, across links on path from source to destination</a:t>
            </a:r>
          </a:p>
          <a:p>
            <a:pPr lvl="1"/>
            <a:r>
              <a:rPr lang="en-US" altLang="en-US" sz="2100" dirty="0">
                <a:ea typeface="Arial" panose="020B0604020202020204" pitchFamily="34" charset="0"/>
              </a:rPr>
              <a:t>each packet transmitted at full link capacity</a:t>
            </a:r>
          </a:p>
          <a:p>
            <a:pPr marL="130969" indent="0">
              <a:buSzPct val="7500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6738892" y="229933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5455557" y="136952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13" y="2466938"/>
            <a:ext cx="1094184" cy="238388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5784301" y="351235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116346"/>
            <a:ext cx="1093569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3143942"/>
            <a:ext cx="1466735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2" y="4334832"/>
            <a:ext cx="1026243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5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7666610" y="238465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8128275" y="2946038"/>
            <a:ext cx="515545" cy="541161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8078379" y="2395628"/>
            <a:ext cx="445960" cy="486252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7155610" y="133653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7070401" y="1388397"/>
            <a:ext cx="1468672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6959301" y="275843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6574622" y="258593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8188325" y="3508453"/>
            <a:ext cx="692818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788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788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7547264" y="3171186"/>
            <a:ext cx="71045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  <a:endParaRPr lang="en-US" sz="750" dirty="0"/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268509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273051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7977673" y="272506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269617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05373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7421397" y="306580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6914712" y="306580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6957651" y="263075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7299802" y="263075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7603251" y="206601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7349039" y="202126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CE6E1140-BC2F-9947-9B51-91DC5079ABB1}"/>
              </a:ext>
            </a:extLst>
          </p:cNvPr>
          <p:cNvCxnSpPr/>
          <p:nvPr/>
        </p:nvCxnSpPr>
        <p:spPr>
          <a:xfrm flipH="1">
            <a:off x="7575477" y="1627075"/>
            <a:ext cx="571100" cy="43301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9EF5B4FA-3960-F54C-936B-C64147078447}"/>
              </a:ext>
            </a:extLst>
          </p:cNvPr>
          <p:cNvCxnSpPr/>
          <p:nvPr/>
        </p:nvCxnSpPr>
        <p:spPr>
          <a:xfrm flipH="1">
            <a:off x="7575476" y="1701235"/>
            <a:ext cx="2978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691B45AC-C5E3-D24E-9C63-05D00B08C71D}"/>
              </a:ext>
            </a:extLst>
          </p:cNvPr>
          <p:cNvCxnSpPr/>
          <p:nvPr/>
        </p:nvCxnSpPr>
        <p:spPr>
          <a:xfrm flipH="1">
            <a:off x="8004101" y="1650380"/>
            <a:ext cx="112020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59EB46BB-F3EA-4248-B631-AC80BEB74EF0}"/>
              </a:ext>
            </a:extLst>
          </p:cNvPr>
          <p:cNvCxnSpPr/>
          <p:nvPr/>
        </p:nvCxnSpPr>
        <p:spPr>
          <a:xfrm flipH="1">
            <a:off x="7606625" y="2039225"/>
            <a:ext cx="430712" cy="2086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C562C7DD-3FD1-0E4C-B308-744C6C87FC79}"/>
              </a:ext>
            </a:extLst>
          </p:cNvPr>
          <p:cNvCxnSpPr/>
          <p:nvPr/>
        </p:nvCxnSpPr>
        <p:spPr>
          <a:xfrm flipH="1">
            <a:off x="7552157" y="1627074"/>
            <a:ext cx="591442" cy="741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6793D61B-AD50-A246-A5C0-38DF48C17738}"/>
              </a:ext>
            </a:extLst>
          </p:cNvPr>
          <p:cNvCxnSpPr/>
          <p:nvPr/>
        </p:nvCxnSpPr>
        <p:spPr>
          <a:xfrm flipH="1">
            <a:off x="8146577" y="1595494"/>
            <a:ext cx="209252" cy="3158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EDD09B84-3AA8-0948-AB6C-1D5CBFFC5293}"/>
              </a:ext>
            </a:extLst>
          </p:cNvPr>
          <p:cNvCxnSpPr/>
          <p:nvPr/>
        </p:nvCxnSpPr>
        <p:spPr>
          <a:xfrm flipH="1" flipV="1">
            <a:off x="8011496" y="2039226"/>
            <a:ext cx="265156" cy="5085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C777BA08-17B1-254B-BCB6-583E10254EC6}"/>
              </a:ext>
            </a:extLst>
          </p:cNvPr>
          <p:cNvCxnSpPr/>
          <p:nvPr/>
        </p:nvCxnSpPr>
        <p:spPr>
          <a:xfrm flipH="1">
            <a:off x="6576918" y="1701235"/>
            <a:ext cx="975239" cy="45496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Line 541">
            <a:extLst>
              <a:ext uri="{FF2B5EF4-FFF2-40B4-BE49-F238E27FC236}">
                <a16:creationId xmlns:a16="http://schemas.microsoft.com/office/drawing/2014/main" id="{C44ADC96-78DA-C64F-AF97-4FFA68D2ED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4029" y="3085035"/>
            <a:ext cx="321993" cy="5292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9" name="Line 424">
            <a:extLst>
              <a:ext uri="{FF2B5EF4-FFF2-40B4-BE49-F238E27FC236}">
                <a16:creationId xmlns:a16="http://schemas.microsoft.com/office/drawing/2014/main" id="{845B46BE-685D-2D4E-AD26-5684794D19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3416" y="3035593"/>
            <a:ext cx="726788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243" name="Oval 800">
            <a:extLst>
              <a:ext uri="{FF2B5EF4-FFF2-40B4-BE49-F238E27FC236}">
                <a16:creationId xmlns:a16="http://schemas.microsoft.com/office/drawing/2014/main" id="{271D03F6-D85B-EC41-803D-EFAA96DAE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06" y="1719747"/>
            <a:ext cx="39291" cy="3711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7807957" y="2622104"/>
            <a:ext cx="265259" cy="148758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7461543" y="1651719"/>
            <a:ext cx="265259" cy="148758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7895410" y="1960025"/>
            <a:ext cx="265259" cy="148758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7982869" y="1580972"/>
            <a:ext cx="265259" cy="148758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6824091" y="2967468"/>
            <a:ext cx="275418" cy="180228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7485094" y="1996174"/>
            <a:ext cx="265259" cy="148758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7122854" y="2545524"/>
            <a:ext cx="275418" cy="180228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7201166" y="2999822"/>
            <a:ext cx="275418" cy="180228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7781444" y="2994244"/>
            <a:ext cx="265259" cy="148758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pic>
        <p:nvPicPr>
          <p:cNvPr id="359" name="Picture 653" descr="iphone_stylized_small">
            <a:extLst>
              <a:ext uri="{FF2B5EF4-FFF2-40B4-BE49-F238E27FC236}">
                <a16:creationId xmlns:a16="http://schemas.microsoft.com/office/drawing/2014/main" id="{EDF1EC93-A6E5-964F-B0D6-EE56B282A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179" y="1437769"/>
            <a:ext cx="102631" cy="24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1018" descr="laptop_keyboard">
            <a:extLst>
              <a:ext uri="{FF2B5EF4-FFF2-40B4-BE49-F238E27FC236}">
                <a16:creationId xmlns:a16="http://schemas.microsoft.com/office/drawing/2014/main" id="{7087B8D0-FFCB-0746-A889-28909002C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98586" y="1953818"/>
            <a:ext cx="327916" cy="119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Freeform 1019">
            <a:extLst>
              <a:ext uri="{FF2B5EF4-FFF2-40B4-BE49-F238E27FC236}">
                <a16:creationId xmlns:a16="http://schemas.microsoft.com/office/drawing/2014/main" id="{7C75BC30-0808-D44D-AF7A-A72B4A529E54}"/>
              </a:ext>
            </a:extLst>
          </p:cNvPr>
          <p:cNvSpPr>
            <a:spLocks/>
          </p:cNvSpPr>
          <p:nvPr/>
        </p:nvSpPr>
        <p:spPr bwMode="auto">
          <a:xfrm>
            <a:off x="5707259" y="1837729"/>
            <a:ext cx="263939" cy="156125"/>
          </a:xfrm>
          <a:custGeom>
            <a:avLst/>
            <a:gdLst>
              <a:gd name="T0" fmla="*/ 775798119 w 2982"/>
              <a:gd name="T1" fmla="*/ 0 h 2442"/>
              <a:gd name="T2" fmla="*/ 0 w 2982"/>
              <a:gd name="T3" fmla="*/ 211226083 h 2442"/>
              <a:gd name="T4" fmla="*/ 2147483646 w 2982"/>
              <a:gd name="T5" fmla="*/ 263880059 h 2442"/>
              <a:gd name="T6" fmla="*/ 2147483646 w 2982"/>
              <a:gd name="T7" fmla="*/ 52653891 h 2442"/>
              <a:gd name="T8" fmla="*/ 775798119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76" name="Picture 1020" descr="screen">
            <a:extLst>
              <a:ext uri="{FF2B5EF4-FFF2-40B4-BE49-F238E27FC236}">
                <a16:creationId xmlns:a16="http://schemas.microsoft.com/office/drawing/2014/main" id="{2D732B7A-74CB-D547-ADB5-C721526D5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259" y="1841744"/>
            <a:ext cx="239839" cy="1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Freeform 1021">
            <a:extLst>
              <a:ext uri="{FF2B5EF4-FFF2-40B4-BE49-F238E27FC236}">
                <a16:creationId xmlns:a16="http://schemas.microsoft.com/office/drawing/2014/main" id="{FBD1A429-9B8F-F940-AD09-4638CC3167E7}"/>
              </a:ext>
            </a:extLst>
          </p:cNvPr>
          <p:cNvSpPr>
            <a:spLocks/>
          </p:cNvSpPr>
          <p:nvPr/>
        </p:nvSpPr>
        <p:spPr bwMode="auto">
          <a:xfrm>
            <a:off x="5755315" y="1833122"/>
            <a:ext cx="223625" cy="29052"/>
          </a:xfrm>
          <a:custGeom>
            <a:avLst/>
            <a:gdLst>
              <a:gd name="T0" fmla="*/ 193616298 w 2528"/>
              <a:gd name="T1" fmla="*/ 0 h 455"/>
              <a:gd name="T2" fmla="*/ 2147483646 w 2528"/>
              <a:gd name="T3" fmla="*/ 52445139 h 455"/>
              <a:gd name="T4" fmla="*/ 2147483646 w 2528"/>
              <a:gd name="T5" fmla="*/ 52445139 h 455"/>
              <a:gd name="T6" fmla="*/ 0 w 2528"/>
              <a:gd name="T7" fmla="*/ 52445139 h 455"/>
              <a:gd name="T8" fmla="*/ 193616298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8" name="Freeform 1022">
            <a:extLst>
              <a:ext uri="{FF2B5EF4-FFF2-40B4-BE49-F238E27FC236}">
                <a16:creationId xmlns:a16="http://schemas.microsoft.com/office/drawing/2014/main" id="{376C8B48-3441-F643-B92D-5DC759EDA1B5}"/>
              </a:ext>
            </a:extLst>
          </p:cNvPr>
          <p:cNvSpPr>
            <a:spLocks/>
          </p:cNvSpPr>
          <p:nvPr/>
        </p:nvSpPr>
        <p:spPr bwMode="auto">
          <a:xfrm>
            <a:off x="5704921" y="1832887"/>
            <a:ext cx="62078" cy="120932"/>
          </a:xfrm>
          <a:custGeom>
            <a:avLst/>
            <a:gdLst>
              <a:gd name="T0" fmla="*/ 773664160 w 702"/>
              <a:gd name="T1" fmla="*/ 0 h 1893"/>
              <a:gd name="T2" fmla="*/ 0 w 702"/>
              <a:gd name="T3" fmla="*/ 210739916 h 1893"/>
              <a:gd name="T4" fmla="*/ 193416040 w 702"/>
              <a:gd name="T5" fmla="*/ 210739916 h 1893"/>
              <a:gd name="T6" fmla="*/ 967080200 w 702"/>
              <a:gd name="T7" fmla="*/ 52529017 h 1893"/>
              <a:gd name="T8" fmla="*/ 773664160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9" name="Freeform 1023">
            <a:extLst>
              <a:ext uri="{FF2B5EF4-FFF2-40B4-BE49-F238E27FC236}">
                <a16:creationId xmlns:a16="http://schemas.microsoft.com/office/drawing/2014/main" id="{4DFECD03-4AF0-1342-8138-6CEC8249A287}"/>
              </a:ext>
            </a:extLst>
          </p:cNvPr>
          <p:cNvSpPr>
            <a:spLocks/>
          </p:cNvSpPr>
          <p:nvPr/>
        </p:nvSpPr>
        <p:spPr bwMode="auto">
          <a:xfrm>
            <a:off x="5910435" y="1854498"/>
            <a:ext cx="66898" cy="139592"/>
          </a:xfrm>
          <a:custGeom>
            <a:avLst/>
            <a:gdLst>
              <a:gd name="T0" fmla="*/ 969024527 w 756"/>
              <a:gd name="T1" fmla="*/ 0 h 2184"/>
              <a:gd name="T2" fmla="*/ 193802074 w 756"/>
              <a:gd name="T3" fmla="*/ 263660221 h 2184"/>
              <a:gd name="T4" fmla="*/ 0 w 756"/>
              <a:gd name="T5" fmla="*/ 263660221 h 2184"/>
              <a:gd name="T6" fmla="*/ 775222454 w 756"/>
              <a:gd name="T7" fmla="*/ 52610059 h 2184"/>
              <a:gd name="T8" fmla="*/ 9690245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0" name="Freeform 1024">
            <a:extLst>
              <a:ext uri="{FF2B5EF4-FFF2-40B4-BE49-F238E27FC236}">
                <a16:creationId xmlns:a16="http://schemas.microsoft.com/office/drawing/2014/main" id="{8AA57D4B-3E9B-994B-AF13-DB646178BD1D}"/>
              </a:ext>
            </a:extLst>
          </p:cNvPr>
          <p:cNvSpPr>
            <a:spLocks/>
          </p:cNvSpPr>
          <p:nvPr/>
        </p:nvSpPr>
        <p:spPr bwMode="auto">
          <a:xfrm>
            <a:off x="5704191" y="1947677"/>
            <a:ext cx="245389" cy="47121"/>
          </a:xfrm>
          <a:custGeom>
            <a:avLst/>
            <a:gdLst>
              <a:gd name="T0" fmla="*/ 193829444 w 2773"/>
              <a:gd name="T1" fmla="*/ 0 h 738"/>
              <a:gd name="T2" fmla="*/ 0 w 2773"/>
              <a:gd name="T3" fmla="*/ 52443587 h 738"/>
              <a:gd name="T4" fmla="*/ 2147483646 w 2773"/>
              <a:gd name="T5" fmla="*/ 104894411 h 738"/>
              <a:gd name="T6" fmla="*/ 2147483646 w 2773"/>
              <a:gd name="T7" fmla="*/ 52443587 h 738"/>
              <a:gd name="T8" fmla="*/ 193829444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1" name="Freeform 1025">
            <a:extLst>
              <a:ext uri="{FF2B5EF4-FFF2-40B4-BE49-F238E27FC236}">
                <a16:creationId xmlns:a16="http://schemas.microsoft.com/office/drawing/2014/main" id="{59DA24E7-1981-0E44-8060-2B7CE58EBF80}"/>
              </a:ext>
            </a:extLst>
          </p:cNvPr>
          <p:cNvSpPr>
            <a:spLocks/>
          </p:cNvSpPr>
          <p:nvPr/>
        </p:nvSpPr>
        <p:spPr bwMode="auto">
          <a:xfrm>
            <a:off x="5917884" y="1855679"/>
            <a:ext cx="62662" cy="140182"/>
          </a:xfrm>
          <a:custGeom>
            <a:avLst/>
            <a:gdLst>
              <a:gd name="T0" fmla="*/ 2147483646 w 637"/>
              <a:gd name="T1" fmla="*/ 0 h 1659"/>
              <a:gd name="T2" fmla="*/ 2147483646 w 637"/>
              <a:gd name="T3" fmla="*/ 0 h 1659"/>
              <a:gd name="T4" fmla="*/ 295581541 w 637"/>
              <a:gd name="T5" fmla="*/ 2147483646 h 1659"/>
              <a:gd name="T6" fmla="*/ 0 w 637"/>
              <a:gd name="T7" fmla="*/ 2147483646 h 1659"/>
              <a:gd name="T8" fmla="*/ 214748364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2" name="Freeform 1026">
            <a:extLst>
              <a:ext uri="{FF2B5EF4-FFF2-40B4-BE49-F238E27FC236}">
                <a16:creationId xmlns:a16="http://schemas.microsoft.com/office/drawing/2014/main" id="{DB3D3129-2B70-5643-96C2-83638DE57FF8}"/>
              </a:ext>
            </a:extLst>
          </p:cNvPr>
          <p:cNvSpPr>
            <a:spLocks/>
          </p:cNvSpPr>
          <p:nvPr/>
        </p:nvSpPr>
        <p:spPr bwMode="auto">
          <a:xfrm>
            <a:off x="5704483" y="1953936"/>
            <a:ext cx="218221" cy="46531"/>
          </a:xfrm>
          <a:custGeom>
            <a:avLst/>
            <a:gdLst>
              <a:gd name="T0" fmla="*/ 0 w 2216"/>
              <a:gd name="T1" fmla="*/ 0 h 550"/>
              <a:gd name="T2" fmla="*/ 296523134 w 2216"/>
              <a:gd name="T3" fmla="*/ 324379338 h 550"/>
              <a:gd name="T4" fmla="*/ 2147483646 w 2216"/>
              <a:gd name="T5" fmla="*/ 2147483646 h 550"/>
              <a:gd name="T6" fmla="*/ 2147483646 w 2216"/>
              <a:gd name="T7" fmla="*/ 2147483646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83" name="Group 1027">
            <a:extLst>
              <a:ext uri="{FF2B5EF4-FFF2-40B4-BE49-F238E27FC236}">
                <a16:creationId xmlns:a16="http://schemas.microsoft.com/office/drawing/2014/main" id="{8C6DEC60-5C97-D546-9977-EBD182221DD2}"/>
              </a:ext>
            </a:extLst>
          </p:cNvPr>
          <p:cNvGrpSpPr>
            <a:grpSpLocks/>
          </p:cNvGrpSpPr>
          <p:nvPr/>
        </p:nvGrpSpPr>
        <p:grpSpPr bwMode="auto">
          <a:xfrm>
            <a:off x="5700832" y="2003655"/>
            <a:ext cx="74055" cy="27635"/>
            <a:chOff x="1740" y="2642"/>
            <a:chExt cx="752" cy="327"/>
          </a:xfrm>
        </p:grpSpPr>
        <p:sp>
          <p:nvSpPr>
            <p:cNvPr id="169" name="Freeform 1028">
              <a:extLst>
                <a:ext uri="{FF2B5EF4-FFF2-40B4-BE49-F238E27FC236}">
                  <a16:creationId xmlns:a16="http://schemas.microsoft.com/office/drawing/2014/main" id="{5D16627E-DE34-BC4F-9513-7A7D4707F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0" name="Freeform 1029">
              <a:extLst>
                <a:ext uri="{FF2B5EF4-FFF2-40B4-BE49-F238E27FC236}">
                  <a16:creationId xmlns:a16="http://schemas.microsoft.com/office/drawing/2014/main" id="{D8D65D68-18A4-E54D-8916-1DEF36844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1" name="Freeform 1030">
              <a:extLst>
                <a:ext uri="{FF2B5EF4-FFF2-40B4-BE49-F238E27FC236}">
                  <a16:creationId xmlns:a16="http://schemas.microsoft.com/office/drawing/2014/main" id="{3C79D147-9974-F341-96E9-F9AD19F14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2" name="Freeform 1031">
              <a:extLst>
                <a:ext uri="{FF2B5EF4-FFF2-40B4-BE49-F238E27FC236}">
                  <a16:creationId xmlns:a16="http://schemas.microsoft.com/office/drawing/2014/main" id="{5E0CE9D2-21FD-2644-9691-743CC3E13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3" name="Freeform 1032">
              <a:extLst>
                <a:ext uri="{FF2B5EF4-FFF2-40B4-BE49-F238E27FC236}">
                  <a16:creationId xmlns:a16="http://schemas.microsoft.com/office/drawing/2014/main" id="{5691098F-1432-0D44-8573-312C3A566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4" name="Freeform 1033">
              <a:extLst>
                <a:ext uri="{FF2B5EF4-FFF2-40B4-BE49-F238E27FC236}">
                  <a16:creationId xmlns:a16="http://schemas.microsoft.com/office/drawing/2014/main" id="{2D4A77A2-D0F1-164A-A67D-A50954386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84" name="Freeform 1034">
            <a:extLst>
              <a:ext uri="{FF2B5EF4-FFF2-40B4-BE49-F238E27FC236}">
                <a16:creationId xmlns:a16="http://schemas.microsoft.com/office/drawing/2014/main" id="{A283BD8E-0AD2-B743-8237-483C3A6A6CD3}"/>
              </a:ext>
            </a:extLst>
          </p:cNvPr>
          <p:cNvSpPr>
            <a:spLocks/>
          </p:cNvSpPr>
          <p:nvPr/>
        </p:nvSpPr>
        <p:spPr bwMode="auto">
          <a:xfrm>
            <a:off x="5827615" y="2007788"/>
            <a:ext cx="89684" cy="60702"/>
          </a:xfrm>
          <a:custGeom>
            <a:avLst/>
            <a:gdLst>
              <a:gd name="T0" fmla="*/ 213221464 w 990"/>
              <a:gd name="T1" fmla="*/ 1090686587 h 792"/>
              <a:gd name="T2" fmla="*/ 1915477586 w 990"/>
              <a:gd name="T3" fmla="*/ 0 h 792"/>
              <a:gd name="T4" fmla="*/ 1915477586 w 990"/>
              <a:gd name="T5" fmla="*/ 108859840 h 792"/>
              <a:gd name="T6" fmla="*/ 0 w 990"/>
              <a:gd name="T7" fmla="*/ 1090686587 h 792"/>
              <a:gd name="T8" fmla="*/ 213221464 w 990"/>
              <a:gd name="T9" fmla="*/ 109068658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5" name="Freeform 1035">
            <a:extLst>
              <a:ext uri="{FF2B5EF4-FFF2-40B4-BE49-F238E27FC236}">
                <a16:creationId xmlns:a16="http://schemas.microsoft.com/office/drawing/2014/main" id="{AA215C2D-4069-DE48-884E-A1816F7D4D0B}"/>
              </a:ext>
            </a:extLst>
          </p:cNvPr>
          <p:cNvSpPr>
            <a:spLocks/>
          </p:cNvSpPr>
          <p:nvPr/>
        </p:nvSpPr>
        <p:spPr bwMode="auto">
          <a:xfrm>
            <a:off x="5598732" y="2012630"/>
            <a:ext cx="229468" cy="55388"/>
          </a:xfrm>
          <a:custGeom>
            <a:avLst/>
            <a:gdLst>
              <a:gd name="T0" fmla="*/ 213486572 w 2532"/>
              <a:gd name="T1" fmla="*/ 0 h 723"/>
              <a:gd name="T2" fmla="*/ 213486572 w 2532"/>
              <a:gd name="T3" fmla="*/ 0 h 723"/>
              <a:gd name="T4" fmla="*/ 2147483646 w 2532"/>
              <a:gd name="T5" fmla="*/ 979380008 h 723"/>
              <a:gd name="T6" fmla="*/ 2147483646 w 2532"/>
              <a:gd name="T7" fmla="*/ 1088085165 h 723"/>
              <a:gd name="T8" fmla="*/ 0 w 2532"/>
              <a:gd name="T9" fmla="*/ 108705259 h 723"/>
              <a:gd name="T10" fmla="*/ 21348657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6" name="Freeform 1036">
            <a:extLst>
              <a:ext uri="{FF2B5EF4-FFF2-40B4-BE49-F238E27FC236}">
                <a16:creationId xmlns:a16="http://schemas.microsoft.com/office/drawing/2014/main" id="{421821F5-5AD5-4D4E-A4F9-5D46E41A4ECC}"/>
              </a:ext>
            </a:extLst>
          </p:cNvPr>
          <p:cNvSpPr>
            <a:spLocks/>
          </p:cNvSpPr>
          <p:nvPr/>
        </p:nvSpPr>
        <p:spPr bwMode="auto">
          <a:xfrm>
            <a:off x="5598879" y="2002474"/>
            <a:ext cx="2483" cy="11219"/>
          </a:xfrm>
          <a:custGeom>
            <a:avLst/>
            <a:gdLst>
              <a:gd name="T0" fmla="*/ 262278191 w 26"/>
              <a:gd name="T1" fmla="*/ 107489981 h 147"/>
              <a:gd name="T2" fmla="*/ 262278191 w 26"/>
              <a:gd name="T3" fmla="*/ 214969480 h 147"/>
              <a:gd name="T4" fmla="*/ 0 w 26"/>
              <a:gd name="T5" fmla="*/ 214969480 h 147"/>
              <a:gd name="T6" fmla="*/ 262278191 w 26"/>
              <a:gd name="T7" fmla="*/ 0 h 147"/>
              <a:gd name="T8" fmla="*/ 262278191 w 26"/>
              <a:gd name="T9" fmla="*/ 10748998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7" name="Freeform 1037">
            <a:extLst>
              <a:ext uri="{FF2B5EF4-FFF2-40B4-BE49-F238E27FC236}">
                <a16:creationId xmlns:a16="http://schemas.microsoft.com/office/drawing/2014/main" id="{499D2FC7-7022-A944-98B2-E74E9B2E5256}"/>
              </a:ext>
            </a:extLst>
          </p:cNvPr>
          <p:cNvSpPr>
            <a:spLocks/>
          </p:cNvSpPr>
          <p:nvPr/>
        </p:nvSpPr>
        <p:spPr bwMode="auto">
          <a:xfrm>
            <a:off x="5599024" y="1956771"/>
            <a:ext cx="106628" cy="46412"/>
          </a:xfrm>
          <a:custGeom>
            <a:avLst/>
            <a:gdLst>
              <a:gd name="T0" fmla="*/ 2136125890 w 1176"/>
              <a:gd name="T1" fmla="*/ 0 h 606"/>
              <a:gd name="T2" fmla="*/ 0 w 1176"/>
              <a:gd name="T3" fmla="*/ 870000945 h 606"/>
              <a:gd name="T4" fmla="*/ 213789467 w 1176"/>
              <a:gd name="T5" fmla="*/ 870000945 h 606"/>
              <a:gd name="T6" fmla="*/ 2136125890 w 1176"/>
              <a:gd name="T7" fmla="*/ 108617123 h 606"/>
              <a:gd name="T8" fmla="*/ 2136125890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8" name="Freeform 1038">
            <a:extLst>
              <a:ext uri="{FF2B5EF4-FFF2-40B4-BE49-F238E27FC236}">
                <a16:creationId xmlns:a16="http://schemas.microsoft.com/office/drawing/2014/main" id="{37918171-6E71-A846-A2B5-7C65DD7456B5}"/>
              </a:ext>
            </a:extLst>
          </p:cNvPr>
          <p:cNvSpPr>
            <a:spLocks/>
          </p:cNvSpPr>
          <p:nvPr/>
        </p:nvSpPr>
        <p:spPr bwMode="auto">
          <a:xfrm>
            <a:off x="5606182" y="2004836"/>
            <a:ext cx="217637" cy="53262"/>
          </a:xfrm>
          <a:custGeom>
            <a:avLst/>
            <a:gdLst>
              <a:gd name="T0" fmla="*/ 173112702 w 2532"/>
              <a:gd name="T1" fmla="*/ 0 h 723"/>
              <a:gd name="T2" fmla="*/ 173112702 w 2532"/>
              <a:gd name="T3" fmla="*/ 0 h 723"/>
              <a:gd name="T4" fmla="*/ 2069773885 w 2532"/>
              <a:gd name="T5" fmla="*/ 558173482 h 723"/>
              <a:gd name="T6" fmla="*/ 2069773885 w 2532"/>
              <a:gd name="T7" fmla="*/ 558173482 h 723"/>
              <a:gd name="T8" fmla="*/ 0 w 2532"/>
              <a:gd name="T9" fmla="*/ 92871346 h 723"/>
              <a:gd name="T10" fmla="*/ 17311270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89" name="Freeform 1039">
            <a:extLst>
              <a:ext uri="{FF2B5EF4-FFF2-40B4-BE49-F238E27FC236}">
                <a16:creationId xmlns:a16="http://schemas.microsoft.com/office/drawing/2014/main" id="{68ECFF60-AA48-2D4C-9A67-90DB18F81D47}"/>
              </a:ext>
            </a:extLst>
          </p:cNvPr>
          <p:cNvSpPr>
            <a:spLocks/>
          </p:cNvSpPr>
          <p:nvPr/>
        </p:nvSpPr>
        <p:spPr bwMode="auto">
          <a:xfrm flipV="1">
            <a:off x="5823526" y="2001058"/>
            <a:ext cx="88808" cy="55151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62694895 h 723"/>
              <a:gd name="T6" fmla="*/ 0 w 2532"/>
              <a:gd name="T7" fmla="*/ 962694895 h 723"/>
              <a:gd name="T8" fmla="*/ 0 w 2532"/>
              <a:gd name="T9" fmla="*/ 107314314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pic>
        <p:nvPicPr>
          <p:cNvPr id="110" name="Picture 568" descr="light2.png">
            <a:extLst>
              <a:ext uri="{FF2B5EF4-FFF2-40B4-BE49-F238E27FC236}">
                <a16:creationId xmlns:a16="http://schemas.microsoft.com/office/drawing/2014/main" id="{D96B693D-26FC-E443-A112-C4AFFE90D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23750" y="1794217"/>
            <a:ext cx="69579" cy="30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603" descr="car_icon_small">
            <a:extLst>
              <a:ext uri="{FF2B5EF4-FFF2-40B4-BE49-F238E27FC236}">
                <a16:creationId xmlns:a16="http://schemas.microsoft.com/office/drawing/2014/main" id="{147E2796-D425-6645-93B3-B97E69B14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54" y="1587719"/>
            <a:ext cx="636984" cy="1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1116" descr="laptop_keyboard">
            <a:extLst>
              <a:ext uri="{FF2B5EF4-FFF2-40B4-BE49-F238E27FC236}">
                <a16:creationId xmlns:a16="http://schemas.microsoft.com/office/drawing/2014/main" id="{7F05CE3B-E67B-1B40-9D5B-2914F0B9B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632782" y="2703907"/>
            <a:ext cx="215024" cy="89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Freeform 1117">
            <a:extLst>
              <a:ext uri="{FF2B5EF4-FFF2-40B4-BE49-F238E27FC236}">
                <a16:creationId xmlns:a16="http://schemas.microsoft.com/office/drawing/2014/main" id="{B52A07C5-D801-5B41-BD20-C20958925D05}"/>
              </a:ext>
            </a:extLst>
          </p:cNvPr>
          <p:cNvSpPr>
            <a:spLocks/>
          </p:cNvSpPr>
          <p:nvPr/>
        </p:nvSpPr>
        <p:spPr bwMode="auto">
          <a:xfrm>
            <a:off x="5704041" y="2616975"/>
            <a:ext cx="173073" cy="116912"/>
          </a:xfrm>
          <a:custGeom>
            <a:avLst/>
            <a:gdLst>
              <a:gd name="T0" fmla="*/ 143665061 w 2982"/>
              <a:gd name="T1" fmla="*/ 0 h 2442"/>
              <a:gd name="T2" fmla="*/ 0 w 2982"/>
              <a:gd name="T3" fmla="*/ 66329557 h 2442"/>
              <a:gd name="T4" fmla="*/ 573719931 w 2982"/>
              <a:gd name="T5" fmla="*/ 82975142 h 2442"/>
              <a:gd name="T6" fmla="*/ 717384993 w 2982"/>
              <a:gd name="T7" fmla="*/ 16645585 h 2442"/>
              <a:gd name="T8" fmla="*/ 14366506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94" name="Picture 1118" descr="screen">
            <a:extLst>
              <a:ext uri="{FF2B5EF4-FFF2-40B4-BE49-F238E27FC236}">
                <a16:creationId xmlns:a16="http://schemas.microsoft.com/office/drawing/2014/main" id="{2EA30B4E-5447-0340-8DAD-349A843F2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566" y="2619982"/>
            <a:ext cx="157269" cy="1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Freeform 1119">
            <a:extLst>
              <a:ext uri="{FF2B5EF4-FFF2-40B4-BE49-F238E27FC236}">
                <a16:creationId xmlns:a16="http://schemas.microsoft.com/office/drawing/2014/main" id="{1137F6C6-A7C9-9A4D-BCE3-048DB90EF759}"/>
              </a:ext>
            </a:extLst>
          </p:cNvPr>
          <p:cNvSpPr>
            <a:spLocks/>
          </p:cNvSpPr>
          <p:nvPr/>
        </p:nvSpPr>
        <p:spPr bwMode="auto">
          <a:xfrm>
            <a:off x="5735553" y="2613526"/>
            <a:ext cx="146638" cy="21755"/>
          </a:xfrm>
          <a:custGeom>
            <a:avLst/>
            <a:gdLst>
              <a:gd name="T0" fmla="*/ 35620212 w 2528"/>
              <a:gd name="T1" fmla="*/ 0 h 455"/>
              <a:gd name="T2" fmla="*/ 608343257 w 2528"/>
              <a:gd name="T3" fmla="*/ 16582250 h 455"/>
              <a:gd name="T4" fmla="*/ 572256449 w 2528"/>
              <a:gd name="T5" fmla="*/ 16582250 h 455"/>
              <a:gd name="T6" fmla="*/ 0 w 2528"/>
              <a:gd name="T7" fmla="*/ 16582250 h 455"/>
              <a:gd name="T8" fmla="*/ 35620212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6" name="Freeform 1120">
            <a:extLst>
              <a:ext uri="{FF2B5EF4-FFF2-40B4-BE49-F238E27FC236}">
                <a16:creationId xmlns:a16="http://schemas.microsoft.com/office/drawing/2014/main" id="{7A0060E2-767D-1545-8656-29ED1A471251}"/>
              </a:ext>
            </a:extLst>
          </p:cNvPr>
          <p:cNvSpPr>
            <a:spLocks/>
          </p:cNvSpPr>
          <p:nvPr/>
        </p:nvSpPr>
        <p:spPr bwMode="auto">
          <a:xfrm>
            <a:off x="5702509" y="2613349"/>
            <a:ext cx="40706" cy="90559"/>
          </a:xfrm>
          <a:custGeom>
            <a:avLst/>
            <a:gdLst>
              <a:gd name="T0" fmla="*/ 142804406 w 702"/>
              <a:gd name="T1" fmla="*/ 0 h 1893"/>
              <a:gd name="T2" fmla="*/ 0 w 702"/>
              <a:gd name="T3" fmla="*/ 66174575 h 1893"/>
              <a:gd name="T4" fmla="*/ 35584530 w 702"/>
              <a:gd name="T5" fmla="*/ 66174575 h 1893"/>
              <a:gd name="T6" fmla="*/ 178855222 w 702"/>
              <a:gd name="T7" fmla="*/ 16607700 h 1893"/>
              <a:gd name="T8" fmla="*/ 142804406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7" name="Freeform 1121">
            <a:extLst>
              <a:ext uri="{FF2B5EF4-FFF2-40B4-BE49-F238E27FC236}">
                <a16:creationId xmlns:a16="http://schemas.microsoft.com/office/drawing/2014/main" id="{15790F5A-ABAC-8D49-A4F9-E2F576550DB0}"/>
              </a:ext>
            </a:extLst>
          </p:cNvPr>
          <p:cNvSpPr>
            <a:spLocks/>
          </p:cNvSpPr>
          <p:nvPr/>
        </p:nvSpPr>
        <p:spPr bwMode="auto">
          <a:xfrm>
            <a:off x="5837270" y="2629533"/>
            <a:ext cx="43867" cy="104531"/>
          </a:xfrm>
          <a:custGeom>
            <a:avLst/>
            <a:gdLst>
              <a:gd name="T0" fmla="*/ 179213623 w 756"/>
              <a:gd name="T1" fmla="*/ 0 h 2184"/>
              <a:gd name="T2" fmla="*/ 35656008 w 756"/>
              <a:gd name="T3" fmla="*/ 82904513 h 2184"/>
              <a:gd name="T4" fmla="*/ 0 w 756"/>
              <a:gd name="T5" fmla="*/ 82904513 h 2184"/>
              <a:gd name="T6" fmla="*/ 143090785 w 756"/>
              <a:gd name="T7" fmla="*/ 16632211 h 2184"/>
              <a:gd name="T8" fmla="*/ 179213623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8" name="Freeform 1122">
            <a:extLst>
              <a:ext uri="{FF2B5EF4-FFF2-40B4-BE49-F238E27FC236}">
                <a16:creationId xmlns:a16="http://schemas.microsoft.com/office/drawing/2014/main" id="{8898B7ED-5BCF-8C4E-B1AA-B82AD50FD155}"/>
              </a:ext>
            </a:extLst>
          </p:cNvPr>
          <p:cNvSpPr>
            <a:spLocks/>
          </p:cNvSpPr>
          <p:nvPr/>
        </p:nvSpPr>
        <p:spPr bwMode="auto">
          <a:xfrm>
            <a:off x="5702030" y="2699309"/>
            <a:ext cx="160909" cy="35286"/>
          </a:xfrm>
          <a:custGeom>
            <a:avLst/>
            <a:gdLst>
              <a:gd name="T0" fmla="*/ 35658648 w 2773"/>
              <a:gd name="T1" fmla="*/ 0 h 738"/>
              <a:gd name="T2" fmla="*/ 0 w 2773"/>
              <a:gd name="T3" fmla="*/ 16581742 h 738"/>
              <a:gd name="T4" fmla="*/ 573357470 w 2773"/>
              <a:gd name="T5" fmla="*/ 33163485 h 738"/>
              <a:gd name="T6" fmla="*/ 573357470 w 2773"/>
              <a:gd name="T7" fmla="*/ 16581742 h 738"/>
              <a:gd name="T8" fmla="*/ 3565864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99" name="Freeform 1123">
            <a:extLst>
              <a:ext uri="{FF2B5EF4-FFF2-40B4-BE49-F238E27FC236}">
                <a16:creationId xmlns:a16="http://schemas.microsoft.com/office/drawing/2014/main" id="{5A7F91EF-AD6B-D64E-B73E-C762D73A7A33}"/>
              </a:ext>
            </a:extLst>
          </p:cNvPr>
          <p:cNvSpPr>
            <a:spLocks/>
          </p:cNvSpPr>
          <p:nvPr/>
        </p:nvSpPr>
        <p:spPr bwMode="auto">
          <a:xfrm>
            <a:off x="5842154" y="2630417"/>
            <a:ext cx="41090" cy="104974"/>
          </a:xfrm>
          <a:custGeom>
            <a:avLst/>
            <a:gdLst>
              <a:gd name="T0" fmla="*/ 656550006 w 637"/>
              <a:gd name="T1" fmla="*/ 0 h 1659"/>
              <a:gd name="T2" fmla="*/ 656550006 w 637"/>
              <a:gd name="T3" fmla="*/ 0 h 1659"/>
              <a:gd name="T4" fmla="*/ 54716163 w 637"/>
              <a:gd name="T5" fmla="*/ 2147483646 h 1659"/>
              <a:gd name="T6" fmla="*/ 0 w 637"/>
              <a:gd name="T7" fmla="*/ 2147483646 h 1659"/>
              <a:gd name="T8" fmla="*/ 65655000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0" name="Freeform 1124">
            <a:extLst>
              <a:ext uri="{FF2B5EF4-FFF2-40B4-BE49-F238E27FC236}">
                <a16:creationId xmlns:a16="http://schemas.microsoft.com/office/drawing/2014/main" id="{BBB1B153-2E6F-7246-9B11-B68D01DF60E3}"/>
              </a:ext>
            </a:extLst>
          </p:cNvPr>
          <p:cNvSpPr>
            <a:spLocks/>
          </p:cNvSpPr>
          <p:nvPr/>
        </p:nvSpPr>
        <p:spPr bwMode="auto">
          <a:xfrm>
            <a:off x="5702222" y="2703995"/>
            <a:ext cx="143094" cy="34844"/>
          </a:xfrm>
          <a:custGeom>
            <a:avLst/>
            <a:gdLst>
              <a:gd name="T0" fmla="*/ 0 w 2216"/>
              <a:gd name="T1" fmla="*/ 0 h 550"/>
              <a:gd name="T2" fmla="*/ 54884212 w 2216"/>
              <a:gd name="T3" fmla="*/ 101852492 h 550"/>
              <a:gd name="T4" fmla="*/ 2147483646 w 2216"/>
              <a:gd name="T5" fmla="*/ 1017940055 h 550"/>
              <a:gd name="T6" fmla="*/ 2147483646 w 2216"/>
              <a:gd name="T7" fmla="*/ 86546456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01" name="Group 1125">
            <a:extLst>
              <a:ext uri="{FF2B5EF4-FFF2-40B4-BE49-F238E27FC236}">
                <a16:creationId xmlns:a16="http://schemas.microsoft.com/office/drawing/2014/main" id="{57060979-075D-9D4D-B12E-DA0CCD4C6B8F}"/>
              </a:ext>
            </a:extLst>
          </p:cNvPr>
          <p:cNvGrpSpPr>
            <a:grpSpLocks/>
          </p:cNvGrpSpPr>
          <p:nvPr/>
        </p:nvGrpSpPr>
        <p:grpSpPr bwMode="auto">
          <a:xfrm>
            <a:off x="5699827" y="2741227"/>
            <a:ext cx="48560" cy="20694"/>
            <a:chOff x="1740" y="2642"/>
            <a:chExt cx="752" cy="327"/>
          </a:xfrm>
        </p:grpSpPr>
        <p:sp>
          <p:nvSpPr>
            <p:cNvPr id="140" name="Freeform 1126">
              <a:extLst>
                <a:ext uri="{FF2B5EF4-FFF2-40B4-BE49-F238E27FC236}">
                  <a16:creationId xmlns:a16="http://schemas.microsoft.com/office/drawing/2014/main" id="{8DFFF656-1361-C546-8336-177F79E4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1" name="Freeform 1127">
              <a:extLst>
                <a:ext uri="{FF2B5EF4-FFF2-40B4-BE49-F238E27FC236}">
                  <a16:creationId xmlns:a16="http://schemas.microsoft.com/office/drawing/2014/main" id="{60C6C6B3-72DE-664B-B4DE-3C04B0C5B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2" name="Freeform 1128">
              <a:extLst>
                <a:ext uri="{FF2B5EF4-FFF2-40B4-BE49-F238E27FC236}">
                  <a16:creationId xmlns:a16="http://schemas.microsoft.com/office/drawing/2014/main" id="{0D48292A-917D-D046-A974-043CEE5A4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3" name="Freeform 1129">
              <a:extLst>
                <a:ext uri="{FF2B5EF4-FFF2-40B4-BE49-F238E27FC236}">
                  <a16:creationId xmlns:a16="http://schemas.microsoft.com/office/drawing/2014/main" id="{DB6BAAEB-BADD-0A4F-8A9D-D72AFCA99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4" name="Freeform 1130">
              <a:extLst>
                <a:ext uri="{FF2B5EF4-FFF2-40B4-BE49-F238E27FC236}">
                  <a16:creationId xmlns:a16="http://schemas.microsoft.com/office/drawing/2014/main" id="{05D5969F-F3B9-414D-975E-A6700098F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45" name="Freeform 1131">
              <a:extLst>
                <a:ext uri="{FF2B5EF4-FFF2-40B4-BE49-F238E27FC236}">
                  <a16:creationId xmlns:a16="http://schemas.microsoft.com/office/drawing/2014/main" id="{41BB174D-6019-384D-A5AC-1B4D92D93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02" name="Freeform 1132">
            <a:extLst>
              <a:ext uri="{FF2B5EF4-FFF2-40B4-BE49-F238E27FC236}">
                <a16:creationId xmlns:a16="http://schemas.microsoft.com/office/drawing/2014/main" id="{F8739864-4836-E447-8FC8-5886923FF496}"/>
              </a:ext>
            </a:extLst>
          </p:cNvPr>
          <p:cNvSpPr>
            <a:spLocks/>
          </p:cNvSpPr>
          <p:nvPr/>
        </p:nvSpPr>
        <p:spPr bwMode="auto">
          <a:xfrm>
            <a:off x="5782963" y="2744322"/>
            <a:ext cx="58808" cy="45456"/>
          </a:xfrm>
          <a:custGeom>
            <a:avLst/>
            <a:gdLst>
              <a:gd name="T0" fmla="*/ 39250883 w 990"/>
              <a:gd name="T1" fmla="*/ 342828616 h 792"/>
              <a:gd name="T2" fmla="*/ 354255671 w 990"/>
              <a:gd name="T3" fmla="*/ 0 h 792"/>
              <a:gd name="T4" fmla="*/ 354255671 w 990"/>
              <a:gd name="T5" fmla="*/ 34504242 h 792"/>
              <a:gd name="T6" fmla="*/ 0 w 990"/>
              <a:gd name="T7" fmla="*/ 342828616 h 792"/>
              <a:gd name="T8" fmla="*/ 39250883 w 990"/>
              <a:gd name="T9" fmla="*/ 342828616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3" name="Freeform 1133">
            <a:extLst>
              <a:ext uri="{FF2B5EF4-FFF2-40B4-BE49-F238E27FC236}">
                <a16:creationId xmlns:a16="http://schemas.microsoft.com/office/drawing/2014/main" id="{C59CADF3-CD09-FB48-A672-C2C50B66CEB8}"/>
              </a:ext>
            </a:extLst>
          </p:cNvPr>
          <p:cNvSpPr>
            <a:spLocks/>
          </p:cNvSpPr>
          <p:nvPr/>
        </p:nvSpPr>
        <p:spPr bwMode="auto">
          <a:xfrm>
            <a:off x="5632878" y="2747948"/>
            <a:ext cx="150469" cy="41477"/>
          </a:xfrm>
          <a:custGeom>
            <a:avLst/>
            <a:gdLst>
              <a:gd name="T0" fmla="*/ 39302216 w 2532"/>
              <a:gd name="T1" fmla="*/ 0 h 723"/>
              <a:gd name="T2" fmla="*/ 39302216 w 2532"/>
              <a:gd name="T3" fmla="*/ 0 h 723"/>
              <a:gd name="T4" fmla="*/ 867084690 w 2532"/>
              <a:gd name="T5" fmla="*/ 307891170 h 723"/>
              <a:gd name="T6" fmla="*/ 867084690 w 2532"/>
              <a:gd name="T7" fmla="*/ 342351506 h 723"/>
              <a:gd name="T8" fmla="*/ 0 w 2532"/>
              <a:gd name="T9" fmla="*/ 34009889 h 723"/>
              <a:gd name="T10" fmla="*/ 393022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4" name="Freeform 1134">
            <a:extLst>
              <a:ext uri="{FF2B5EF4-FFF2-40B4-BE49-F238E27FC236}">
                <a16:creationId xmlns:a16="http://schemas.microsoft.com/office/drawing/2014/main" id="{628AB6FD-35F6-0345-BD13-22EAAF9EC275}"/>
              </a:ext>
            </a:extLst>
          </p:cNvPr>
          <p:cNvSpPr>
            <a:spLocks/>
          </p:cNvSpPr>
          <p:nvPr/>
        </p:nvSpPr>
        <p:spPr bwMode="auto">
          <a:xfrm>
            <a:off x="5632974" y="2740342"/>
            <a:ext cx="1628" cy="8402"/>
          </a:xfrm>
          <a:custGeom>
            <a:avLst/>
            <a:gdLst>
              <a:gd name="T0" fmla="*/ 48903362 w 26"/>
              <a:gd name="T1" fmla="*/ 33634500 h 147"/>
              <a:gd name="T2" fmla="*/ 48903362 w 26"/>
              <a:gd name="T3" fmla="*/ 67263209 h 147"/>
              <a:gd name="T4" fmla="*/ 0 w 26"/>
              <a:gd name="T5" fmla="*/ 67263209 h 147"/>
              <a:gd name="T6" fmla="*/ 48903362 w 26"/>
              <a:gd name="T7" fmla="*/ 0 h 147"/>
              <a:gd name="T8" fmla="*/ 48903362 w 26"/>
              <a:gd name="T9" fmla="*/ 33634500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5" name="Freeform 1135">
            <a:extLst>
              <a:ext uri="{FF2B5EF4-FFF2-40B4-BE49-F238E27FC236}">
                <a16:creationId xmlns:a16="http://schemas.microsoft.com/office/drawing/2014/main" id="{76529D44-B4FD-DE4D-812E-E461A0FCCA6C}"/>
              </a:ext>
            </a:extLst>
          </p:cNvPr>
          <p:cNvSpPr>
            <a:spLocks/>
          </p:cNvSpPr>
          <p:nvPr/>
        </p:nvSpPr>
        <p:spPr bwMode="auto">
          <a:xfrm>
            <a:off x="5633069" y="2706118"/>
            <a:ext cx="69919" cy="34755"/>
          </a:xfrm>
          <a:custGeom>
            <a:avLst/>
            <a:gdLst>
              <a:gd name="T0" fmla="*/ 395043791 w 1176"/>
              <a:gd name="T1" fmla="*/ 0 h 606"/>
              <a:gd name="T2" fmla="*/ 0 w 1176"/>
              <a:gd name="T3" fmla="*/ 273654982 h 606"/>
              <a:gd name="T4" fmla="*/ 39357994 w 1176"/>
              <a:gd name="T5" fmla="*/ 273654982 h 606"/>
              <a:gd name="T6" fmla="*/ 395043791 w 1176"/>
              <a:gd name="T7" fmla="*/ 33985420 h 606"/>
              <a:gd name="T8" fmla="*/ 39504379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6" name="Freeform 1136">
            <a:extLst>
              <a:ext uri="{FF2B5EF4-FFF2-40B4-BE49-F238E27FC236}">
                <a16:creationId xmlns:a16="http://schemas.microsoft.com/office/drawing/2014/main" id="{44CD9A89-0E3B-2C40-8436-71B7526BA660}"/>
              </a:ext>
            </a:extLst>
          </p:cNvPr>
          <p:cNvSpPr>
            <a:spLocks/>
          </p:cNvSpPr>
          <p:nvPr/>
        </p:nvSpPr>
        <p:spPr bwMode="auto">
          <a:xfrm>
            <a:off x="5637762" y="2742112"/>
            <a:ext cx="142711" cy="39885"/>
          </a:xfrm>
          <a:custGeom>
            <a:avLst/>
            <a:gdLst>
              <a:gd name="T0" fmla="*/ 31829833 w 2532"/>
              <a:gd name="T1" fmla="*/ 0 h 723"/>
              <a:gd name="T2" fmla="*/ 31829833 w 2532"/>
              <a:gd name="T3" fmla="*/ 0 h 723"/>
              <a:gd name="T4" fmla="*/ 382827787 w 2532"/>
              <a:gd name="T5" fmla="*/ 175498781 h 723"/>
              <a:gd name="T6" fmla="*/ 382827787 w 2532"/>
              <a:gd name="T7" fmla="*/ 175498781 h 723"/>
              <a:gd name="T8" fmla="*/ 0 w 2532"/>
              <a:gd name="T9" fmla="*/ 29448186 h 723"/>
              <a:gd name="T10" fmla="*/ 31829833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07" name="Freeform 1137">
            <a:extLst>
              <a:ext uri="{FF2B5EF4-FFF2-40B4-BE49-F238E27FC236}">
                <a16:creationId xmlns:a16="http://schemas.microsoft.com/office/drawing/2014/main" id="{92BF681C-02FC-8F49-A2CD-8F3446ECE5D3}"/>
              </a:ext>
            </a:extLst>
          </p:cNvPr>
          <p:cNvSpPr>
            <a:spLocks/>
          </p:cNvSpPr>
          <p:nvPr/>
        </p:nvSpPr>
        <p:spPr bwMode="auto">
          <a:xfrm flipV="1">
            <a:off x="5780282" y="2739281"/>
            <a:ext cx="58234" cy="41300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02641137 h 723"/>
              <a:gd name="T6" fmla="*/ 0 w 2532"/>
              <a:gd name="T7" fmla="*/ 302641137 h 723"/>
              <a:gd name="T8" fmla="*/ 0 w 2532"/>
              <a:gd name="T9" fmla="*/ 33575256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pic>
        <p:nvPicPr>
          <p:cNvPr id="138" name="Picture 1140" descr="desktop_computer_stylized_medium">
            <a:extLst>
              <a:ext uri="{FF2B5EF4-FFF2-40B4-BE49-F238E27FC236}">
                <a16:creationId xmlns:a16="http://schemas.microsoft.com/office/drawing/2014/main" id="{BDC7F552-21C9-C942-90FF-0162099A3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93997" y="2675358"/>
            <a:ext cx="269446" cy="25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Freeform 1141">
            <a:extLst>
              <a:ext uri="{FF2B5EF4-FFF2-40B4-BE49-F238E27FC236}">
                <a16:creationId xmlns:a16="http://schemas.microsoft.com/office/drawing/2014/main" id="{654B43BA-608E-5D4D-B11B-71762CFBEEDE}"/>
              </a:ext>
            </a:extLst>
          </p:cNvPr>
          <p:cNvSpPr>
            <a:spLocks/>
          </p:cNvSpPr>
          <p:nvPr/>
        </p:nvSpPr>
        <p:spPr bwMode="auto">
          <a:xfrm flipH="1">
            <a:off x="6108913" y="2699957"/>
            <a:ext cx="127050" cy="117565"/>
          </a:xfrm>
          <a:custGeom>
            <a:avLst/>
            <a:gdLst>
              <a:gd name="T0" fmla="*/ 0 w 356"/>
              <a:gd name="T1" fmla="*/ 0 h 368"/>
              <a:gd name="T2" fmla="*/ 300 w 356"/>
              <a:gd name="T3" fmla="*/ 14 h 368"/>
              <a:gd name="T4" fmla="*/ 356 w 356"/>
              <a:gd name="T5" fmla="*/ 294 h 368"/>
              <a:gd name="T6" fmla="*/ 78 w 356"/>
              <a:gd name="T7" fmla="*/ 368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z="1050"/>
          </a:p>
        </p:txBody>
      </p:sp>
      <p:pic>
        <p:nvPicPr>
          <p:cNvPr id="113" name="Picture 571" descr="fridge2.png">
            <a:extLst>
              <a:ext uri="{FF2B5EF4-FFF2-40B4-BE49-F238E27FC236}">
                <a16:creationId xmlns:a16="http://schemas.microsoft.com/office/drawing/2014/main" id="{29DD0F98-F93B-0145-A925-F4125ED490D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399" y="2538763"/>
            <a:ext cx="142184" cy="25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3955464"/>
            <a:ext cx="132894" cy="248125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3675121"/>
            <a:ext cx="259223" cy="240227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pic>
        <p:nvPicPr>
          <p:cNvPr id="147" name="Picture 1066" descr="laptop_keyboard">
            <a:extLst>
              <a:ext uri="{FF2B5EF4-FFF2-40B4-BE49-F238E27FC236}">
                <a16:creationId xmlns:a16="http://schemas.microsoft.com/office/drawing/2014/main" id="{71E89937-428E-3447-B221-C34E0D71A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6912440" y="4530206"/>
            <a:ext cx="190126" cy="9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" name="Freeform 1067">
            <a:extLst>
              <a:ext uri="{FF2B5EF4-FFF2-40B4-BE49-F238E27FC236}">
                <a16:creationId xmlns:a16="http://schemas.microsoft.com/office/drawing/2014/main" id="{43C21467-3265-FC4F-AF31-44A0281634BA}"/>
              </a:ext>
            </a:extLst>
          </p:cNvPr>
          <p:cNvSpPr>
            <a:spLocks/>
          </p:cNvSpPr>
          <p:nvPr/>
        </p:nvSpPr>
        <p:spPr bwMode="auto">
          <a:xfrm>
            <a:off x="6975448" y="4442621"/>
            <a:ext cx="153032" cy="117789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149" name="Picture 1068" descr="screen">
            <a:extLst>
              <a:ext uri="{FF2B5EF4-FFF2-40B4-BE49-F238E27FC236}">
                <a16:creationId xmlns:a16="http://schemas.microsoft.com/office/drawing/2014/main" id="{9868250A-D477-2944-B0F8-A7DE63DA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985" y="4445651"/>
            <a:ext cx="139059" cy="10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Freeform 1069">
            <a:extLst>
              <a:ext uri="{FF2B5EF4-FFF2-40B4-BE49-F238E27FC236}">
                <a16:creationId xmlns:a16="http://schemas.microsoft.com/office/drawing/2014/main" id="{A4015B9E-FE1F-594E-AFA2-A5277482EA63}"/>
              </a:ext>
            </a:extLst>
          </p:cNvPr>
          <p:cNvSpPr>
            <a:spLocks/>
          </p:cNvSpPr>
          <p:nvPr/>
        </p:nvSpPr>
        <p:spPr bwMode="auto">
          <a:xfrm>
            <a:off x="7003310" y="4439146"/>
            <a:ext cx="129659" cy="21919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1" name="Freeform 1070">
            <a:extLst>
              <a:ext uri="{FF2B5EF4-FFF2-40B4-BE49-F238E27FC236}">
                <a16:creationId xmlns:a16="http://schemas.microsoft.com/office/drawing/2014/main" id="{1D5AA9CA-3334-2341-A3C4-E98372488698}"/>
              </a:ext>
            </a:extLst>
          </p:cNvPr>
          <p:cNvSpPr>
            <a:spLocks/>
          </p:cNvSpPr>
          <p:nvPr/>
        </p:nvSpPr>
        <p:spPr bwMode="auto">
          <a:xfrm>
            <a:off x="6974093" y="4438968"/>
            <a:ext cx="35993" cy="91238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2" name="Freeform 1071">
            <a:extLst>
              <a:ext uri="{FF2B5EF4-FFF2-40B4-BE49-F238E27FC236}">
                <a16:creationId xmlns:a16="http://schemas.microsoft.com/office/drawing/2014/main" id="{408815EA-3342-2D4A-AB4D-6A6AD669E0AF}"/>
              </a:ext>
            </a:extLst>
          </p:cNvPr>
          <p:cNvSpPr>
            <a:spLocks/>
          </p:cNvSpPr>
          <p:nvPr/>
        </p:nvSpPr>
        <p:spPr bwMode="auto">
          <a:xfrm>
            <a:off x="7093250" y="4455273"/>
            <a:ext cx="38787" cy="105315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3" name="Freeform 1072">
            <a:extLst>
              <a:ext uri="{FF2B5EF4-FFF2-40B4-BE49-F238E27FC236}">
                <a16:creationId xmlns:a16="http://schemas.microsoft.com/office/drawing/2014/main" id="{180DED07-429A-A242-A9E3-1BBEEAF42B00}"/>
              </a:ext>
            </a:extLst>
          </p:cNvPr>
          <p:cNvSpPr>
            <a:spLocks/>
          </p:cNvSpPr>
          <p:nvPr/>
        </p:nvSpPr>
        <p:spPr bwMode="auto">
          <a:xfrm>
            <a:off x="6973669" y="4525572"/>
            <a:ext cx="142277" cy="35551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4" name="Freeform 1073">
            <a:extLst>
              <a:ext uri="{FF2B5EF4-FFF2-40B4-BE49-F238E27FC236}">
                <a16:creationId xmlns:a16="http://schemas.microsoft.com/office/drawing/2014/main" id="{A86B5E1C-D4A7-804E-9345-DD2099CCFCD1}"/>
              </a:ext>
            </a:extLst>
          </p:cNvPr>
          <p:cNvSpPr>
            <a:spLocks/>
          </p:cNvSpPr>
          <p:nvPr/>
        </p:nvSpPr>
        <p:spPr bwMode="auto">
          <a:xfrm>
            <a:off x="7097569" y="4456164"/>
            <a:ext cx="36332" cy="105761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5" name="Freeform 1074">
            <a:extLst>
              <a:ext uri="{FF2B5EF4-FFF2-40B4-BE49-F238E27FC236}">
                <a16:creationId xmlns:a16="http://schemas.microsoft.com/office/drawing/2014/main" id="{278E44FF-9118-764F-B154-D54B6D088972}"/>
              </a:ext>
            </a:extLst>
          </p:cNvPr>
          <p:cNvSpPr>
            <a:spLocks/>
          </p:cNvSpPr>
          <p:nvPr/>
        </p:nvSpPr>
        <p:spPr bwMode="auto">
          <a:xfrm>
            <a:off x="6973839" y="4530295"/>
            <a:ext cx="126525" cy="35105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56" name="Group 1075">
            <a:extLst>
              <a:ext uri="{FF2B5EF4-FFF2-40B4-BE49-F238E27FC236}">
                <a16:creationId xmlns:a16="http://schemas.microsoft.com/office/drawing/2014/main" id="{B07A4D51-63EA-ED46-9283-3C066C8F8059}"/>
              </a:ext>
            </a:extLst>
          </p:cNvPr>
          <p:cNvGrpSpPr>
            <a:grpSpLocks/>
          </p:cNvGrpSpPr>
          <p:nvPr/>
        </p:nvGrpSpPr>
        <p:grpSpPr bwMode="auto">
          <a:xfrm>
            <a:off x="6971722" y="4567806"/>
            <a:ext cx="42937" cy="20849"/>
            <a:chOff x="1740" y="2642"/>
            <a:chExt cx="752" cy="327"/>
          </a:xfrm>
        </p:grpSpPr>
        <p:sp>
          <p:nvSpPr>
            <p:cNvPr id="163" name="Freeform 1076">
              <a:extLst>
                <a:ext uri="{FF2B5EF4-FFF2-40B4-BE49-F238E27FC236}">
                  <a16:creationId xmlns:a16="http://schemas.microsoft.com/office/drawing/2014/main" id="{362CE3DF-6498-9044-80D1-5B57C954B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4" name="Freeform 1077">
              <a:extLst>
                <a:ext uri="{FF2B5EF4-FFF2-40B4-BE49-F238E27FC236}">
                  <a16:creationId xmlns:a16="http://schemas.microsoft.com/office/drawing/2014/main" id="{232B6CC8-39FA-8E41-89F9-D454D1953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5" name="Freeform 1078">
              <a:extLst>
                <a:ext uri="{FF2B5EF4-FFF2-40B4-BE49-F238E27FC236}">
                  <a16:creationId xmlns:a16="http://schemas.microsoft.com/office/drawing/2014/main" id="{14BE6CD7-1B00-AE45-A0A2-B46139077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6" name="Freeform 1079">
              <a:extLst>
                <a:ext uri="{FF2B5EF4-FFF2-40B4-BE49-F238E27FC236}">
                  <a16:creationId xmlns:a16="http://schemas.microsoft.com/office/drawing/2014/main" id="{17D2993A-DA09-154C-81CE-F00D6DF0D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7" name="Freeform 1080">
              <a:extLst>
                <a:ext uri="{FF2B5EF4-FFF2-40B4-BE49-F238E27FC236}">
                  <a16:creationId xmlns:a16="http://schemas.microsoft.com/office/drawing/2014/main" id="{AD580132-3A72-CF47-B834-B58CA201F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8" name="Freeform 1081">
              <a:extLst>
                <a:ext uri="{FF2B5EF4-FFF2-40B4-BE49-F238E27FC236}">
                  <a16:creationId xmlns:a16="http://schemas.microsoft.com/office/drawing/2014/main" id="{E900C928-6E45-6449-A6C9-3DBE801B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57" name="Freeform 1082">
            <a:extLst>
              <a:ext uri="{FF2B5EF4-FFF2-40B4-BE49-F238E27FC236}">
                <a16:creationId xmlns:a16="http://schemas.microsoft.com/office/drawing/2014/main" id="{1ECD1A08-63F7-2B4E-84E4-3FA628039E8F}"/>
              </a:ext>
            </a:extLst>
          </p:cNvPr>
          <p:cNvSpPr>
            <a:spLocks/>
          </p:cNvSpPr>
          <p:nvPr/>
        </p:nvSpPr>
        <p:spPr bwMode="auto">
          <a:xfrm>
            <a:off x="7045232" y="4570924"/>
            <a:ext cx="51999" cy="45797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8" name="Freeform 1083">
            <a:extLst>
              <a:ext uri="{FF2B5EF4-FFF2-40B4-BE49-F238E27FC236}">
                <a16:creationId xmlns:a16="http://schemas.microsoft.com/office/drawing/2014/main" id="{E0CE0778-AA7C-994B-8AC5-676F1A82543C}"/>
              </a:ext>
            </a:extLst>
          </p:cNvPr>
          <p:cNvSpPr>
            <a:spLocks/>
          </p:cNvSpPr>
          <p:nvPr/>
        </p:nvSpPr>
        <p:spPr bwMode="auto">
          <a:xfrm>
            <a:off x="6912524" y="4574577"/>
            <a:ext cx="133046" cy="4178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59" name="Freeform 1084">
            <a:extLst>
              <a:ext uri="{FF2B5EF4-FFF2-40B4-BE49-F238E27FC236}">
                <a16:creationId xmlns:a16="http://schemas.microsoft.com/office/drawing/2014/main" id="{D2A296F6-56E0-0141-8E63-F209F1106F23}"/>
              </a:ext>
            </a:extLst>
          </p:cNvPr>
          <p:cNvSpPr>
            <a:spLocks/>
          </p:cNvSpPr>
          <p:nvPr/>
        </p:nvSpPr>
        <p:spPr bwMode="auto">
          <a:xfrm>
            <a:off x="6912609" y="4566914"/>
            <a:ext cx="1440" cy="8465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0" name="Freeform 1085">
            <a:extLst>
              <a:ext uri="{FF2B5EF4-FFF2-40B4-BE49-F238E27FC236}">
                <a16:creationId xmlns:a16="http://schemas.microsoft.com/office/drawing/2014/main" id="{06824F88-EE84-D347-A023-F053DA4B2B28}"/>
              </a:ext>
            </a:extLst>
          </p:cNvPr>
          <p:cNvSpPr>
            <a:spLocks/>
          </p:cNvSpPr>
          <p:nvPr/>
        </p:nvSpPr>
        <p:spPr bwMode="auto">
          <a:xfrm>
            <a:off x="6912694" y="4532433"/>
            <a:ext cx="61823" cy="35016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1" name="Freeform 1086">
            <a:extLst>
              <a:ext uri="{FF2B5EF4-FFF2-40B4-BE49-F238E27FC236}">
                <a16:creationId xmlns:a16="http://schemas.microsoft.com/office/drawing/2014/main" id="{36F4BB90-D696-0945-AC5D-7CBFD97A9624}"/>
              </a:ext>
            </a:extLst>
          </p:cNvPr>
          <p:cNvSpPr>
            <a:spLocks/>
          </p:cNvSpPr>
          <p:nvPr/>
        </p:nvSpPr>
        <p:spPr bwMode="auto">
          <a:xfrm>
            <a:off x="6916844" y="4568696"/>
            <a:ext cx="126186" cy="40184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62" name="Freeform 1087">
            <a:extLst>
              <a:ext uri="{FF2B5EF4-FFF2-40B4-BE49-F238E27FC236}">
                <a16:creationId xmlns:a16="http://schemas.microsoft.com/office/drawing/2014/main" id="{9FC45AEE-F94E-2C41-BB56-2055DE618B24}"/>
              </a:ext>
            </a:extLst>
          </p:cNvPr>
          <p:cNvSpPr>
            <a:spLocks/>
          </p:cNvSpPr>
          <p:nvPr/>
        </p:nvSpPr>
        <p:spPr bwMode="auto">
          <a:xfrm flipV="1">
            <a:off x="7042860" y="4565845"/>
            <a:ext cx="51491" cy="41609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128493"/>
            <a:ext cx="259223" cy="240227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4144597"/>
            <a:ext cx="259223" cy="240227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pic>
        <p:nvPicPr>
          <p:cNvPr id="498" name="Picture 1066" descr="laptop_keyboard">
            <a:extLst>
              <a:ext uri="{FF2B5EF4-FFF2-40B4-BE49-F238E27FC236}">
                <a16:creationId xmlns:a16="http://schemas.microsoft.com/office/drawing/2014/main" id="{2D71707C-83CA-1C4B-8508-67E56E2A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162565" y="4462091"/>
            <a:ext cx="195690" cy="74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9" name="Freeform 1067">
            <a:extLst>
              <a:ext uri="{FF2B5EF4-FFF2-40B4-BE49-F238E27FC236}">
                <a16:creationId xmlns:a16="http://schemas.microsoft.com/office/drawing/2014/main" id="{73F0FEB4-8393-CC4E-8318-ED16B301B6DC}"/>
              </a:ext>
            </a:extLst>
          </p:cNvPr>
          <p:cNvSpPr>
            <a:spLocks/>
          </p:cNvSpPr>
          <p:nvPr/>
        </p:nvSpPr>
        <p:spPr bwMode="auto">
          <a:xfrm>
            <a:off x="7227418" y="4389993"/>
            <a:ext cx="157511" cy="96961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050"/>
          </a:p>
        </p:txBody>
      </p:sp>
      <p:pic>
        <p:nvPicPr>
          <p:cNvPr id="500" name="Picture 1068" descr="screen">
            <a:extLst>
              <a:ext uri="{FF2B5EF4-FFF2-40B4-BE49-F238E27FC236}">
                <a16:creationId xmlns:a16="http://schemas.microsoft.com/office/drawing/2014/main" id="{7FE7C88C-9EAD-8349-A46B-E909AEA6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176" y="4392487"/>
            <a:ext cx="143129" cy="8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" name="Freeform 1069">
            <a:extLst>
              <a:ext uri="{FF2B5EF4-FFF2-40B4-BE49-F238E27FC236}">
                <a16:creationId xmlns:a16="http://schemas.microsoft.com/office/drawing/2014/main" id="{0DBCF6AD-8352-3C40-B68E-0383519D20A4}"/>
              </a:ext>
            </a:extLst>
          </p:cNvPr>
          <p:cNvSpPr>
            <a:spLocks/>
          </p:cNvSpPr>
          <p:nvPr/>
        </p:nvSpPr>
        <p:spPr bwMode="auto">
          <a:xfrm>
            <a:off x="7256096" y="4387133"/>
            <a:ext cx="133453" cy="18043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2" name="Freeform 1070">
            <a:extLst>
              <a:ext uri="{FF2B5EF4-FFF2-40B4-BE49-F238E27FC236}">
                <a16:creationId xmlns:a16="http://schemas.microsoft.com/office/drawing/2014/main" id="{3C23673E-599F-5241-B844-C8F96A051D11}"/>
              </a:ext>
            </a:extLst>
          </p:cNvPr>
          <p:cNvSpPr>
            <a:spLocks/>
          </p:cNvSpPr>
          <p:nvPr/>
        </p:nvSpPr>
        <p:spPr bwMode="auto">
          <a:xfrm>
            <a:off x="7226024" y="4386987"/>
            <a:ext cx="37046" cy="75104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3" name="Freeform 1071">
            <a:extLst>
              <a:ext uri="{FF2B5EF4-FFF2-40B4-BE49-F238E27FC236}">
                <a16:creationId xmlns:a16="http://schemas.microsoft.com/office/drawing/2014/main" id="{4D502A0C-8868-2C4E-B6B7-F46718640A2A}"/>
              </a:ext>
            </a:extLst>
          </p:cNvPr>
          <p:cNvSpPr>
            <a:spLocks/>
          </p:cNvSpPr>
          <p:nvPr/>
        </p:nvSpPr>
        <p:spPr bwMode="auto">
          <a:xfrm>
            <a:off x="7348667" y="4400408"/>
            <a:ext cx="39923" cy="86693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4" name="Freeform 1072">
            <a:extLst>
              <a:ext uri="{FF2B5EF4-FFF2-40B4-BE49-F238E27FC236}">
                <a16:creationId xmlns:a16="http://schemas.microsoft.com/office/drawing/2014/main" id="{154DEECF-C451-B140-A650-9DB9DCC41786}"/>
              </a:ext>
            </a:extLst>
          </p:cNvPr>
          <p:cNvSpPr>
            <a:spLocks/>
          </p:cNvSpPr>
          <p:nvPr/>
        </p:nvSpPr>
        <p:spPr bwMode="auto">
          <a:xfrm>
            <a:off x="7225587" y="4458277"/>
            <a:ext cx="146441" cy="29264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5" name="Freeform 1073">
            <a:extLst>
              <a:ext uri="{FF2B5EF4-FFF2-40B4-BE49-F238E27FC236}">
                <a16:creationId xmlns:a16="http://schemas.microsoft.com/office/drawing/2014/main" id="{61C09639-BDA6-1848-86B4-033F9F9979D9}"/>
              </a:ext>
            </a:extLst>
          </p:cNvPr>
          <p:cNvSpPr>
            <a:spLocks/>
          </p:cNvSpPr>
          <p:nvPr/>
        </p:nvSpPr>
        <p:spPr bwMode="auto">
          <a:xfrm>
            <a:off x="7353113" y="4401142"/>
            <a:ext cx="37395" cy="87059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6" name="Freeform 1074">
            <a:extLst>
              <a:ext uri="{FF2B5EF4-FFF2-40B4-BE49-F238E27FC236}">
                <a16:creationId xmlns:a16="http://schemas.microsoft.com/office/drawing/2014/main" id="{BBF9A35C-4B4A-604C-BCA3-20BC6C3D2D8B}"/>
              </a:ext>
            </a:extLst>
          </p:cNvPr>
          <p:cNvSpPr>
            <a:spLocks/>
          </p:cNvSpPr>
          <p:nvPr/>
        </p:nvSpPr>
        <p:spPr bwMode="auto">
          <a:xfrm>
            <a:off x="7225762" y="4462164"/>
            <a:ext cx="130228" cy="28898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507" name="Group 1075">
            <a:extLst>
              <a:ext uri="{FF2B5EF4-FFF2-40B4-BE49-F238E27FC236}">
                <a16:creationId xmlns:a16="http://schemas.microsoft.com/office/drawing/2014/main" id="{C228B10E-0BB1-8D40-9DB1-545E285C7600}"/>
              </a:ext>
            </a:extLst>
          </p:cNvPr>
          <p:cNvGrpSpPr>
            <a:grpSpLocks/>
          </p:cNvGrpSpPr>
          <p:nvPr/>
        </p:nvGrpSpPr>
        <p:grpSpPr bwMode="auto">
          <a:xfrm>
            <a:off x="7223583" y="4493042"/>
            <a:ext cx="44194" cy="17162"/>
            <a:chOff x="1740" y="2642"/>
            <a:chExt cx="752" cy="327"/>
          </a:xfrm>
        </p:grpSpPr>
        <p:sp>
          <p:nvSpPr>
            <p:cNvPr id="514" name="Freeform 1076">
              <a:extLst>
                <a:ext uri="{FF2B5EF4-FFF2-40B4-BE49-F238E27FC236}">
                  <a16:creationId xmlns:a16="http://schemas.microsoft.com/office/drawing/2014/main" id="{DBE93115-3362-AE4D-A30A-337520C73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5" name="Freeform 1077">
              <a:extLst>
                <a:ext uri="{FF2B5EF4-FFF2-40B4-BE49-F238E27FC236}">
                  <a16:creationId xmlns:a16="http://schemas.microsoft.com/office/drawing/2014/main" id="{E980EACA-94CF-194A-AC7A-1415DBB4C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6" name="Freeform 1078">
              <a:extLst>
                <a:ext uri="{FF2B5EF4-FFF2-40B4-BE49-F238E27FC236}">
                  <a16:creationId xmlns:a16="http://schemas.microsoft.com/office/drawing/2014/main" id="{67C8CECC-A4D3-D543-A1C2-92A3DDD60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7" name="Freeform 1079">
              <a:extLst>
                <a:ext uri="{FF2B5EF4-FFF2-40B4-BE49-F238E27FC236}">
                  <a16:creationId xmlns:a16="http://schemas.microsoft.com/office/drawing/2014/main" id="{DF7F90DA-E9FF-E64E-979A-F2C4CF6F2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8" name="Freeform 1080">
              <a:extLst>
                <a:ext uri="{FF2B5EF4-FFF2-40B4-BE49-F238E27FC236}">
                  <a16:creationId xmlns:a16="http://schemas.microsoft.com/office/drawing/2014/main" id="{1FB7CFF5-5312-6B45-B1C9-1E8019D9A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9" name="Freeform 1081">
              <a:extLst>
                <a:ext uri="{FF2B5EF4-FFF2-40B4-BE49-F238E27FC236}">
                  <a16:creationId xmlns:a16="http://schemas.microsoft.com/office/drawing/2014/main" id="{F6743163-40E8-634F-BDA5-FD850E9C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508" name="Freeform 1082">
            <a:extLst>
              <a:ext uri="{FF2B5EF4-FFF2-40B4-BE49-F238E27FC236}">
                <a16:creationId xmlns:a16="http://schemas.microsoft.com/office/drawing/2014/main" id="{5C688E93-8024-AF4A-9FAE-F872353A70E6}"/>
              </a:ext>
            </a:extLst>
          </p:cNvPr>
          <p:cNvSpPr>
            <a:spLocks/>
          </p:cNvSpPr>
          <p:nvPr/>
        </p:nvSpPr>
        <p:spPr bwMode="auto">
          <a:xfrm>
            <a:off x="7299244" y="4495609"/>
            <a:ext cx="53521" cy="37699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09" name="Freeform 1083">
            <a:extLst>
              <a:ext uri="{FF2B5EF4-FFF2-40B4-BE49-F238E27FC236}">
                <a16:creationId xmlns:a16="http://schemas.microsoft.com/office/drawing/2014/main" id="{E2D8B864-6DD1-D042-9409-8862ACC1AADF}"/>
              </a:ext>
            </a:extLst>
          </p:cNvPr>
          <p:cNvSpPr>
            <a:spLocks/>
          </p:cNvSpPr>
          <p:nvPr/>
        </p:nvSpPr>
        <p:spPr bwMode="auto">
          <a:xfrm>
            <a:off x="7162653" y="4498616"/>
            <a:ext cx="136940" cy="3439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0" name="Freeform 1084">
            <a:extLst>
              <a:ext uri="{FF2B5EF4-FFF2-40B4-BE49-F238E27FC236}">
                <a16:creationId xmlns:a16="http://schemas.microsoft.com/office/drawing/2014/main" id="{CC7A3F9E-B0BC-2945-B124-91C53102EAF2}"/>
              </a:ext>
            </a:extLst>
          </p:cNvPr>
          <p:cNvSpPr>
            <a:spLocks/>
          </p:cNvSpPr>
          <p:nvPr/>
        </p:nvSpPr>
        <p:spPr bwMode="auto">
          <a:xfrm>
            <a:off x="7162740" y="4492308"/>
            <a:ext cx="1482" cy="6968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1" name="Freeform 1085">
            <a:extLst>
              <a:ext uri="{FF2B5EF4-FFF2-40B4-BE49-F238E27FC236}">
                <a16:creationId xmlns:a16="http://schemas.microsoft.com/office/drawing/2014/main" id="{B8E20EA9-88B9-0A42-A470-7AF9E8810568}"/>
              </a:ext>
            </a:extLst>
          </p:cNvPr>
          <p:cNvSpPr>
            <a:spLocks/>
          </p:cNvSpPr>
          <p:nvPr/>
        </p:nvSpPr>
        <p:spPr bwMode="auto">
          <a:xfrm>
            <a:off x="7162828" y="4463924"/>
            <a:ext cx="63632" cy="28824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2" name="Freeform 1086">
            <a:extLst>
              <a:ext uri="{FF2B5EF4-FFF2-40B4-BE49-F238E27FC236}">
                <a16:creationId xmlns:a16="http://schemas.microsoft.com/office/drawing/2014/main" id="{A9D04135-B045-A743-95D7-CA5EF36EE738}"/>
              </a:ext>
            </a:extLst>
          </p:cNvPr>
          <p:cNvSpPr>
            <a:spLocks/>
          </p:cNvSpPr>
          <p:nvPr/>
        </p:nvSpPr>
        <p:spPr bwMode="auto">
          <a:xfrm>
            <a:off x="7167098" y="4493775"/>
            <a:ext cx="129879" cy="3307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513" name="Freeform 1087">
            <a:extLst>
              <a:ext uri="{FF2B5EF4-FFF2-40B4-BE49-F238E27FC236}">
                <a16:creationId xmlns:a16="http://schemas.microsoft.com/office/drawing/2014/main" id="{C0583F57-71B7-B142-BC2A-15444A0CF4E5}"/>
              </a:ext>
            </a:extLst>
          </p:cNvPr>
          <p:cNvSpPr>
            <a:spLocks/>
          </p:cNvSpPr>
          <p:nvPr/>
        </p:nvSpPr>
        <p:spPr bwMode="auto">
          <a:xfrm flipV="1">
            <a:off x="7296804" y="4491429"/>
            <a:ext cx="52997" cy="34252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72" name="Group 983">
            <a:extLst>
              <a:ext uri="{FF2B5EF4-FFF2-40B4-BE49-F238E27FC236}">
                <a16:creationId xmlns:a16="http://schemas.microsoft.com/office/drawing/2014/main" id="{105B6396-94AE-3641-98AD-7B23024BF303}"/>
              </a:ext>
            </a:extLst>
          </p:cNvPr>
          <p:cNvGrpSpPr>
            <a:grpSpLocks/>
          </p:cNvGrpSpPr>
          <p:nvPr/>
        </p:nvGrpSpPr>
        <p:grpSpPr bwMode="auto">
          <a:xfrm>
            <a:off x="7513408" y="4227291"/>
            <a:ext cx="128588" cy="261708"/>
            <a:chOff x="4140" y="429"/>
            <a:chExt cx="1425" cy="2396"/>
          </a:xfrm>
        </p:grpSpPr>
        <p:sp>
          <p:nvSpPr>
            <p:cNvPr id="175" name="Freeform 984">
              <a:extLst>
                <a:ext uri="{FF2B5EF4-FFF2-40B4-BE49-F238E27FC236}">
                  <a16:creationId xmlns:a16="http://schemas.microsoft.com/office/drawing/2014/main" id="{69921432-2526-D74B-B1B3-EF4990D57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6" name="Rectangle 985">
              <a:extLst>
                <a:ext uri="{FF2B5EF4-FFF2-40B4-BE49-F238E27FC236}">
                  <a16:creationId xmlns:a16="http://schemas.microsoft.com/office/drawing/2014/main" id="{372674DE-08A1-7340-A835-CB738EF1A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7" name="Freeform 986">
              <a:extLst>
                <a:ext uri="{FF2B5EF4-FFF2-40B4-BE49-F238E27FC236}">
                  <a16:creationId xmlns:a16="http://schemas.microsoft.com/office/drawing/2014/main" id="{210AB56E-8E3A-464C-BA90-E5EE13DE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8" name="Freeform 987">
              <a:extLst>
                <a:ext uri="{FF2B5EF4-FFF2-40B4-BE49-F238E27FC236}">
                  <a16:creationId xmlns:a16="http://schemas.microsoft.com/office/drawing/2014/main" id="{4B6304D8-37E4-9743-9663-D2140A337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79" name="Rectangle 988">
              <a:extLst>
                <a:ext uri="{FF2B5EF4-FFF2-40B4-BE49-F238E27FC236}">
                  <a16:creationId xmlns:a16="http://schemas.microsoft.com/office/drawing/2014/main" id="{01DA0D94-4858-4748-835A-0A295C76D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0" name="Group 989">
              <a:extLst>
                <a:ext uri="{FF2B5EF4-FFF2-40B4-BE49-F238E27FC236}">
                  <a16:creationId xmlns:a16="http://schemas.microsoft.com/office/drawing/2014/main" id="{653C7E87-1F7F-B94B-970F-8043BE6AD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5" name="AutoShape 990">
                <a:extLst>
                  <a:ext uri="{FF2B5EF4-FFF2-40B4-BE49-F238E27FC236}">
                    <a16:creationId xmlns:a16="http://schemas.microsoft.com/office/drawing/2014/main" id="{9E8BF054-B12E-C746-9DCC-FFC0FBE1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991">
                <a:extLst>
                  <a:ext uri="{FF2B5EF4-FFF2-40B4-BE49-F238E27FC236}">
                    <a16:creationId xmlns:a16="http://schemas.microsoft.com/office/drawing/2014/main" id="{60A26098-3AC3-5F48-AF12-0376133B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" name="Rectangle 992">
              <a:extLst>
                <a:ext uri="{FF2B5EF4-FFF2-40B4-BE49-F238E27FC236}">
                  <a16:creationId xmlns:a16="http://schemas.microsoft.com/office/drawing/2014/main" id="{AB0AE9A0-AEC6-B542-BAA1-AD6A9E25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2" name="Group 993">
              <a:extLst>
                <a:ext uri="{FF2B5EF4-FFF2-40B4-BE49-F238E27FC236}">
                  <a16:creationId xmlns:a16="http://schemas.microsoft.com/office/drawing/2014/main" id="{2E23BBDE-93A3-014A-8AD9-509F2B133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3" name="AutoShape 994">
                <a:extLst>
                  <a:ext uri="{FF2B5EF4-FFF2-40B4-BE49-F238E27FC236}">
                    <a16:creationId xmlns:a16="http://schemas.microsoft.com/office/drawing/2014/main" id="{CF10A6D2-6E36-BA46-8AB3-2A153E9EC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AutoShape 995">
                <a:extLst>
                  <a:ext uri="{FF2B5EF4-FFF2-40B4-BE49-F238E27FC236}">
                    <a16:creationId xmlns:a16="http://schemas.microsoft.com/office/drawing/2014/main" id="{964D14B2-2639-5A46-B2D5-48A8B0C3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3" name="Rectangle 996">
              <a:extLst>
                <a:ext uri="{FF2B5EF4-FFF2-40B4-BE49-F238E27FC236}">
                  <a16:creationId xmlns:a16="http://schemas.microsoft.com/office/drawing/2014/main" id="{426E7337-36DD-B64A-88F7-00D5A74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4" name="Rectangle 997">
              <a:extLst>
                <a:ext uri="{FF2B5EF4-FFF2-40B4-BE49-F238E27FC236}">
                  <a16:creationId xmlns:a16="http://schemas.microsoft.com/office/drawing/2014/main" id="{BE4D7353-7D2D-9F42-8A6A-65BAA625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pSp>
          <p:nvGrpSpPr>
            <p:cNvPr id="185" name="Group 998">
              <a:extLst>
                <a:ext uri="{FF2B5EF4-FFF2-40B4-BE49-F238E27FC236}">
                  <a16:creationId xmlns:a16="http://schemas.microsoft.com/office/drawing/2014/main" id="{10644FFB-BF70-614B-94F5-58CB99D12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999">
                <a:extLst>
                  <a:ext uri="{FF2B5EF4-FFF2-40B4-BE49-F238E27FC236}">
                    <a16:creationId xmlns:a16="http://schemas.microsoft.com/office/drawing/2014/main" id="{2EEDFBCE-8402-0442-A96B-A6412C51C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AutoShape 1000">
                <a:extLst>
                  <a:ext uri="{FF2B5EF4-FFF2-40B4-BE49-F238E27FC236}">
                    <a16:creationId xmlns:a16="http://schemas.microsoft.com/office/drawing/2014/main" id="{5BBF678C-8365-374C-8592-2F4010918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Freeform 1001">
              <a:extLst>
                <a:ext uri="{FF2B5EF4-FFF2-40B4-BE49-F238E27FC236}">
                  <a16:creationId xmlns:a16="http://schemas.microsoft.com/office/drawing/2014/main" id="{43320BBC-6D3F-CE4C-AE57-EE45F331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187" name="Group 1002">
              <a:extLst>
                <a:ext uri="{FF2B5EF4-FFF2-40B4-BE49-F238E27FC236}">
                  <a16:creationId xmlns:a16="http://schemas.microsoft.com/office/drawing/2014/main" id="{4ED748C4-471F-B74E-9328-2437DB94B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003">
                <a:extLst>
                  <a:ext uri="{FF2B5EF4-FFF2-40B4-BE49-F238E27FC236}">
                    <a16:creationId xmlns:a16="http://schemas.microsoft.com/office/drawing/2014/main" id="{DE163CA4-FABE-9B4C-973B-7160FB0C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AutoShape 1004">
                <a:extLst>
                  <a:ext uri="{FF2B5EF4-FFF2-40B4-BE49-F238E27FC236}">
                    <a16:creationId xmlns:a16="http://schemas.microsoft.com/office/drawing/2014/main" id="{D50A283A-2FFB-A24F-A406-2910EEA8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8" name="Rectangle 1005">
              <a:extLst>
                <a:ext uri="{FF2B5EF4-FFF2-40B4-BE49-F238E27FC236}">
                  <a16:creationId xmlns:a16="http://schemas.microsoft.com/office/drawing/2014/main" id="{42659E43-E287-8942-BD23-94141CB4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9" name="Freeform 1006">
              <a:extLst>
                <a:ext uri="{FF2B5EF4-FFF2-40B4-BE49-F238E27FC236}">
                  <a16:creationId xmlns:a16="http://schemas.microsoft.com/office/drawing/2014/main" id="{48DEF8E3-26E3-0E48-88EA-BAB435AE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0" name="Freeform 1007">
              <a:extLst>
                <a:ext uri="{FF2B5EF4-FFF2-40B4-BE49-F238E27FC236}">
                  <a16:creationId xmlns:a16="http://schemas.microsoft.com/office/drawing/2014/main" id="{7869EB64-11F6-624E-9B28-6986DD9D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1" name="Oval 1008">
              <a:extLst>
                <a:ext uri="{FF2B5EF4-FFF2-40B4-BE49-F238E27FC236}">
                  <a16:creationId xmlns:a16="http://schemas.microsoft.com/office/drawing/2014/main" id="{322E0F0C-40A1-7E43-B9BC-A271C641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2" name="Freeform 1009">
              <a:extLst>
                <a:ext uri="{FF2B5EF4-FFF2-40B4-BE49-F238E27FC236}">
                  <a16:creationId xmlns:a16="http://schemas.microsoft.com/office/drawing/2014/main" id="{2C34A91D-8DF1-DE40-8F88-B7AB2BE6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3" name="AutoShape 1010">
              <a:extLst>
                <a:ext uri="{FF2B5EF4-FFF2-40B4-BE49-F238E27FC236}">
                  <a16:creationId xmlns:a16="http://schemas.microsoft.com/office/drawing/2014/main" id="{C10585A3-5046-F44C-A720-1B5360D1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4" name="AutoShape 1011">
              <a:extLst>
                <a:ext uri="{FF2B5EF4-FFF2-40B4-BE49-F238E27FC236}">
                  <a16:creationId xmlns:a16="http://schemas.microsoft.com/office/drawing/2014/main" id="{0F1CC371-A8A5-1146-9D54-06BA5783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5" name="Oval 1012">
              <a:extLst>
                <a:ext uri="{FF2B5EF4-FFF2-40B4-BE49-F238E27FC236}">
                  <a16:creationId xmlns:a16="http://schemas.microsoft.com/office/drawing/2014/main" id="{165ACFDB-EB0A-EF4A-A53B-E952BF38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6" name="Oval 1013">
              <a:extLst>
                <a:ext uri="{FF2B5EF4-FFF2-40B4-BE49-F238E27FC236}">
                  <a16:creationId xmlns:a16="http://schemas.microsoft.com/office/drawing/2014/main" id="{8E1C86F1-E8A5-AB43-9FBE-05329F11F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014">
              <a:extLst>
                <a:ext uri="{FF2B5EF4-FFF2-40B4-BE49-F238E27FC236}">
                  <a16:creationId xmlns:a16="http://schemas.microsoft.com/office/drawing/2014/main" id="{0C189499-8A09-3E4B-B216-1DBC5D3C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8" name="Rectangle 1015">
              <a:extLst>
                <a:ext uri="{FF2B5EF4-FFF2-40B4-BE49-F238E27FC236}">
                  <a16:creationId xmlns:a16="http://schemas.microsoft.com/office/drawing/2014/main" id="{F801E0C5-03DC-4947-89BB-24F841D7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3960795"/>
            <a:ext cx="259223" cy="240227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12210B-AFA0-C747-B0D5-6E0D32FFEF07}"/>
              </a:ext>
            </a:extLst>
          </p:cNvPr>
          <p:cNvGrpSpPr/>
          <p:nvPr/>
        </p:nvGrpSpPr>
        <p:grpSpPr>
          <a:xfrm>
            <a:off x="5579306" y="1394794"/>
            <a:ext cx="3108241" cy="3095608"/>
            <a:chOff x="7439074" y="1859725"/>
            <a:chExt cx="4144321" cy="41274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BD1858-2E40-9545-88AD-AAD37777C13D}"/>
                </a:ext>
              </a:extLst>
            </p:cNvPr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9" name="Line 426">
                <a:extLst>
                  <a:ext uri="{FF2B5EF4-FFF2-40B4-BE49-F238E27FC236}">
                    <a16:creationId xmlns:a16="http://schemas.microsoft.com/office/drawing/2014/main" id="{DDAEB50C-98DD-DA43-B9C4-9AB7F9ED5B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07860" y="2700359"/>
                <a:ext cx="227964" cy="1743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241" name="Group 783">
                <a:extLst>
                  <a:ext uri="{FF2B5EF4-FFF2-40B4-BE49-F238E27FC236}">
                    <a16:creationId xmlns:a16="http://schemas.microsoft.com/office/drawing/2014/main" id="{02FEAFB4-9831-B64A-9F54-92C532E8F3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50698" y="2309376"/>
                <a:ext cx="298450" cy="464008"/>
                <a:chOff x="3130" y="3288"/>
                <a:chExt cx="410" cy="742"/>
              </a:xfrm>
            </p:grpSpPr>
            <p:sp>
              <p:nvSpPr>
                <p:cNvPr id="244" name="Line 270">
                  <a:extLst>
                    <a:ext uri="{FF2B5EF4-FFF2-40B4-BE49-F238E27FC236}">
                      <a16:creationId xmlns:a16="http://schemas.microsoft.com/office/drawing/2014/main" id="{A9300902-94F3-8949-9A54-8B95986ACB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5" name="Line 271">
                  <a:extLst>
                    <a:ext uri="{FF2B5EF4-FFF2-40B4-BE49-F238E27FC236}">
                      <a16:creationId xmlns:a16="http://schemas.microsoft.com/office/drawing/2014/main" id="{B93F32E3-8690-BD4B-B848-94E1FAAB5E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6" name="Line 272">
                  <a:extLst>
                    <a:ext uri="{FF2B5EF4-FFF2-40B4-BE49-F238E27FC236}">
                      <a16:creationId xmlns:a16="http://schemas.microsoft.com/office/drawing/2014/main" id="{AB0BEDC3-F0F0-4E42-A55F-57AC0548D5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7" name="Line 273">
                  <a:extLst>
                    <a:ext uri="{FF2B5EF4-FFF2-40B4-BE49-F238E27FC236}">
                      <a16:creationId xmlns:a16="http://schemas.microsoft.com/office/drawing/2014/main" id="{3AF299DE-8F54-D84C-B398-5B3B44C53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8" name="Line 274">
                  <a:extLst>
                    <a:ext uri="{FF2B5EF4-FFF2-40B4-BE49-F238E27FC236}">
                      <a16:creationId xmlns:a16="http://schemas.microsoft.com/office/drawing/2014/main" id="{C2005C3C-C4BA-FD44-A127-E5C4FE594D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49" name="Line 275">
                  <a:extLst>
                    <a:ext uri="{FF2B5EF4-FFF2-40B4-BE49-F238E27FC236}">
                      <a16:creationId xmlns:a16="http://schemas.microsoft.com/office/drawing/2014/main" id="{948DF918-9246-AF45-A55F-C5B743663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0" name="Line 276">
                  <a:extLst>
                    <a:ext uri="{FF2B5EF4-FFF2-40B4-BE49-F238E27FC236}">
                      <a16:creationId xmlns:a16="http://schemas.microsoft.com/office/drawing/2014/main" id="{3D1534AB-9253-A140-B4C5-81F085C45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1" name="Line 277">
                  <a:extLst>
                    <a:ext uri="{FF2B5EF4-FFF2-40B4-BE49-F238E27FC236}">
                      <a16:creationId xmlns:a16="http://schemas.microsoft.com/office/drawing/2014/main" id="{3BA377A2-6A51-F64B-AA8B-4FB90FAA7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2" name="Line 278">
                  <a:extLst>
                    <a:ext uri="{FF2B5EF4-FFF2-40B4-BE49-F238E27FC236}">
                      <a16:creationId xmlns:a16="http://schemas.microsoft.com/office/drawing/2014/main" id="{FA310FA6-4B1E-0047-8066-8AF44673F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3" name="Line 279">
                  <a:extLst>
                    <a:ext uri="{FF2B5EF4-FFF2-40B4-BE49-F238E27FC236}">
                      <a16:creationId xmlns:a16="http://schemas.microsoft.com/office/drawing/2014/main" id="{254B094E-F3D3-0F46-BF4E-A226644B01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4" name="Line 280">
                  <a:extLst>
                    <a:ext uri="{FF2B5EF4-FFF2-40B4-BE49-F238E27FC236}">
                      <a16:creationId xmlns:a16="http://schemas.microsoft.com/office/drawing/2014/main" id="{9805319A-9CA5-7340-811A-8DBCB5A2B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5" name="Line 281">
                  <a:extLst>
                    <a:ext uri="{FF2B5EF4-FFF2-40B4-BE49-F238E27FC236}">
                      <a16:creationId xmlns:a16="http://schemas.microsoft.com/office/drawing/2014/main" id="{6042C4DF-7427-904B-A064-26708AF480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6" name="Line 282">
                  <a:extLst>
                    <a:ext uri="{FF2B5EF4-FFF2-40B4-BE49-F238E27FC236}">
                      <a16:creationId xmlns:a16="http://schemas.microsoft.com/office/drawing/2014/main" id="{21FF36A4-E56F-C94A-8E67-9A6E4DA84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7" name="Line 283">
                  <a:extLst>
                    <a:ext uri="{FF2B5EF4-FFF2-40B4-BE49-F238E27FC236}">
                      <a16:creationId xmlns:a16="http://schemas.microsoft.com/office/drawing/2014/main" id="{C6A0831D-FA2C-E744-8FE0-FDFDDB5FDD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  <p:sp>
              <p:nvSpPr>
                <p:cNvPr id="258" name="Line 284">
                  <a:extLst>
                    <a:ext uri="{FF2B5EF4-FFF2-40B4-BE49-F238E27FC236}">
                      <a16:creationId xmlns:a16="http://schemas.microsoft.com/office/drawing/2014/main" id="{65548550-729A-4849-9DC4-127F8FE86B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sz="1050"/>
                </a:p>
              </p:txBody>
            </p:sp>
          </p:grpSp>
          <p:grpSp>
            <p:nvGrpSpPr>
              <p:cNvPr id="407" name="Group 406">
                <a:extLst>
                  <a:ext uri="{FF2B5EF4-FFF2-40B4-BE49-F238E27FC236}">
                    <a16:creationId xmlns:a16="http://schemas.microsoft.com/office/drawing/2014/main" id="{CBD7A282-C22D-714A-88F1-C7D4EDD107F8}"/>
                  </a:ext>
                </a:extLst>
              </p:cNvPr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408" name="Freeform 407">
                  <a:extLst>
                    <a:ext uri="{FF2B5EF4-FFF2-40B4-BE49-F238E27FC236}">
                      <a16:creationId xmlns:a16="http://schemas.microsoft.com/office/drawing/2014/main" id="{3C206862-9269-EE48-877D-EE261101A44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9B69A2C6-F31C-E749-B77A-1818B15E1B3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08BE9AB8-F5DA-4D4A-9621-9AB05D691F0C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11" name="Freeform 410">
                    <a:extLst>
                      <a:ext uri="{FF2B5EF4-FFF2-40B4-BE49-F238E27FC236}">
                        <a16:creationId xmlns:a16="http://schemas.microsoft.com/office/drawing/2014/main" id="{56E730F0-5BB3-6446-9D5B-82D51B9EDAF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2" name="Freeform 411">
                    <a:extLst>
                      <a:ext uri="{FF2B5EF4-FFF2-40B4-BE49-F238E27FC236}">
                        <a16:creationId xmlns:a16="http://schemas.microsoft.com/office/drawing/2014/main" id="{5BA37E27-2FC6-BA43-8A97-14171CB51FDD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3" name="Freeform 412">
                    <a:extLst>
                      <a:ext uri="{FF2B5EF4-FFF2-40B4-BE49-F238E27FC236}">
                        <a16:creationId xmlns:a16="http://schemas.microsoft.com/office/drawing/2014/main" id="{CCB37CB3-304F-6144-85D0-8B420BDD088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14" name="Freeform 413">
                    <a:extLst>
                      <a:ext uri="{FF2B5EF4-FFF2-40B4-BE49-F238E27FC236}">
                        <a16:creationId xmlns:a16="http://schemas.microsoft.com/office/drawing/2014/main" id="{BD0CA8E5-A033-834A-A402-E2EFB2FBBFC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1017" descr="antenna_stylized">
                <a:extLst>
                  <a:ext uri="{FF2B5EF4-FFF2-40B4-BE49-F238E27FC236}">
                    <a16:creationId xmlns:a16="http://schemas.microsoft.com/office/drawing/2014/main" id="{27A537F5-5D99-BF4C-9B11-E9782673F1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17" descr="antenna_stylized">
                <a:extLst>
                  <a:ext uri="{FF2B5EF4-FFF2-40B4-BE49-F238E27FC236}">
                    <a16:creationId xmlns:a16="http://schemas.microsoft.com/office/drawing/2014/main" id="{F4E4C4C0-89A6-D74D-B25C-228CE5BC1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017" descr="antenna_stylized">
                <a:extLst>
                  <a:ext uri="{FF2B5EF4-FFF2-40B4-BE49-F238E27FC236}">
                    <a16:creationId xmlns:a16="http://schemas.microsoft.com/office/drawing/2014/main" id="{F0886BE8-9B0B-F046-92AA-1AC818378E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C0639A7-533B-6644-A560-40B5151A7BE4}"/>
                </a:ext>
              </a:extLst>
            </p:cNvPr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id="261" name="Picture 777" descr="access_point_stylized_small">
                <a:extLst>
                  <a:ext uri="{FF2B5EF4-FFF2-40B4-BE49-F238E27FC236}">
                    <a16:creationId xmlns:a16="http://schemas.microsoft.com/office/drawing/2014/main" id="{FA9A412B-D725-D449-8707-A3626DCB48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FFCC6D2-A029-1E45-9C4D-1FF4453F0EB7}"/>
                  </a:ext>
                </a:extLst>
              </p:cNvPr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47778" y="3829970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57253" y="4041107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pic>
              <p:nvPicPr>
                <p:cNvPr id="262" name="Picture 778" descr="antenna_radiation_stylized">
                  <a:extLst>
                    <a:ext uri="{FF2B5EF4-FFF2-40B4-BE49-F238E27FC236}">
                      <a16:creationId xmlns:a16="http://schemas.microsoft.com/office/drawing/2014/main" id="{B73E5F98-BC74-DB47-BA02-5F29DC6757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15" name="Group 414">
                  <a:extLst>
                    <a:ext uri="{FF2B5EF4-FFF2-40B4-BE49-F238E27FC236}">
                      <a16:creationId xmlns:a16="http://schemas.microsoft.com/office/drawing/2014/main" id="{F0DE4078-0801-A244-9A82-F7502B8B24A0}"/>
                    </a:ext>
                  </a:extLst>
                </p:cNvPr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416" name="Freeform 415">
                    <a:extLst>
                      <a:ext uri="{FF2B5EF4-FFF2-40B4-BE49-F238E27FC236}">
                        <a16:creationId xmlns:a16="http://schemas.microsoft.com/office/drawing/2014/main" id="{EA784F43-D793-4342-92F3-EBC3632212A6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17" name="Oval 416">
                    <a:extLst>
                      <a:ext uri="{FF2B5EF4-FFF2-40B4-BE49-F238E27FC236}">
                        <a16:creationId xmlns:a16="http://schemas.microsoft.com/office/drawing/2014/main" id="{75841943-4184-5D4E-AAD4-8FEAC9D7330F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18" name="Group 417">
                    <a:extLst>
                      <a:ext uri="{FF2B5EF4-FFF2-40B4-BE49-F238E27FC236}">
                        <a16:creationId xmlns:a16="http://schemas.microsoft.com/office/drawing/2014/main" id="{23FBC748-DCBA-AA41-A6F7-895374D50CDF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19" name="Freeform 418">
                      <a:extLst>
                        <a:ext uri="{FF2B5EF4-FFF2-40B4-BE49-F238E27FC236}">
                          <a16:creationId xmlns:a16="http://schemas.microsoft.com/office/drawing/2014/main" id="{96DA1F2B-2063-8C40-BF46-086C20D317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0" name="Freeform 419">
                      <a:extLst>
                        <a:ext uri="{FF2B5EF4-FFF2-40B4-BE49-F238E27FC236}">
                          <a16:creationId xmlns:a16="http://schemas.microsoft.com/office/drawing/2014/main" id="{8A1EF987-02EE-DA4D-8224-02537D5034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1" name="Freeform 420">
                      <a:extLst>
                        <a:ext uri="{FF2B5EF4-FFF2-40B4-BE49-F238E27FC236}">
                          <a16:creationId xmlns:a16="http://schemas.microsoft.com/office/drawing/2014/main" id="{1FC5854A-AF8F-6841-92AD-B18DDAF1E9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22" name="Freeform 421">
                      <a:extLst>
                        <a:ext uri="{FF2B5EF4-FFF2-40B4-BE49-F238E27FC236}">
                          <a16:creationId xmlns:a16="http://schemas.microsoft.com/office/drawing/2014/main" id="{A510FA68-BEB6-B54A-A1D4-984168F85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43A22F9-CEFC-E64E-9231-138462077C83}"/>
                </a:ext>
              </a:extLst>
            </p:cNvPr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52B7B73B-1125-084D-8669-C68CC371DDC6}"/>
                  </a:ext>
                </a:extLst>
              </p:cNvPr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456" name="Freeform 455">
                  <a:extLst>
                    <a:ext uri="{FF2B5EF4-FFF2-40B4-BE49-F238E27FC236}">
                      <a16:creationId xmlns:a16="http://schemas.microsoft.com/office/drawing/2014/main" id="{3196A4F9-B139-4D4B-B210-0318216604F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1D1C7F3A-BE45-014B-AF9C-58CA77DA029D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83DFFE47-64E8-F54C-8ABC-E896DA957F0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9" name="Freeform 458">
                    <a:extLst>
                      <a:ext uri="{FF2B5EF4-FFF2-40B4-BE49-F238E27FC236}">
                        <a16:creationId xmlns:a16="http://schemas.microsoft.com/office/drawing/2014/main" id="{2A9F0EE2-8F99-EB4D-9331-7AE3BDCBE9C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0" name="Freeform 459">
                    <a:extLst>
                      <a:ext uri="{FF2B5EF4-FFF2-40B4-BE49-F238E27FC236}">
                        <a16:creationId xmlns:a16="http://schemas.microsoft.com/office/drawing/2014/main" id="{2E314A90-8DB8-2A49-8BB6-D51C2DAE9CF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1" name="Freeform 460">
                    <a:extLst>
                      <a:ext uri="{FF2B5EF4-FFF2-40B4-BE49-F238E27FC236}">
                        <a16:creationId xmlns:a16="http://schemas.microsoft.com/office/drawing/2014/main" id="{7D8C0277-204E-2B4D-B954-94739B9DE72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62" name="Freeform 461">
                    <a:extLst>
                      <a:ext uri="{FF2B5EF4-FFF2-40B4-BE49-F238E27FC236}">
                        <a16:creationId xmlns:a16="http://schemas.microsoft.com/office/drawing/2014/main" id="{69955D3C-6D1B-EA40-8228-73DF01564152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4C1D3C-A4C3-8F43-933A-1DDD15B3AD09}"/>
                </a:ext>
              </a:extLst>
            </p:cNvPr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789609" y="5251739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10207" y="5117334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 dirty="0"/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59425" y="5036562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4C54689-4DDC-6D45-8526-2BC60244FA39}"/>
                  </a:ext>
                </a:extLst>
              </p:cNvPr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09926" y="5405286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32959" y="4838517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50066" y="4838517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21744" y="5108876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48367" y="5290470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73817" y="5282252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88731" y="5307931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88731" y="5258048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85545" y="5583471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050"/>
                </a:p>
              </p:txBody>
            </p:sp>
            <p:pic>
              <p:nvPicPr>
                <p:cNvPr id="260" name="Picture 781" descr="antenna_radiation_stylized">
                  <a:extLst>
                    <a:ext uri="{FF2B5EF4-FFF2-40B4-BE49-F238E27FC236}">
                      <a16:creationId xmlns:a16="http://schemas.microsoft.com/office/drawing/2014/main" id="{5F858A2F-D0F0-7E47-8EF1-4C37898F9C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9" name="Picture 780" descr="access_point_stylized_small">
                  <a:extLst>
                    <a:ext uri="{FF2B5EF4-FFF2-40B4-BE49-F238E27FC236}">
                      <a16:creationId xmlns:a16="http://schemas.microsoft.com/office/drawing/2014/main" id="{AC22920E-0555-BA45-9B6A-B76172153C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71" name="Group 470">
                  <a:extLst>
                    <a:ext uri="{FF2B5EF4-FFF2-40B4-BE49-F238E27FC236}">
                      <a16:creationId xmlns:a16="http://schemas.microsoft.com/office/drawing/2014/main" id="{DE035BC7-2762-3044-BE80-C91EC827E65C}"/>
                    </a:ext>
                  </a:extLst>
                </p:cNvPr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72" name="Freeform 471">
                    <a:extLst>
                      <a:ext uri="{FF2B5EF4-FFF2-40B4-BE49-F238E27FC236}">
                        <a16:creationId xmlns:a16="http://schemas.microsoft.com/office/drawing/2014/main" id="{BEE06200-7AF9-4A43-9447-2349DCBFF947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73" name="Oval 472">
                    <a:extLst>
                      <a:ext uri="{FF2B5EF4-FFF2-40B4-BE49-F238E27FC236}">
                        <a16:creationId xmlns:a16="http://schemas.microsoft.com/office/drawing/2014/main" id="{3340A80C-5091-6D49-89E5-375F02E94864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74" name="Group 473">
                    <a:extLst>
                      <a:ext uri="{FF2B5EF4-FFF2-40B4-BE49-F238E27FC236}">
                        <a16:creationId xmlns:a16="http://schemas.microsoft.com/office/drawing/2014/main" id="{B2821126-95C5-B044-AEBC-BA333FAF6B2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75" name="Freeform 474">
                      <a:extLst>
                        <a:ext uri="{FF2B5EF4-FFF2-40B4-BE49-F238E27FC236}">
                          <a16:creationId xmlns:a16="http://schemas.microsoft.com/office/drawing/2014/main" id="{B76A81D4-5DC8-C241-B209-B819BC6D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6" name="Freeform 475">
                      <a:extLst>
                        <a:ext uri="{FF2B5EF4-FFF2-40B4-BE49-F238E27FC236}">
                          <a16:creationId xmlns:a16="http://schemas.microsoft.com/office/drawing/2014/main" id="{6F6ED06A-086C-754C-BE82-59E2830CF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7" name="Freeform 476">
                      <a:extLst>
                        <a:ext uri="{FF2B5EF4-FFF2-40B4-BE49-F238E27FC236}">
                          <a16:creationId xmlns:a16="http://schemas.microsoft.com/office/drawing/2014/main" id="{A32340AB-4CC3-5442-987B-A47EF2040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8" name="Freeform 477">
                      <a:extLst>
                        <a:ext uri="{FF2B5EF4-FFF2-40B4-BE49-F238E27FC236}">
                          <a16:creationId xmlns:a16="http://schemas.microsoft.com/office/drawing/2014/main" id="{AC0AB71B-FD2B-9C4A-AE22-B586FC3356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520" name="Group 519">
                  <a:extLst>
                    <a:ext uri="{FF2B5EF4-FFF2-40B4-BE49-F238E27FC236}">
                      <a16:creationId xmlns:a16="http://schemas.microsoft.com/office/drawing/2014/main" id="{60B6F784-668B-5D4B-A622-66CCE6350B84}"/>
                    </a:ext>
                  </a:extLst>
                </p:cNvPr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21" name="Rectangle 520">
                    <a:extLst>
                      <a:ext uri="{FF2B5EF4-FFF2-40B4-BE49-F238E27FC236}">
                        <a16:creationId xmlns:a16="http://schemas.microsoft.com/office/drawing/2014/main" id="{275B9F34-60F1-4A43-AAD4-D58802DAAC8F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522" name="Freeform 521">
                    <a:extLst>
                      <a:ext uri="{FF2B5EF4-FFF2-40B4-BE49-F238E27FC236}">
                        <a16:creationId xmlns:a16="http://schemas.microsoft.com/office/drawing/2014/main" id="{778A1510-2C69-F848-B6B3-6C73FF163690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grpSp>
                <p:nvGrpSpPr>
                  <p:cNvPr id="523" name="Group 522">
                    <a:extLst>
                      <a:ext uri="{FF2B5EF4-FFF2-40B4-BE49-F238E27FC236}">
                        <a16:creationId xmlns:a16="http://schemas.microsoft.com/office/drawing/2014/main" id="{85BFF772-B3A6-F548-BDE0-8AEB95F33FBE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24" name="Freeform 523">
                      <a:extLst>
                        <a:ext uri="{FF2B5EF4-FFF2-40B4-BE49-F238E27FC236}">
                          <a16:creationId xmlns:a16="http://schemas.microsoft.com/office/drawing/2014/main" id="{B37A32DB-8119-5447-A58C-87AD1FDF0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5" name="Freeform 524">
                      <a:extLst>
                        <a:ext uri="{FF2B5EF4-FFF2-40B4-BE49-F238E27FC236}">
                          <a16:creationId xmlns:a16="http://schemas.microsoft.com/office/drawing/2014/main" id="{58EF4D92-6D83-864D-92A9-A126405368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6" name="Freeform 525">
                      <a:extLst>
                        <a:ext uri="{FF2B5EF4-FFF2-40B4-BE49-F238E27FC236}">
                          <a16:creationId xmlns:a16="http://schemas.microsoft.com/office/drawing/2014/main" id="{79E03014-7882-0546-B7FE-50715AB535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27" name="Freeform 526">
                      <a:extLst>
                        <a:ext uri="{FF2B5EF4-FFF2-40B4-BE49-F238E27FC236}">
                          <a16:creationId xmlns:a16="http://schemas.microsoft.com/office/drawing/2014/main" id="{530508B2-B7B9-B347-8151-5F7967C6BE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479" name="Group 478">
                  <a:extLst>
                    <a:ext uri="{FF2B5EF4-FFF2-40B4-BE49-F238E27FC236}">
                      <a16:creationId xmlns:a16="http://schemas.microsoft.com/office/drawing/2014/main" id="{11A03BFE-097D-3B42-AA2B-11FFEA70FF5B}"/>
                    </a:ext>
                  </a:extLst>
                </p:cNvPr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80" name="Freeform 479">
                    <a:extLst>
                      <a:ext uri="{FF2B5EF4-FFF2-40B4-BE49-F238E27FC236}">
                        <a16:creationId xmlns:a16="http://schemas.microsoft.com/office/drawing/2014/main" id="{89B10910-D4AF-3246-860A-25F1D908938B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81" name="Oval 480">
                    <a:extLst>
                      <a:ext uri="{FF2B5EF4-FFF2-40B4-BE49-F238E27FC236}">
                        <a16:creationId xmlns:a16="http://schemas.microsoft.com/office/drawing/2014/main" id="{F9BAB47F-DDD3-BE44-9A9E-FC2F67051936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82" name="Group 481">
                    <a:extLst>
                      <a:ext uri="{FF2B5EF4-FFF2-40B4-BE49-F238E27FC236}">
                        <a16:creationId xmlns:a16="http://schemas.microsoft.com/office/drawing/2014/main" id="{753018A5-48AB-6D40-BB99-E6281192F8DD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83" name="Freeform 482">
                      <a:extLst>
                        <a:ext uri="{FF2B5EF4-FFF2-40B4-BE49-F238E27FC236}">
                          <a16:creationId xmlns:a16="http://schemas.microsoft.com/office/drawing/2014/main" id="{BD7DB5A0-40AC-504F-93F8-89A5617E2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4" name="Freeform 483">
                      <a:extLst>
                        <a:ext uri="{FF2B5EF4-FFF2-40B4-BE49-F238E27FC236}">
                          <a16:creationId xmlns:a16="http://schemas.microsoft.com/office/drawing/2014/main" id="{DBEBB83D-40BF-8849-BAAA-59AB22EA08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5" name="Freeform 484">
                      <a:extLst>
                        <a:ext uri="{FF2B5EF4-FFF2-40B4-BE49-F238E27FC236}">
                          <a16:creationId xmlns:a16="http://schemas.microsoft.com/office/drawing/2014/main" id="{18930CC0-2525-0C49-9555-463122A4F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86" name="Freeform 485">
                      <a:extLst>
                        <a:ext uri="{FF2B5EF4-FFF2-40B4-BE49-F238E27FC236}">
                          <a16:creationId xmlns:a16="http://schemas.microsoft.com/office/drawing/2014/main" id="{0C651989-7B8A-F043-A1B6-F47D8764F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529" name="Group 528">
                  <a:extLst>
                    <a:ext uri="{FF2B5EF4-FFF2-40B4-BE49-F238E27FC236}">
                      <a16:creationId xmlns:a16="http://schemas.microsoft.com/office/drawing/2014/main" id="{DE45D3AB-47E3-364E-81D6-324D69CE101C}"/>
                    </a:ext>
                  </a:extLst>
                </p:cNvPr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0" name="Rectangle 529">
                    <a:extLst>
                      <a:ext uri="{FF2B5EF4-FFF2-40B4-BE49-F238E27FC236}">
                        <a16:creationId xmlns:a16="http://schemas.microsoft.com/office/drawing/2014/main" id="{72425686-3D93-0646-A923-6ADF75485CDC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531" name="Freeform 530">
                    <a:extLst>
                      <a:ext uri="{FF2B5EF4-FFF2-40B4-BE49-F238E27FC236}">
                        <a16:creationId xmlns:a16="http://schemas.microsoft.com/office/drawing/2014/main" id="{6ADFF160-CF04-7049-A6D4-1C789FDD39AE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grpSp>
                <p:nvGrpSpPr>
                  <p:cNvPr id="532" name="Group 531">
                    <a:extLst>
                      <a:ext uri="{FF2B5EF4-FFF2-40B4-BE49-F238E27FC236}">
                        <a16:creationId xmlns:a16="http://schemas.microsoft.com/office/drawing/2014/main" id="{AFDD9D33-8D17-F840-A9A5-3807DD3BA314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3" name="Freeform 532">
                      <a:extLst>
                        <a:ext uri="{FF2B5EF4-FFF2-40B4-BE49-F238E27FC236}">
                          <a16:creationId xmlns:a16="http://schemas.microsoft.com/office/drawing/2014/main" id="{3AF3452D-972F-6944-8123-ECA428878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4" name="Freeform 533">
                      <a:extLst>
                        <a:ext uri="{FF2B5EF4-FFF2-40B4-BE49-F238E27FC236}">
                          <a16:creationId xmlns:a16="http://schemas.microsoft.com/office/drawing/2014/main" id="{BA43E42C-CD9B-1744-BEEC-9E664114AC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5" name="Freeform 534">
                      <a:extLst>
                        <a:ext uri="{FF2B5EF4-FFF2-40B4-BE49-F238E27FC236}">
                          <a16:creationId xmlns:a16="http://schemas.microsoft.com/office/drawing/2014/main" id="{42EF7BB0-4257-F646-805E-AFBA92B62F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536" name="Freeform 535">
                      <a:extLst>
                        <a:ext uri="{FF2B5EF4-FFF2-40B4-BE49-F238E27FC236}">
                          <a16:creationId xmlns:a16="http://schemas.microsoft.com/office/drawing/2014/main" id="{95AEC175-56C0-C14B-9DC5-693400B12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grpSp>
              <p:nvGrpSpPr>
                <p:cNvPr id="463" name="Group 462">
                  <a:extLst>
                    <a:ext uri="{FF2B5EF4-FFF2-40B4-BE49-F238E27FC236}">
                      <a16:creationId xmlns:a16="http://schemas.microsoft.com/office/drawing/2014/main" id="{A8C4B740-B92E-8942-8EF4-347710C32F2C}"/>
                    </a:ext>
                  </a:extLst>
                </p:cNvPr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464" name="Freeform 463">
                    <a:extLst>
                      <a:ext uri="{FF2B5EF4-FFF2-40B4-BE49-F238E27FC236}">
                        <a16:creationId xmlns:a16="http://schemas.microsoft.com/office/drawing/2014/main" id="{71A9C1C2-E4A0-D74C-8C05-2AD307E7B3ED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     </a:t>
                    </a:r>
                  </a:p>
                </p:txBody>
              </p:sp>
              <p:sp>
                <p:nvSpPr>
                  <p:cNvPr id="465" name="Oval 464">
                    <a:extLst>
                      <a:ext uri="{FF2B5EF4-FFF2-40B4-BE49-F238E27FC236}">
                        <a16:creationId xmlns:a16="http://schemas.microsoft.com/office/drawing/2014/main" id="{0F366A03-D9E7-9F45-99D3-1CAC10EE2C74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50" dirty="0"/>
                      <a:t>              </a:t>
                    </a:r>
                  </a:p>
                </p:txBody>
              </p:sp>
              <p:grpSp>
                <p:nvGrpSpPr>
                  <p:cNvPr id="466" name="Group 465">
                    <a:extLst>
                      <a:ext uri="{FF2B5EF4-FFF2-40B4-BE49-F238E27FC236}">
                        <a16:creationId xmlns:a16="http://schemas.microsoft.com/office/drawing/2014/main" id="{10CB8A50-A713-2549-9F44-B792D2C30CA4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467" name="Freeform 466">
                      <a:extLst>
                        <a:ext uri="{FF2B5EF4-FFF2-40B4-BE49-F238E27FC236}">
                          <a16:creationId xmlns:a16="http://schemas.microsoft.com/office/drawing/2014/main" id="{DC4E3153-8354-1145-82FC-C287EF5FE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68" name="Freeform 467">
                      <a:extLst>
                        <a:ext uri="{FF2B5EF4-FFF2-40B4-BE49-F238E27FC236}">
                          <a16:creationId xmlns:a16="http://schemas.microsoft.com/office/drawing/2014/main" id="{99B3C81B-87BA-1A4F-BCAD-DF0EF9C58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69" name="Freeform 468">
                      <a:extLst>
                        <a:ext uri="{FF2B5EF4-FFF2-40B4-BE49-F238E27FC236}">
                          <a16:creationId xmlns:a16="http://schemas.microsoft.com/office/drawing/2014/main" id="{DEEA64E4-A29A-E742-B32E-C111E6BF42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470" name="Freeform 469">
                      <a:extLst>
                        <a:ext uri="{FF2B5EF4-FFF2-40B4-BE49-F238E27FC236}">
                          <a16:creationId xmlns:a16="http://schemas.microsoft.com/office/drawing/2014/main" id="{43676372-2E7B-9445-80AD-B31686FE67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/>
                    </a:p>
                  </p:txBody>
                </p:sp>
              </p:grpSp>
            </p:grpSp>
            <p:pic>
              <p:nvPicPr>
                <p:cNvPr id="146" name="Picture 1065" descr="antenna_stylized">
                  <a:extLst>
                    <a:ext uri="{FF2B5EF4-FFF2-40B4-BE49-F238E27FC236}">
                      <a16:creationId xmlns:a16="http://schemas.microsoft.com/office/drawing/2014/main" id="{EC1E8FF9-A5AB-904A-91B8-DF49382605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97" name="Picture 1065" descr="antenna_stylized">
                  <a:extLst>
                    <a:ext uri="{FF2B5EF4-FFF2-40B4-BE49-F238E27FC236}">
                      <a16:creationId xmlns:a16="http://schemas.microsoft.com/office/drawing/2014/main" id="{87938519-94DB-D545-A29A-7EDE5E412B2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6A6CC5-7ABD-A145-ADF0-F2AD445BC11E}"/>
                </a:ext>
              </a:extLst>
            </p:cNvPr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447" name="Group 446">
                <a:extLst>
                  <a:ext uri="{FF2B5EF4-FFF2-40B4-BE49-F238E27FC236}">
                    <a16:creationId xmlns:a16="http://schemas.microsoft.com/office/drawing/2014/main" id="{314E0C43-2359-9440-BEF9-9E1924BED605}"/>
                  </a:ext>
                </a:extLst>
              </p:cNvPr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448" name="Freeform 447">
                  <a:extLst>
                    <a:ext uri="{FF2B5EF4-FFF2-40B4-BE49-F238E27FC236}">
                      <a16:creationId xmlns:a16="http://schemas.microsoft.com/office/drawing/2014/main" id="{9737FFD7-2DCB-A148-A405-977351501C2B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9739DB09-38E5-A347-93BF-13C80AD8453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450" name="Group 449">
                  <a:extLst>
                    <a:ext uri="{FF2B5EF4-FFF2-40B4-BE49-F238E27FC236}">
                      <a16:creationId xmlns:a16="http://schemas.microsoft.com/office/drawing/2014/main" id="{04079280-378E-384D-9681-BF41B82BF6CB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1" name="Freeform 450">
                    <a:extLst>
                      <a:ext uri="{FF2B5EF4-FFF2-40B4-BE49-F238E27FC236}">
                        <a16:creationId xmlns:a16="http://schemas.microsoft.com/office/drawing/2014/main" id="{914AA044-3657-1448-A5E9-2F003DC03F6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2" name="Freeform 451">
                    <a:extLst>
                      <a:ext uri="{FF2B5EF4-FFF2-40B4-BE49-F238E27FC236}">
                        <a16:creationId xmlns:a16="http://schemas.microsoft.com/office/drawing/2014/main" id="{29FDF0B8-7E9A-1F4D-8C99-CE1C68A134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3" name="Freeform 452">
                    <a:extLst>
                      <a:ext uri="{FF2B5EF4-FFF2-40B4-BE49-F238E27FC236}">
                        <a16:creationId xmlns:a16="http://schemas.microsoft.com/office/drawing/2014/main" id="{49A96193-2E73-4C43-843C-2C8C4DCEE47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454" name="Freeform 453">
                    <a:extLst>
                      <a:ext uri="{FF2B5EF4-FFF2-40B4-BE49-F238E27FC236}">
                        <a16:creationId xmlns:a16="http://schemas.microsoft.com/office/drawing/2014/main" id="{F5358318-953E-E249-9021-E0B5DF66E3B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4D09F97-D3D9-764B-B75B-ED7B4816D5B9}"/>
              </a:ext>
            </a:extLst>
          </p:cNvPr>
          <p:cNvGrpSpPr/>
          <p:nvPr/>
        </p:nvGrpSpPr>
        <p:grpSpPr>
          <a:xfrm>
            <a:off x="6521184" y="1276963"/>
            <a:ext cx="1994166" cy="2123580"/>
            <a:chOff x="17449127" y="2067553"/>
            <a:chExt cx="2658888" cy="2831440"/>
          </a:xfrm>
        </p:grpSpPr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67287325-A3CF-3F47-9A8A-8C7EE2AD7C46}"/>
                </a:ext>
              </a:extLst>
            </p:cNvPr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11" name="Oval 610">
              <a:extLst>
                <a:ext uri="{FF2B5EF4-FFF2-40B4-BE49-F238E27FC236}">
                  <a16:creationId xmlns:a16="http://schemas.microsoft.com/office/drawing/2014/main" id="{D09BD5F5-1EE1-7744-94DF-5BEAED02584D}"/>
                </a:ext>
              </a:extLst>
            </p:cNvPr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5" name="Freeform 4">
            <a:extLst>
              <a:ext uri="{FF2B5EF4-FFF2-40B4-BE49-F238E27FC236}">
                <a16:creationId xmlns:a16="http://schemas.microsoft.com/office/drawing/2014/main" id="{22D8BA93-CE35-C54A-BCA8-174D5BBE10D2}"/>
              </a:ext>
            </a:extLst>
          </p:cNvPr>
          <p:cNvSpPr/>
          <p:nvPr/>
        </p:nvSpPr>
        <p:spPr>
          <a:xfrm>
            <a:off x="5368159" y="1143000"/>
            <a:ext cx="3413234" cy="3673366"/>
          </a:xfrm>
          <a:custGeom>
            <a:avLst/>
            <a:gdLst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713187 w 4656083"/>
              <a:gd name="connsiteY6" fmla="*/ 3100551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438400 w 4656083"/>
              <a:gd name="connsiteY4" fmla="*/ 1471447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438400 w 4656083"/>
              <a:gd name="connsiteY4" fmla="*/ 1471447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126410 w 4656369"/>
              <a:gd name="connsiteY0" fmla="*/ 234571 h 4953715"/>
              <a:gd name="connsiteX1" fmla="*/ 286 w 4656369"/>
              <a:gd name="connsiteY1" fmla="*/ 13853 h 4953715"/>
              <a:gd name="connsiteX2" fmla="*/ 94879 w 4656369"/>
              <a:gd name="connsiteY2" fmla="*/ 24363 h 4953715"/>
              <a:gd name="connsiteX3" fmla="*/ 2375624 w 4656369"/>
              <a:gd name="connsiteY3" fmla="*/ 55894 h 4953715"/>
              <a:gd name="connsiteX4" fmla="*/ 2438686 w 4656369"/>
              <a:gd name="connsiteY4" fmla="*/ 1485300 h 4953715"/>
              <a:gd name="connsiteX5" fmla="*/ 1692452 w 4656369"/>
              <a:gd name="connsiteY5" fmla="*/ 1937246 h 4953715"/>
              <a:gd name="connsiteX6" fmla="*/ 1555817 w 4656369"/>
              <a:gd name="connsiteY6" fmla="*/ 2483783 h 4953715"/>
              <a:gd name="connsiteX7" fmla="*/ 3132369 w 4656369"/>
              <a:gd name="connsiteY7" fmla="*/ 3103894 h 4953715"/>
              <a:gd name="connsiteX8" fmla="*/ 3605335 w 4656369"/>
              <a:gd name="connsiteY8" fmla="*/ 2883177 h 4953715"/>
              <a:gd name="connsiteX9" fmla="*/ 3805031 w 4656369"/>
              <a:gd name="connsiteY9" fmla="*/ 2609907 h 4953715"/>
              <a:gd name="connsiteX10" fmla="*/ 3826052 w 4656369"/>
              <a:gd name="connsiteY10" fmla="*/ 2273577 h 4953715"/>
              <a:gd name="connsiteX11" fmla="*/ 3784011 w 4656369"/>
              <a:gd name="connsiteY11" fmla="*/ 2073880 h 4953715"/>
              <a:gd name="connsiteX12" fmla="*/ 3689417 w 4656369"/>
              <a:gd name="connsiteY12" fmla="*/ 1895204 h 4953715"/>
              <a:gd name="connsiteX13" fmla="*/ 3447679 w 4656369"/>
              <a:gd name="connsiteY13" fmla="*/ 1737549 h 4953715"/>
              <a:gd name="connsiteX14" fmla="*/ 4498714 w 4656369"/>
              <a:gd name="connsiteY14" fmla="*/ 1600915 h 4953715"/>
              <a:gd name="connsiteX15" fmla="*/ 4656369 w 4656369"/>
              <a:gd name="connsiteY15" fmla="*/ 2935728 h 4953715"/>
              <a:gd name="connsiteX16" fmla="*/ 4509224 w 4656369"/>
              <a:gd name="connsiteY16" fmla="*/ 4575342 h 4953715"/>
              <a:gd name="connsiteX17" fmla="*/ 3500231 w 4656369"/>
              <a:gd name="connsiteY17" fmla="*/ 4953715 h 4953715"/>
              <a:gd name="connsiteX18" fmla="*/ 105390 w 4656369"/>
              <a:gd name="connsiteY18" fmla="*/ 4911673 h 4953715"/>
              <a:gd name="connsiteX19" fmla="*/ 126410 w 4656369"/>
              <a:gd name="connsiteY19" fmla="*/ 234571 h 4953715"/>
              <a:gd name="connsiteX0" fmla="*/ 190699 w 4720658"/>
              <a:gd name="connsiteY0" fmla="*/ 417353 h 5136497"/>
              <a:gd name="connsiteX1" fmla="*/ 159168 w 4720658"/>
              <a:gd name="connsiteY1" fmla="*/ 207145 h 5136497"/>
              <a:gd name="connsiteX2" fmla="*/ 2439913 w 4720658"/>
              <a:gd name="connsiteY2" fmla="*/ 238676 h 5136497"/>
              <a:gd name="connsiteX3" fmla="*/ 2502975 w 4720658"/>
              <a:gd name="connsiteY3" fmla="*/ 1668082 h 5136497"/>
              <a:gd name="connsiteX4" fmla="*/ 1756741 w 4720658"/>
              <a:gd name="connsiteY4" fmla="*/ 2120028 h 5136497"/>
              <a:gd name="connsiteX5" fmla="*/ 1620106 w 4720658"/>
              <a:gd name="connsiteY5" fmla="*/ 2666565 h 5136497"/>
              <a:gd name="connsiteX6" fmla="*/ 3196658 w 4720658"/>
              <a:gd name="connsiteY6" fmla="*/ 3286676 h 5136497"/>
              <a:gd name="connsiteX7" fmla="*/ 3669624 w 4720658"/>
              <a:gd name="connsiteY7" fmla="*/ 3065959 h 5136497"/>
              <a:gd name="connsiteX8" fmla="*/ 3869320 w 4720658"/>
              <a:gd name="connsiteY8" fmla="*/ 2792689 h 5136497"/>
              <a:gd name="connsiteX9" fmla="*/ 3890341 w 4720658"/>
              <a:gd name="connsiteY9" fmla="*/ 2456359 h 5136497"/>
              <a:gd name="connsiteX10" fmla="*/ 3848300 w 4720658"/>
              <a:gd name="connsiteY10" fmla="*/ 2256662 h 5136497"/>
              <a:gd name="connsiteX11" fmla="*/ 3753706 w 4720658"/>
              <a:gd name="connsiteY11" fmla="*/ 2077986 h 5136497"/>
              <a:gd name="connsiteX12" fmla="*/ 3511968 w 4720658"/>
              <a:gd name="connsiteY12" fmla="*/ 1920331 h 5136497"/>
              <a:gd name="connsiteX13" fmla="*/ 4563003 w 4720658"/>
              <a:gd name="connsiteY13" fmla="*/ 1783697 h 5136497"/>
              <a:gd name="connsiteX14" fmla="*/ 4720658 w 4720658"/>
              <a:gd name="connsiteY14" fmla="*/ 3118510 h 5136497"/>
              <a:gd name="connsiteX15" fmla="*/ 4573513 w 4720658"/>
              <a:gd name="connsiteY15" fmla="*/ 4758124 h 5136497"/>
              <a:gd name="connsiteX16" fmla="*/ 3564520 w 4720658"/>
              <a:gd name="connsiteY16" fmla="*/ 5136497 h 5136497"/>
              <a:gd name="connsiteX17" fmla="*/ 169679 w 4720658"/>
              <a:gd name="connsiteY17" fmla="*/ 5094455 h 5136497"/>
              <a:gd name="connsiteX18" fmla="*/ 190699 w 4720658"/>
              <a:gd name="connsiteY18" fmla="*/ 417353 h 5136497"/>
              <a:gd name="connsiteX0" fmla="*/ 21020 w 4550979"/>
              <a:gd name="connsiteY0" fmla="*/ 476180 h 5195324"/>
              <a:gd name="connsiteX1" fmla="*/ 2270234 w 4550979"/>
              <a:gd name="connsiteY1" fmla="*/ 297503 h 5195324"/>
              <a:gd name="connsiteX2" fmla="*/ 2333296 w 4550979"/>
              <a:gd name="connsiteY2" fmla="*/ 1726909 h 5195324"/>
              <a:gd name="connsiteX3" fmla="*/ 1587062 w 4550979"/>
              <a:gd name="connsiteY3" fmla="*/ 2178855 h 5195324"/>
              <a:gd name="connsiteX4" fmla="*/ 1450427 w 4550979"/>
              <a:gd name="connsiteY4" fmla="*/ 2725392 h 5195324"/>
              <a:gd name="connsiteX5" fmla="*/ 3026979 w 4550979"/>
              <a:gd name="connsiteY5" fmla="*/ 3345503 h 5195324"/>
              <a:gd name="connsiteX6" fmla="*/ 3499945 w 4550979"/>
              <a:gd name="connsiteY6" fmla="*/ 3124786 h 5195324"/>
              <a:gd name="connsiteX7" fmla="*/ 3699641 w 4550979"/>
              <a:gd name="connsiteY7" fmla="*/ 2851516 h 5195324"/>
              <a:gd name="connsiteX8" fmla="*/ 3720662 w 4550979"/>
              <a:gd name="connsiteY8" fmla="*/ 2515186 h 5195324"/>
              <a:gd name="connsiteX9" fmla="*/ 3678621 w 4550979"/>
              <a:gd name="connsiteY9" fmla="*/ 2315489 h 5195324"/>
              <a:gd name="connsiteX10" fmla="*/ 3584027 w 4550979"/>
              <a:gd name="connsiteY10" fmla="*/ 2136813 h 5195324"/>
              <a:gd name="connsiteX11" fmla="*/ 3342289 w 4550979"/>
              <a:gd name="connsiteY11" fmla="*/ 1979158 h 5195324"/>
              <a:gd name="connsiteX12" fmla="*/ 4393324 w 4550979"/>
              <a:gd name="connsiteY12" fmla="*/ 1842524 h 5195324"/>
              <a:gd name="connsiteX13" fmla="*/ 4550979 w 4550979"/>
              <a:gd name="connsiteY13" fmla="*/ 3177337 h 5195324"/>
              <a:gd name="connsiteX14" fmla="*/ 4403834 w 4550979"/>
              <a:gd name="connsiteY14" fmla="*/ 4816951 h 5195324"/>
              <a:gd name="connsiteX15" fmla="*/ 3394841 w 4550979"/>
              <a:gd name="connsiteY15" fmla="*/ 5195324 h 5195324"/>
              <a:gd name="connsiteX16" fmla="*/ 0 w 4550979"/>
              <a:gd name="connsiteY16" fmla="*/ 5153282 h 5195324"/>
              <a:gd name="connsiteX17" fmla="*/ 21020 w 4550979"/>
              <a:gd name="connsiteY17" fmla="*/ 476180 h 5195324"/>
              <a:gd name="connsiteX0" fmla="*/ 21020 w 4550979"/>
              <a:gd name="connsiteY0" fmla="*/ 258442 h 4977586"/>
              <a:gd name="connsiteX1" fmla="*/ 2270234 w 4550979"/>
              <a:gd name="connsiteY1" fmla="*/ 79765 h 4977586"/>
              <a:gd name="connsiteX2" fmla="*/ 2333296 w 4550979"/>
              <a:gd name="connsiteY2" fmla="*/ 1509171 h 4977586"/>
              <a:gd name="connsiteX3" fmla="*/ 1587062 w 4550979"/>
              <a:gd name="connsiteY3" fmla="*/ 1961117 h 4977586"/>
              <a:gd name="connsiteX4" fmla="*/ 1450427 w 4550979"/>
              <a:gd name="connsiteY4" fmla="*/ 2507654 h 4977586"/>
              <a:gd name="connsiteX5" fmla="*/ 3026979 w 4550979"/>
              <a:gd name="connsiteY5" fmla="*/ 3127765 h 4977586"/>
              <a:gd name="connsiteX6" fmla="*/ 3499945 w 4550979"/>
              <a:gd name="connsiteY6" fmla="*/ 2907048 h 4977586"/>
              <a:gd name="connsiteX7" fmla="*/ 3699641 w 4550979"/>
              <a:gd name="connsiteY7" fmla="*/ 2633778 h 4977586"/>
              <a:gd name="connsiteX8" fmla="*/ 3720662 w 4550979"/>
              <a:gd name="connsiteY8" fmla="*/ 2297448 h 4977586"/>
              <a:gd name="connsiteX9" fmla="*/ 3678621 w 4550979"/>
              <a:gd name="connsiteY9" fmla="*/ 2097751 h 4977586"/>
              <a:gd name="connsiteX10" fmla="*/ 3584027 w 4550979"/>
              <a:gd name="connsiteY10" fmla="*/ 1919075 h 4977586"/>
              <a:gd name="connsiteX11" fmla="*/ 3342289 w 4550979"/>
              <a:gd name="connsiteY11" fmla="*/ 1761420 h 4977586"/>
              <a:gd name="connsiteX12" fmla="*/ 4393324 w 4550979"/>
              <a:gd name="connsiteY12" fmla="*/ 1624786 h 4977586"/>
              <a:gd name="connsiteX13" fmla="*/ 4550979 w 4550979"/>
              <a:gd name="connsiteY13" fmla="*/ 2959599 h 4977586"/>
              <a:gd name="connsiteX14" fmla="*/ 4403834 w 4550979"/>
              <a:gd name="connsiteY14" fmla="*/ 4599213 h 4977586"/>
              <a:gd name="connsiteX15" fmla="*/ 3394841 w 4550979"/>
              <a:gd name="connsiteY15" fmla="*/ 4977586 h 4977586"/>
              <a:gd name="connsiteX16" fmla="*/ 0 w 4550979"/>
              <a:gd name="connsiteY16" fmla="*/ 4935544 h 4977586"/>
              <a:gd name="connsiteX17" fmla="*/ 21020 w 4550979"/>
              <a:gd name="connsiteY17" fmla="*/ 258442 h 4977586"/>
              <a:gd name="connsiteX0" fmla="*/ 21020 w 4550979"/>
              <a:gd name="connsiteY0" fmla="*/ 178677 h 4897821"/>
              <a:gd name="connsiteX1" fmla="*/ 2270234 w 4550979"/>
              <a:gd name="connsiteY1" fmla="*/ 0 h 4897821"/>
              <a:gd name="connsiteX2" fmla="*/ 2333296 w 4550979"/>
              <a:gd name="connsiteY2" fmla="*/ 1429406 h 4897821"/>
              <a:gd name="connsiteX3" fmla="*/ 1587062 w 4550979"/>
              <a:gd name="connsiteY3" fmla="*/ 1881352 h 4897821"/>
              <a:gd name="connsiteX4" fmla="*/ 1450427 w 4550979"/>
              <a:gd name="connsiteY4" fmla="*/ 2427889 h 4897821"/>
              <a:gd name="connsiteX5" fmla="*/ 3026979 w 4550979"/>
              <a:gd name="connsiteY5" fmla="*/ 3048000 h 4897821"/>
              <a:gd name="connsiteX6" fmla="*/ 3499945 w 4550979"/>
              <a:gd name="connsiteY6" fmla="*/ 2827283 h 4897821"/>
              <a:gd name="connsiteX7" fmla="*/ 3699641 w 4550979"/>
              <a:gd name="connsiteY7" fmla="*/ 2554013 h 4897821"/>
              <a:gd name="connsiteX8" fmla="*/ 3720662 w 4550979"/>
              <a:gd name="connsiteY8" fmla="*/ 2217683 h 4897821"/>
              <a:gd name="connsiteX9" fmla="*/ 3678621 w 4550979"/>
              <a:gd name="connsiteY9" fmla="*/ 2017986 h 4897821"/>
              <a:gd name="connsiteX10" fmla="*/ 3584027 w 4550979"/>
              <a:gd name="connsiteY10" fmla="*/ 1839310 h 4897821"/>
              <a:gd name="connsiteX11" fmla="*/ 3342289 w 4550979"/>
              <a:gd name="connsiteY11" fmla="*/ 1681655 h 4897821"/>
              <a:gd name="connsiteX12" fmla="*/ 4393324 w 4550979"/>
              <a:gd name="connsiteY12" fmla="*/ 1545021 h 4897821"/>
              <a:gd name="connsiteX13" fmla="*/ 4550979 w 4550979"/>
              <a:gd name="connsiteY13" fmla="*/ 2879834 h 4897821"/>
              <a:gd name="connsiteX14" fmla="*/ 4403834 w 4550979"/>
              <a:gd name="connsiteY14" fmla="*/ 4519448 h 4897821"/>
              <a:gd name="connsiteX15" fmla="*/ 3394841 w 4550979"/>
              <a:gd name="connsiteY15" fmla="*/ 4897821 h 4897821"/>
              <a:gd name="connsiteX16" fmla="*/ 0 w 4550979"/>
              <a:gd name="connsiteY16" fmla="*/ 4855779 h 4897821"/>
              <a:gd name="connsiteX17" fmla="*/ 21020 w 4550979"/>
              <a:gd name="connsiteY17" fmla="*/ 178677 h 489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550979" h="4897821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312276" y="3139089"/>
                  <a:pt x="3026979" y="3048000"/>
                </a:cubicBezTo>
                <a:lnTo>
                  <a:pt x="3499945" y="2827283"/>
                </a:ln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44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67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Two key network-core functions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2F2407-C642-7348-A8D7-43AB1BBE8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9401" y="1886179"/>
            <a:ext cx="2197958" cy="2297449"/>
          </a:xfrm>
        </p:spPr>
        <p:txBody>
          <a:bodyPr>
            <a:normAutofit fontScale="55000" lnSpcReduction="20000"/>
          </a:bodyPr>
          <a:lstStyle/>
          <a:p>
            <a:pPr marL="97631" indent="0">
              <a:buNone/>
            </a:pPr>
            <a:r>
              <a:rPr lang="en-US" altLang="en-US" sz="225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Forwarding</a:t>
            </a:r>
            <a:r>
              <a:rPr lang="en-US" altLang="en-US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local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action: move arriving packets from router’</a:t>
            </a:r>
            <a:r>
              <a:rPr lang="en-US" altLang="ja-JP" dirty="0">
                <a:ea typeface="ＭＳ Ｐゴシック" panose="020B0600070205080204" pitchFamily="34" charset="-128"/>
              </a:rPr>
              <a:t>s input link to appropriate router output link</a:t>
            </a:r>
          </a:p>
          <a:p>
            <a:endParaRPr lang="en-US" dirty="0"/>
          </a:p>
        </p:txBody>
      </p:sp>
      <p:sp>
        <p:nvSpPr>
          <p:cNvPr id="555" name="Freeform 2">
            <a:extLst>
              <a:ext uri="{FF2B5EF4-FFF2-40B4-BE49-F238E27FC236}">
                <a16:creationId xmlns:a16="http://schemas.microsoft.com/office/drawing/2014/main" id="{FF2E779B-19C4-C84C-AF23-86A160C7809A}"/>
              </a:ext>
            </a:extLst>
          </p:cNvPr>
          <p:cNvSpPr>
            <a:spLocks/>
          </p:cNvSpPr>
          <p:nvPr/>
        </p:nvSpPr>
        <p:spPr bwMode="auto">
          <a:xfrm>
            <a:off x="3754540" y="3188421"/>
            <a:ext cx="2136653" cy="1110680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6" name="Freeform 6">
            <a:extLst>
              <a:ext uri="{FF2B5EF4-FFF2-40B4-BE49-F238E27FC236}">
                <a16:creationId xmlns:a16="http://schemas.microsoft.com/office/drawing/2014/main" id="{EADD15B8-1F38-C144-B4FC-77401AC13A48}"/>
              </a:ext>
            </a:extLst>
          </p:cNvPr>
          <p:cNvSpPr>
            <a:spLocks/>
          </p:cNvSpPr>
          <p:nvPr/>
        </p:nvSpPr>
        <p:spPr bwMode="auto">
          <a:xfrm>
            <a:off x="4233320" y="3415795"/>
            <a:ext cx="407322" cy="221422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3" name="Freeform 91">
            <a:extLst>
              <a:ext uri="{FF2B5EF4-FFF2-40B4-BE49-F238E27FC236}">
                <a16:creationId xmlns:a16="http://schemas.microsoft.com/office/drawing/2014/main" id="{B3932AB8-93E3-2F43-A748-0726EC875A6F}"/>
              </a:ext>
            </a:extLst>
          </p:cNvPr>
          <p:cNvSpPr>
            <a:spLocks/>
          </p:cNvSpPr>
          <p:nvPr/>
        </p:nvSpPr>
        <p:spPr bwMode="auto">
          <a:xfrm>
            <a:off x="5014616" y="3411034"/>
            <a:ext cx="378738" cy="230945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4" name="Freeform 92">
            <a:extLst>
              <a:ext uri="{FF2B5EF4-FFF2-40B4-BE49-F238E27FC236}">
                <a16:creationId xmlns:a16="http://schemas.microsoft.com/office/drawing/2014/main" id="{86645581-8A95-834A-BD17-26E6EFA5E421}"/>
              </a:ext>
            </a:extLst>
          </p:cNvPr>
          <p:cNvSpPr>
            <a:spLocks/>
          </p:cNvSpPr>
          <p:nvPr/>
        </p:nvSpPr>
        <p:spPr bwMode="auto">
          <a:xfrm>
            <a:off x="4215455" y="3705071"/>
            <a:ext cx="360873" cy="178566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5" name="Freeform 93">
            <a:extLst>
              <a:ext uri="{FF2B5EF4-FFF2-40B4-BE49-F238E27FC236}">
                <a16:creationId xmlns:a16="http://schemas.microsoft.com/office/drawing/2014/main" id="{D6C52C6F-55EC-4B4B-8EE6-502A2CA3B84C}"/>
              </a:ext>
            </a:extLst>
          </p:cNvPr>
          <p:cNvSpPr>
            <a:spLocks/>
          </p:cNvSpPr>
          <p:nvPr/>
        </p:nvSpPr>
        <p:spPr bwMode="auto">
          <a:xfrm>
            <a:off x="4926482" y="3687215"/>
            <a:ext cx="471636" cy="185708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6" name="Freeform 94">
            <a:extLst>
              <a:ext uri="{FF2B5EF4-FFF2-40B4-BE49-F238E27FC236}">
                <a16:creationId xmlns:a16="http://schemas.microsoft.com/office/drawing/2014/main" id="{EF2A04CC-2036-2147-BE92-5D723E966AB5}"/>
              </a:ext>
            </a:extLst>
          </p:cNvPr>
          <p:cNvSpPr>
            <a:spLocks/>
          </p:cNvSpPr>
          <p:nvPr/>
        </p:nvSpPr>
        <p:spPr bwMode="auto">
          <a:xfrm>
            <a:off x="5426702" y="3727690"/>
            <a:ext cx="154830" cy="38094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7" name="Freeform 95">
            <a:extLst>
              <a:ext uri="{FF2B5EF4-FFF2-40B4-BE49-F238E27FC236}">
                <a16:creationId xmlns:a16="http://schemas.microsoft.com/office/drawing/2014/main" id="{1357444A-5412-B441-B7F1-0ABDD8FDCB19}"/>
              </a:ext>
            </a:extLst>
          </p:cNvPr>
          <p:cNvSpPr>
            <a:spLocks/>
          </p:cNvSpPr>
          <p:nvPr/>
        </p:nvSpPr>
        <p:spPr bwMode="auto">
          <a:xfrm>
            <a:off x="4500104" y="4127677"/>
            <a:ext cx="552624" cy="5595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8" name="Freeform 96">
            <a:extLst>
              <a:ext uri="{FF2B5EF4-FFF2-40B4-BE49-F238E27FC236}">
                <a16:creationId xmlns:a16="http://schemas.microsoft.com/office/drawing/2014/main" id="{59D740AB-C1B4-2849-8B9D-6AEF697D0749}"/>
              </a:ext>
            </a:extLst>
          </p:cNvPr>
          <p:cNvSpPr>
            <a:spLocks/>
          </p:cNvSpPr>
          <p:nvPr/>
        </p:nvSpPr>
        <p:spPr bwMode="auto">
          <a:xfrm>
            <a:off x="4097546" y="3722929"/>
            <a:ext cx="145302" cy="319037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9" name="Text Box 100">
            <a:extLst>
              <a:ext uri="{FF2B5EF4-FFF2-40B4-BE49-F238E27FC236}">
                <a16:creationId xmlns:a16="http://schemas.microsoft.com/office/drawing/2014/main" id="{D9EBBE7F-1AC1-DD49-9B12-0321B6BF1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721" y="3355060"/>
            <a:ext cx="28084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70" name="Text Box 101">
            <a:extLst>
              <a:ext uri="{FF2B5EF4-FFF2-40B4-BE49-F238E27FC236}">
                <a16:creationId xmlns:a16="http://schemas.microsoft.com/office/drawing/2014/main" id="{559FA9C3-4C06-B748-9497-463EDB81D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8284" y="3665754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71" name="Text Box 102">
            <a:extLst>
              <a:ext uri="{FF2B5EF4-FFF2-40B4-BE49-F238E27FC236}">
                <a16:creationId xmlns:a16="http://schemas.microsoft.com/office/drawing/2014/main" id="{3BBE9A1F-C0AA-2543-AF24-2DA796ADE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157" y="372051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</a:rPr>
              <a:t>3</a:t>
            </a:r>
          </a:p>
        </p:txBody>
      </p:sp>
      <p:grpSp>
        <p:nvGrpSpPr>
          <p:cNvPr id="572" name="Group 1">
            <a:extLst>
              <a:ext uri="{FF2B5EF4-FFF2-40B4-BE49-F238E27FC236}">
                <a16:creationId xmlns:a16="http://schemas.microsoft.com/office/drawing/2014/main" id="{1DD5DCC4-02E2-1649-B2A3-9D4E0A262108}"/>
              </a:ext>
            </a:extLst>
          </p:cNvPr>
          <p:cNvGrpSpPr>
            <a:grpSpLocks/>
          </p:cNvGrpSpPr>
          <p:nvPr/>
        </p:nvGrpSpPr>
        <p:grpSpPr bwMode="auto">
          <a:xfrm rot="19587632">
            <a:off x="2816769" y="4026282"/>
            <a:ext cx="1085330" cy="230832"/>
            <a:chOff x="2437928" y="4567629"/>
            <a:chExt cx="1446652" cy="307824"/>
          </a:xfrm>
        </p:grpSpPr>
        <p:sp>
          <p:nvSpPr>
            <p:cNvPr id="623" name="Rectangle 98">
              <a:extLst>
                <a:ext uri="{FF2B5EF4-FFF2-40B4-BE49-F238E27FC236}">
                  <a16:creationId xmlns:a16="http://schemas.microsoft.com/office/drawing/2014/main" id="{DAED8E30-7EFF-5D47-A9D9-1395C15AC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7928" y="4606491"/>
              <a:ext cx="1147455" cy="23811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24" name="Line 99">
              <a:extLst>
                <a:ext uri="{FF2B5EF4-FFF2-40B4-BE49-F238E27FC236}">
                  <a16:creationId xmlns:a16="http://schemas.microsoft.com/office/drawing/2014/main" id="{3B4DCCB4-358C-2945-BD39-D90CF9D09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2418" y="4739659"/>
              <a:ext cx="422162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25" name="Rectangle 104">
              <a:extLst>
                <a:ext uri="{FF2B5EF4-FFF2-40B4-BE49-F238E27FC236}">
                  <a16:creationId xmlns:a16="http://schemas.microsoft.com/office/drawing/2014/main" id="{509F2DE1-CFB9-584F-9A9E-EBE631DD6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594" y="4610052"/>
              <a:ext cx="426923" cy="23970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26" name="Text Box 105">
              <a:extLst>
                <a:ext uri="{FF2B5EF4-FFF2-40B4-BE49-F238E27FC236}">
                  <a16:creationId xmlns:a16="http://schemas.microsoft.com/office/drawing/2014/main" id="{32BE95A8-E240-0C46-886C-FB19052E1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9934">
              <a:off x="2985927" y="4567629"/>
              <a:ext cx="588010" cy="307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900">
                  <a:solidFill>
                    <a:srgbClr val="000000"/>
                  </a:solidFill>
                </a:rPr>
                <a:t>0111</a:t>
              </a:r>
            </a:p>
          </p:txBody>
        </p:sp>
      </p:grpSp>
      <p:sp>
        <p:nvSpPr>
          <p:cNvPr id="573" name="Text Box 106">
            <a:extLst>
              <a:ext uri="{FF2B5EF4-FFF2-40B4-BE49-F238E27FC236}">
                <a16:creationId xmlns:a16="http://schemas.microsoft.com/office/drawing/2014/main" id="{6C2D30C9-C124-A14F-8E31-BC5CBF38E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163" y="4527600"/>
            <a:ext cx="22204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destination address in arriving</a:t>
            </a:r>
          </a:p>
          <a:p>
            <a:pPr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p</a:t>
            </a:r>
            <a:r>
              <a:rPr lang="en-US" altLang="en-US" sz="1200" dirty="0" err="1">
                <a:solidFill>
                  <a:srgbClr val="000000"/>
                </a:solidFill>
                <a:latin typeface="+mn-lt"/>
              </a:rPr>
              <a:t>acket</a:t>
            </a: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’</a:t>
            </a:r>
            <a:r>
              <a:rPr lang="en-US" altLang="ja-JP" sz="1200" dirty="0">
                <a:solidFill>
                  <a:srgbClr val="000000"/>
                </a:solidFill>
                <a:latin typeface="+mn-lt"/>
              </a:rPr>
              <a:t>s header</a:t>
            </a:r>
            <a:endParaRPr lang="en-US" altLang="en-US" sz="1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74" name="Line 107">
            <a:extLst>
              <a:ext uri="{FF2B5EF4-FFF2-40B4-BE49-F238E27FC236}">
                <a16:creationId xmlns:a16="http://schemas.microsoft.com/office/drawing/2014/main" id="{072205A6-9619-2641-B84D-F2DB72368D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3773" y="3647897"/>
            <a:ext cx="1056134" cy="6856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75" name="Line 119">
            <a:extLst>
              <a:ext uri="{FF2B5EF4-FFF2-40B4-BE49-F238E27FC236}">
                <a16:creationId xmlns:a16="http://schemas.microsoft.com/office/drawing/2014/main" id="{0B740026-EAE0-0240-86EC-A55B416CB5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5443" y="4216960"/>
            <a:ext cx="0" cy="3761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76" name="Freeform 121">
            <a:extLst>
              <a:ext uri="{FF2B5EF4-FFF2-40B4-BE49-F238E27FC236}">
                <a16:creationId xmlns:a16="http://schemas.microsoft.com/office/drawing/2014/main" id="{BA4C9CA2-C4D0-984B-AFE8-C9974B8B23F5}"/>
              </a:ext>
            </a:extLst>
          </p:cNvPr>
          <p:cNvSpPr>
            <a:spLocks/>
          </p:cNvSpPr>
          <p:nvPr/>
        </p:nvSpPr>
        <p:spPr bwMode="auto">
          <a:xfrm flipH="1">
            <a:off x="5516370" y="3307301"/>
            <a:ext cx="433524" cy="278563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77" name="Freeform 122">
            <a:extLst>
              <a:ext uri="{FF2B5EF4-FFF2-40B4-BE49-F238E27FC236}">
                <a16:creationId xmlns:a16="http://schemas.microsoft.com/office/drawing/2014/main" id="{F1A7D39F-695E-5640-85EA-21CF852D3A68}"/>
              </a:ext>
            </a:extLst>
          </p:cNvPr>
          <p:cNvSpPr>
            <a:spLocks/>
          </p:cNvSpPr>
          <p:nvPr/>
        </p:nvSpPr>
        <p:spPr bwMode="auto">
          <a:xfrm flipH="1">
            <a:off x="4766888" y="3057473"/>
            <a:ext cx="433524" cy="278563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78" name="Freeform 123">
            <a:extLst>
              <a:ext uri="{FF2B5EF4-FFF2-40B4-BE49-F238E27FC236}">
                <a16:creationId xmlns:a16="http://schemas.microsoft.com/office/drawing/2014/main" id="{E2E294CE-A2DB-714E-A0AC-422D97395F54}"/>
              </a:ext>
            </a:extLst>
          </p:cNvPr>
          <p:cNvSpPr>
            <a:spLocks/>
          </p:cNvSpPr>
          <p:nvPr/>
        </p:nvSpPr>
        <p:spPr bwMode="auto">
          <a:xfrm flipH="1" flipV="1">
            <a:off x="5268299" y="4216960"/>
            <a:ext cx="407322" cy="278563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79" name="Freeform 124">
            <a:extLst>
              <a:ext uri="{FF2B5EF4-FFF2-40B4-BE49-F238E27FC236}">
                <a16:creationId xmlns:a16="http://schemas.microsoft.com/office/drawing/2014/main" id="{01D680E8-9A4D-5040-ACCF-79EE0764823F}"/>
              </a:ext>
            </a:extLst>
          </p:cNvPr>
          <p:cNvSpPr>
            <a:spLocks/>
          </p:cNvSpPr>
          <p:nvPr/>
        </p:nvSpPr>
        <p:spPr bwMode="auto">
          <a:xfrm flipH="1" flipV="1">
            <a:off x="4255949" y="4205056"/>
            <a:ext cx="407322" cy="278563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80" name="Freeform 125">
            <a:extLst>
              <a:ext uri="{FF2B5EF4-FFF2-40B4-BE49-F238E27FC236}">
                <a16:creationId xmlns:a16="http://schemas.microsoft.com/office/drawing/2014/main" id="{EF252024-15E7-DD46-8C92-5B81D9757F49}"/>
              </a:ext>
            </a:extLst>
          </p:cNvPr>
          <p:cNvSpPr>
            <a:spLocks/>
          </p:cNvSpPr>
          <p:nvPr/>
        </p:nvSpPr>
        <p:spPr bwMode="auto">
          <a:xfrm flipH="1" flipV="1">
            <a:off x="4734297" y="3974881"/>
            <a:ext cx="414450" cy="358241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0117"/>
              <a:gd name="connsiteY0" fmla="*/ 0 h 10550"/>
              <a:gd name="connsiteX1" fmla="*/ 7574 w 10117"/>
              <a:gd name="connsiteY1" fmla="*/ 10355 h 10550"/>
              <a:gd name="connsiteX2" fmla="*/ 9265 w 10117"/>
              <a:gd name="connsiteY2" fmla="*/ 10429 h 10550"/>
              <a:gd name="connsiteX3" fmla="*/ 10117 w 10117"/>
              <a:gd name="connsiteY3" fmla="*/ 833 h 10550"/>
              <a:gd name="connsiteX4" fmla="*/ 0 w 10117"/>
              <a:gd name="connsiteY4" fmla="*/ 0 h 10550"/>
              <a:gd name="connsiteX0" fmla="*/ 0 w 10175"/>
              <a:gd name="connsiteY0" fmla="*/ 9 h 10559"/>
              <a:gd name="connsiteX1" fmla="*/ 7574 w 10175"/>
              <a:gd name="connsiteY1" fmla="*/ 10364 h 10559"/>
              <a:gd name="connsiteX2" fmla="*/ 9265 w 10175"/>
              <a:gd name="connsiteY2" fmla="*/ 10438 h 10559"/>
              <a:gd name="connsiteX3" fmla="*/ 10175 w 10175"/>
              <a:gd name="connsiteY3" fmla="*/ 0 h 10559"/>
              <a:gd name="connsiteX4" fmla="*/ 0 w 10175"/>
              <a:gd name="connsiteY4" fmla="*/ 9 h 10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5" h="10559">
                <a:moveTo>
                  <a:pt x="0" y="9"/>
                </a:moveTo>
                <a:cubicBezTo>
                  <a:pt x="3957" y="3502"/>
                  <a:pt x="6049" y="5781"/>
                  <a:pt x="7574" y="10364"/>
                </a:cubicBezTo>
                <a:cubicBezTo>
                  <a:pt x="8329" y="10279"/>
                  <a:pt x="8572" y="10781"/>
                  <a:pt x="9265" y="10438"/>
                </a:cubicBezTo>
                <a:cubicBezTo>
                  <a:pt x="8877" y="5033"/>
                  <a:pt x="9018" y="4253"/>
                  <a:pt x="10175" y="0"/>
                </a:cubicBezTo>
                <a:lnTo>
                  <a:pt x="0" y="9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581" name="Group 126">
            <a:extLst>
              <a:ext uri="{FF2B5EF4-FFF2-40B4-BE49-F238E27FC236}">
                <a16:creationId xmlns:a16="http://schemas.microsoft.com/office/drawing/2014/main" id="{A0DBCF2A-68BC-0E49-9BC5-C97C8363D864}"/>
              </a:ext>
            </a:extLst>
          </p:cNvPr>
          <p:cNvGrpSpPr>
            <a:grpSpLocks/>
          </p:cNvGrpSpPr>
          <p:nvPr/>
        </p:nvGrpSpPr>
        <p:grpSpPr bwMode="auto">
          <a:xfrm>
            <a:off x="4772843" y="2724151"/>
            <a:ext cx="413277" cy="339275"/>
            <a:chOff x="2886" y="1668"/>
            <a:chExt cx="347" cy="285"/>
          </a:xfrm>
        </p:grpSpPr>
        <p:sp>
          <p:nvSpPr>
            <p:cNvPr id="615" name="Rectangle 127">
              <a:extLst>
                <a:ext uri="{FF2B5EF4-FFF2-40B4-BE49-F238E27FC236}">
                  <a16:creationId xmlns:a16="http://schemas.microsoft.com/office/drawing/2014/main" id="{71169ED3-AFC0-4148-B3AF-F5CDA7528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6" name="Oval 128">
              <a:extLst>
                <a:ext uri="{FF2B5EF4-FFF2-40B4-BE49-F238E27FC236}">
                  <a16:creationId xmlns:a16="http://schemas.microsoft.com/office/drawing/2014/main" id="{AC629926-7E0E-2847-8D33-F54223348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7" name="Rectangle 129">
              <a:extLst>
                <a:ext uri="{FF2B5EF4-FFF2-40B4-BE49-F238E27FC236}">
                  <a16:creationId xmlns:a16="http://schemas.microsoft.com/office/drawing/2014/main" id="{FC623931-6ACB-D741-B606-3ADCC24EC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8" name="Line 130">
              <a:extLst>
                <a:ext uri="{FF2B5EF4-FFF2-40B4-BE49-F238E27FC236}">
                  <a16:creationId xmlns:a16="http://schemas.microsoft.com/office/drawing/2014/main" id="{089D0DF0-9BD9-F942-ABBC-2C2B3307E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19" name="Line 131">
              <a:extLst>
                <a:ext uri="{FF2B5EF4-FFF2-40B4-BE49-F238E27FC236}">
                  <a16:creationId xmlns:a16="http://schemas.microsoft.com/office/drawing/2014/main" id="{0E53DB83-F101-5545-A34E-97BFB2854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20" name="Line 132">
              <a:extLst>
                <a:ext uri="{FF2B5EF4-FFF2-40B4-BE49-F238E27FC236}">
                  <a16:creationId xmlns:a16="http://schemas.microsoft.com/office/drawing/2014/main" id="{EABDFEE7-706B-B849-BCF8-C4C3EBFA8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21" name="AutoShape 133">
              <a:extLst>
                <a:ext uri="{FF2B5EF4-FFF2-40B4-BE49-F238E27FC236}">
                  <a16:creationId xmlns:a16="http://schemas.microsoft.com/office/drawing/2014/main" id="{891A9424-3FE8-FF4E-9F56-53905C4379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</p:grpSp>
      <p:grpSp>
        <p:nvGrpSpPr>
          <p:cNvPr id="582" name="Group 134">
            <a:extLst>
              <a:ext uri="{FF2B5EF4-FFF2-40B4-BE49-F238E27FC236}">
                <a16:creationId xmlns:a16="http://schemas.microsoft.com/office/drawing/2014/main" id="{19AA9F68-22E1-614E-ABF6-392E3AC11A2A}"/>
              </a:ext>
            </a:extLst>
          </p:cNvPr>
          <p:cNvGrpSpPr>
            <a:grpSpLocks/>
          </p:cNvGrpSpPr>
          <p:nvPr/>
        </p:nvGrpSpPr>
        <p:grpSpPr bwMode="auto">
          <a:xfrm>
            <a:off x="5520455" y="2968705"/>
            <a:ext cx="413277" cy="339275"/>
            <a:chOff x="2886" y="1668"/>
            <a:chExt cx="347" cy="285"/>
          </a:xfrm>
        </p:grpSpPr>
        <p:sp>
          <p:nvSpPr>
            <p:cNvPr id="608" name="Rectangle 135">
              <a:extLst>
                <a:ext uri="{FF2B5EF4-FFF2-40B4-BE49-F238E27FC236}">
                  <a16:creationId xmlns:a16="http://schemas.microsoft.com/office/drawing/2014/main" id="{EAD44720-65AD-9041-929E-69D918729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09" name="Oval 136">
              <a:extLst>
                <a:ext uri="{FF2B5EF4-FFF2-40B4-BE49-F238E27FC236}">
                  <a16:creationId xmlns:a16="http://schemas.microsoft.com/office/drawing/2014/main" id="{5A2842E3-83E1-6F46-A170-FBD2EAFAA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0" name="Rectangle 137">
              <a:extLst>
                <a:ext uri="{FF2B5EF4-FFF2-40B4-BE49-F238E27FC236}">
                  <a16:creationId xmlns:a16="http://schemas.microsoft.com/office/drawing/2014/main" id="{5D953EEF-DB10-AB46-89E0-2D0204A95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611" name="Line 138">
              <a:extLst>
                <a:ext uri="{FF2B5EF4-FFF2-40B4-BE49-F238E27FC236}">
                  <a16:creationId xmlns:a16="http://schemas.microsoft.com/office/drawing/2014/main" id="{F94B58EF-BCEB-9C4C-8317-B25CD84B1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12" name="Line 139">
              <a:extLst>
                <a:ext uri="{FF2B5EF4-FFF2-40B4-BE49-F238E27FC236}">
                  <a16:creationId xmlns:a16="http://schemas.microsoft.com/office/drawing/2014/main" id="{BBB093F8-922C-0344-B963-C8ECD30B6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13" name="Line 140">
              <a:extLst>
                <a:ext uri="{FF2B5EF4-FFF2-40B4-BE49-F238E27FC236}">
                  <a16:creationId xmlns:a16="http://schemas.microsoft.com/office/drawing/2014/main" id="{D21DC1F8-C38D-B14D-A544-B1D9CF1CD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14" name="AutoShape 141">
              <a:extLst>
                <a:ext uri="{FF2B5EF4-FFF2-40B4-BE49-F238E27FC236}">
                  <a16:creationId xmlns:a16="http://schemas.microsoft.com/office/drawing/2014/main" id="{43F8D630-2301-B744-AE1A-D9F4AA9D1F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</p:grpSp>
      <p:sp>
        <p:nvSpPr>
          <p:cNvPr id="601" name="Rectangle 143">
            <a:extLst>
              <a:ext uri="{FF2B5EF4-FFF2-40B4-BE49-F238E27FC236}">
                <a16:creationId xmlns:a16="http://schemas.microsoft.com/office/drawing/2014/main" id="{E300D31A-9F41-1046-8BDC-FA062AA6A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5198" y="4486000"/>
            <a:ext cx="413277" cy="3392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602" name="Oval 144">
            <a:extLst>
              <a:ext uri="{FF2B5EF4-FFF2-40B4-BE49-F238E27FC236}">
                <a16:creationId xmlns:a16="http://schemas.microsoft.com/office/drawing/2014/main" id="{3CBE6854-ED5B-BB4C-96CF-87D28DDCE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827" y="4493142"/>
            <a:ext cx="373974" cy="880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603" name="Rectangle 145">
            <a:extLst>
              <a:ext uri="{FF2B5EF4-FFF2-40B4-BE49-F238E27FC236}">
                <a16:creationId xmlns:a16="http://schemas.microsoft.com/office/drawing/2014/main" id="{8AE3F3D6-CBEF-C24A-800F-FB4513598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355" y="4625281"/>
            <a:ext cx="357300" cy="1857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604" name="Line 146">
            <a:extLst>
              <a:ext uri="{FF2B5EF4-FFF2-40B4-BE49-F238E27FC236}">
                <a16:creationId xmlns:a16="http://schemas.microsoft.com/office/drawing/2014/main" id="{C64871C2-76E7-8247-8F42-BCCB69335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8634" y="4656232"/>
            <a:ext cx="1191" cy="15475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05" name="Line 147">
            <a:extLst>
              <a:ext uri="{FF2B5EF4-FFF2-40B4-BE49-F238E27FC236}">
                <a16:creationId xmlns:a16="http://schemas.microsoft.com/office/drawing/2014/main" id="{14013ACF-BB40-FF4E-A4EF-9848CA9C1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7355" y="4693136"/>
            <a:ext cx="357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06" name="Line 148">
            <a:extLst>
              <a:ext uri="{FF2B5EF4-FFF2-40B4-BE49-F238E27FC236}">
                <a16:creationId xmlns:a16="http://schemas.microsoft.com/office/drawing/2014/main" id="{E0DF6D46-E77F-4D44-90E6-2EFA29583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6164" y="4657422"/>
            <a:ext cx="357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07" name="AutoShape 149">
            <a:extLst>
              <a:ext uri="{FF2B5EF4-FFF2-40B4-BE49-F238E27FC236}">
                <a16:creationId xmlns:a16="http://schemas.microsoft.com/office/drawing/2014/main" id="{B9FB9FE5-8C8F-134F-8BF9-5B707F4F282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51721" y="4577651"/>
            <a:ext cx="34523" cy="48831"/>
          </a:xfrm>
          <a:prstGeom prst="rightArrow">
            <a:avLst>
              <a:gd name="adj1" fmla="val 51167"/>
              <a:gd name="adj2" fmla="val 39736"/>
            </a:avLst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350">
              <a:solidFill>
                <a:srgbClr val="000000"/>
              </a:solidFill>
            </a:endParaRPr>
          </a:p>
        </p:txBody>
      </p:sp>
      <p:grpSp>
        <p:nvGrpSpPr>
          <p:cNvPr id="584" name="Group 150">
            <a:extLst>
              <a:ext uri="{FF2B5EF4-FFF2-40B4-BE49-F238E27FC236}">
                <a16:creationId xmlns:a16="http://schemas.microsoft.com/office/drawing/2014/main" id="{794D8C65-863B-7440-89F4-69D1561AD1FD}"/>
              </a:ext>
            </a:extLst>
          </p:cNvPr>
          <p:cNvGrpSpPr>
            <a:grpSpLocks/>
          </p:cNvGrpSpPr>
          <p:nvPr/>
        </p:nvGrpSpPr>
        <p:grpSpPr bwMode="auto">
          <a:xfrm>
            <a:off x="4733540" y="4334307"/>
            <a:ext cx="413277" cy="339275"/>
            <a:chOff x="2886" y="1668"/>
            <a:chExt cx="347" cy="285"/>
          </a:xfrm>
        </p:grpSpPr>
        <p:sp>
          <p:nvSpPr>
            <p:cNvPr id="594" name="Rectangle 151">
              <a:extLst>
                <a:ext uri="{FF2B5EF4-FFF2-40B4-BE49-F238E27FC236}">
                  <a16:creationId xmlns:a16="http://schemas.microsoft.com/office/drawing/2014/main" id="{2825FAC5-6CFD-2E46-931F-D681BD625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95" name="Oval 152">
              <a:extLst>
                <a:ext uri="{FF2B5EF4-FFF2-40B4-BE49-F238E27FC236}">
                  <a16:creationId xmlns:a16="http://schemas.microsoft.com/office/drawing/2014/main" id="{D6F4F3D5-1AF2-B242-902D-0665A266B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96" name="Rectangle 153">
              <a:extLst>
                <a:ext uri="{FF2B5EF4-FFF2-40B4-BE49-F238E27FC236}">
                  <a16:creationId xmlns:a16="http://schemas.microsoft.com/office/drawing/2014/main" id="{BE2CF67F-599D-6C42-A399-894E9CA81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97" name="Line 154">
              <a:extLst>
                <a:ext uri="{FF2B5EF4-FFF2-40B4-BE49-F238E27FC236}">
                  <a16:creationId xmlns:a16="http://schemas.microsoft.com/office/drawing/2014/main" id="{371F415A-A0F7-D045-ABCD-50703CBF5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98" name="Line 155">
              <a:extLst>
                <a:ext uri="{FF2B5EF4-FFF2-40B4-BE49-F238E27FC236}">
                  <a16:creationId xmlns:a16="http://schemas.microsoft.com/office/drawing/2014/main" id="{DD302482-684F-2343-93A8-2F996284F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99" name="Line 156">
              <a:extLst>
                <a:ext uri="{FF2B5EF4-FFF2-40B4-BE49-F238E27FC236}">
                  <a16:creationId xmlns:a16="http://schemas.microsoft.com/office/drawing/2014/main" id="{8D3FA778-9973-5E45-BBD7-6E5B0FA17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00" name="AutoShape 157">
              <a:extLst>
                <a:ext uri="{FF2B5EF4-FFF2-40B4-BE49-F238E27FC236}">
                  <a16:creationId xmlns:a16="http://schemas.microsoft.com/office/drawing/2014/main" id="{9BF1C706-69A5-F64D-8549-5FB64FFC0B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</p:grpSp>
      <p:grpSp>
        <p:nvGrpSpPr>
          <p:cNvPr id="585" name="Group 158">
            <a:extLst>
              <a:ext uri="{FF2B5EF4-FFF2-40B4-BE49-F238E27FC236}">
                <a16:creationId xmlns:a16="http://schemas.microsoft.com/office/drawing/2014/main" id="{10DF1FFB-5BD4-B34D-869E-FF2A21B927AA}"/>
              </a:ext>
            </a:extLst>
          </p:cNvPr>
          <p:cNvGrpSpPr>
            <a:grpSpLocks/>
          </p:cNvGrpSpPr>
          <p:nvPr/>
        </p:nvGrpSpPr>
        <p:grpSpPr bwMode="auto">
          <a:xfrm>
            <a:off x="4241657" y="4465762"/>
            <a:ext cx="413277" cy="339275"/>
            <a:chOff x="2886" y="1668"/>
            <a:chExt cx="347" cy="285"/>
          </a:xfrm>
        </p:grpSpPr>
        <p:sp>
          <p:nvSpPr>
            <p:cNvPr id="587" name="Rectangle 159">
              <a:extLst>
                <a:ext uri="{FF2B5EF4-FFF2-40B4-BE49-F238E27FC236}">
                  <a16:creationId xmlns:a16="http://schemas.microsoft.com/office/drawing/2014/main" id="{A91C4B44-0DD4-A341-8AA2-C361F078D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88" name="Oval 160">
              <a:extLst>
                <a:ext uri="{FF2B5EF4-FFF2-40B4-BE49-F238E27FC236}">
                  <a16:creationId xmlns:a16="http://schemas.microsoft.com/office/drawing/2014/main" id="{8E1DE29A-03CB-C545-98EA-12E2D05F3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89" name="Rectangle 161">
              <a:extLst>
                <a:ext uri="{FF2B5EF4-FFF2-40B4-BE49-F238E27FC236}">
                  <a16:creationId xmlns:a16="http://schemas.microsoft.com/office/drawing/2014/main" id="{81AA95AB-263F-834C-92D5-FD7617AE1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590" name="Line 162">
              <a:extLst>
                <a:ext uri="{FF2B5EF4-FFF2-40B4-BE49-F238E27FC236}">
                  <a16:creationId xmlns:a16="http://schemas.microsoft.com/office/drawing/2014/main" id="{51CF65F6-671F-AD4D-B5B3-DF84B6F53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91" name="Line 163">
              <a:extLst>
                <a:ext uri="{FF2B5EF4-FFF2-40B4-BE49-F238E27FC236}">
                  <a16:creationId xmlns:a16="http://schemas.microsoft.com/office/drawing/2014/main" id="{3BE02048-718D-7149-8610-55725AF95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92" name="Line 164">
              <a:extLst>
                <a:ext uri="{FF2B5EF4-FFF2-40B4-BE49-F238E27FC236}">
                  <a16:creationId xmlns:a16="http://schemas.microsoft.com/office/drawing/2014/main" id="{DDC9E059-0152-C446-8DB2-52D116DAA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93" name="AutoShape 165">
              <a:extLst>
                <a:ext uri="{FF2B5EF4-FFF2-40B4-BE49-F238E27FC236}">
                  <a16:creationId xmlns:a16="http://schemas.microsoft.com/office/drawing/2014/main" id="{EC851BD2-FB97-7743-85E6-12DE087E47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</p:grpSp>
      <p:sp>
        <p:nvSpPr>
          <p:cNvPr id="539" name="Freeform 3">
            <a:extLst>
              <a:ext uri="{FF2B5EF4-FFF2-40B4-BE49-F238E27FC236}">
                <a16:creationId xmlns:a16="http://schemas.microsoft.com/office/drawing/2014/main" id="{DEA17EE7-6646-5049-8B03-582779382B33}"/>
              </a:ext>
            </a:extLst>
          </p:cNvPr>
          <p:cNvSpPr>
            <a:spLocks/>
          </p:cNvSpPr>
          <p:nvPr/>
        </p:nvSpPr>
        <p:spPr bwMode="auto">
          <a:xfrm rot="16200000">
            <a:off x="3266264" y="2427723"/>
            <a:ext cx="541096" cy="1721071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  <a:gd name="connsiteX0" fmla="*/ 0 w 10000"/>
              <a:gd name="connsiteY0" fmla="*/ 0 h 9714"/>
              <a:gd name="connsiteX1" fmla="*/ 3718 w 10000"/>
              <a:gd name="connsiteY1" fmla="*/ 8779 h 9714"/>
              <a:gd name="connsiteX2" fmla="*/ 9148 w 10000"/>
              <a:gd name="connsiteY2" fmla="*/ 9657 h 9714"/>
              <a:gd name="connsiteX3" fmla="*/ 10000 w 10000"/>
              <a:gd name="connsiteY3" fmla="*/ 61 h 9714"/>
              <a:gd name="connsiteX4" fmla="*/ 0 w 10000"/>
              <a:gd name="connsiteY4" fmla="*/ 0 h 9714"/>
              <a:gd name="connsiteX0" fmla="*/ 0 w 10000"/>
              <a:gd name="connsiteY0" fmla="*/ 0 h 9095"/>
              <a:gd name="connsiteX1" fmla="*/ 3718 w 10000"/>
              <a:gd name="connsiteY1" fmla="*/ 9037 h 9095"/>
              <a:gd name="connsiteX2" fmla="*/ 5712 w 10000"/>
              <a:gd name="connsiteY2" fmla="*/ 8929 h 9095"/>
              <a:gd name="connsiteX3" fmla="*/ 10000 w 10000"/>
              <a:gd name="connsiteY3" fmla="*/ 63 h 9095"/>
              <a:gd name="connsiteX4" fmla="*/ 0 w 10000"/>
              <a:gd name="connsiteY4" fmla="*/ 0 h 9095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8989"/>
              <a:gd name="connsiteY0" fmla="*/ 0 h 11618"/>
              <a:gd name="connsiteX1" fmla="*/ 2707 w 8989"/>
              <a:gd name="connsiteY1" fmla="*/ 11554 h 11618"/>
              <a:gd name="connsiteX2" fmla="*/ 4701 w 8989"/>
              <a:gd name="connsiteY2" fmla="*/ 11435 h 11618"/>
              <a:gd name="connsiteX3" fmla="*/ 8989 w 8989"/>
              <a:gd name="connsiteY3" fmla="*/ 1687 h 11618"/>
              <a:gd name="connsiteX4" fmla="*/ 0 w 8989"/>
              <a:gd name="connsiteY4" fmla="*/ 0 h 11618"/>
              <a:gd name="connsiteX0" fmla="*/ 0 w 9888"/>
              <a:gd name="connsiteY0" fmla="*/ 115 h 10115"/>
              <a:gd name="connsiteX1" fmla="*/ 3011 w 9888"/>
              <a:gd name="connsiteY1" fmla="*/ 10060 h 10115"/>
              <a:gd name="connsiteX2" fmla="*/ 5230 w 9888"/>
              <a:gd name="connsiteY2" fmla="*/ 9957 h 10115"/>
              <a:gd name="connsiteX3" fmla="*/ 9888 w 9888"/>
              <a:gd name="connsiteY3" fmla="*/ 0 h 10115"/>
              <a:gd name="connsiteX4" fmla="*/ 0 w 9888"/>
              <a:gd name="connsiteY4" fmla="*/ 115 h 10115"/>
              <a:gd name="connsiteX0" fmla="*/ 0 w 9829"/>
              <a:gd name="connsiteY0" fmla="*/ 0 h 10833"/>
              <a:gd name="connsiteX1" fmla="*/ 2874 w 9829"/>
              <a:gd name="connsiteY1" fmla="*/ 10779 h 10833"/>
              <a:gd name="connsiteX2" fmla="*/ 5118 w 9829"/>
              <a:gd name="connsiteY2" fmla="*/ 10677 h 10833"/>
              <a:gd name="connsiteX3" fmla="*/ 9829 w 9829"/>
              <a:gd name="connsiteY3" fmla="*/ 833 h 10833"/>
              <a:gd name="connsiteX4" fmla="*/ 0 w 9829"/>
              <a:gd name="connsiteY4" fmla="*/ 0 h 10833"/>
              <a:gd name="connsiteX0" fmla="*/ 0 w 10289"/>
              <a:gd name="connsiteY0" fmla="*/ 0 h 10000"/>
              <a:gd name="connsiteX1" fmla="*/ 2924 w 10289"/>
              <a:gd name="connsiteY1" fmla="*/ 9950 h 10000"/>
              <a:gd name="connsiteX2" fmla="*/ 5207 w 10289"/>
              <a:gd name="connsiteY2" fmla="*/ 9856 h 10000"/>
              <a:gd name="connsiteX3" fmla="*/ 10289 w 10289"/>
              <a:gd name="connsiteY3" fmla="*/ 54 h 10000"/>
              <a:gd name="connsiteX4" fmla="*/ 0 w 10289"/>
              <a:gd name="connsiteY4" fmla="*/ 0 h 10000"/>
              <a:gd name="connsiteX0" fmla="*/ 0 w 10289"/>
              <a:gd name="connsiteY0" fmla="*/ 0 h 10953"/>
              <a:gd name="connsiteX1" fmla="*/ 2924 w 10289"/>
              <a:gd name="connsiteY1" fmla="*/ 9950 h 10953"/>
              <a:gd name="connsiteX2" fmla="*/ 3723 w 10289"/>
              <a:gd name="connsiteY2" fmla="*/ 10695 h 10953"/>
              <a:gd name="connsiteX3" fmla="*/ 5207 w 10289"/>
              <a:gd name="connsiteY3" fmla="*/ 9856 h 10953"/>
              <a:gd name="connsiteX4" fmla="*/ 10289 w 10289"/>
              <a:gd name="connsiteY4" fmla="*/ 54 h 10953"/>
              <a:gd name="connsiteX5" fmla="*/ 0 w 10289"/>
              <a:gd name="connsiteY5" fmla="*/ 0 h 10953"/>
              <a:gd name="connsiteX0" fmla="*/ 0 w 10289"/>
              <a:gd name="connsiteY0" fmla="*/ 0 h 11138"/>
              <a:gd name="connsiteX1" fmla="*/ 2924 w 10289"/>
              <a:gd name="connsiteY1" fmla="*/ 9950 h 11138"/>
              <a:gd name="connsiteX2" fmla="*/ 5207 w 10289"/>
              <a:gd name="connsiteY2" fmla="*/ 9856 h 11138"/>
              <a:gd name="connsiteX3" fmla="*/ 10289 w 10289"/>
              <a:gd name="connsiteY3" fmla="*/ 54 h 11138"/>
              <a:gd name="connsiteX4" fmla="*/ 0 w 10289"/>
              <a:gd name="connsiteY4" fmla="*/ 0 h 11138"/>
              <a:gd name="connsiteX0" fmla="*/ 0 w 10289"/>
              <a:gd name="connsiteY0" fmla="*/ 0 h 10669"/>
              <a:gd name="connsiteX1" fmla="*/ 2924 w 10289"/>
              <a:gd name="connsiteY1" fmla="*/ 9950 h 10669"/>
              <a:gd name="connsiteX2" fmla="*/ 5207 w 10289"/>
              <a:gd name="connsiteY2" fmla="*/ 9856 h 10669"/>
              <a:gd name="connsiteX3" fmla="*/ 10289 w 10289"/>
              <a:gd name="connsiteY3" fmla="*/ 54 h 10669"/>
              <a:gd name="connsiteX4" fmla="*/ 0 w 10289"/>
              <a:gd name="connsiteY4" fmla="*/ 0 h 10669"/>
              <a:gd name="connsiteX0" fmla="*/ 0 w 10289"/>
              <a:gd name="connsiteY0" fmla="*/ 0 h 10734"/>
              <a:gd name="connsiteX1" fmla="*/ 2924 w 10289"/>
              <a:gd name="connsiteY1" fmla="*/ 9950 h 10734"/>
              <a:gd name="connsiteX2" fmla="*/ 4455 w 10289"/>
              <a:gd name="connsiteY2" fmla="*/ 10094 h 10734"/>
              <a:gd name="connsiteX3" fmla="*/ 10289 w 10289"/>
              <a:gd name="connsiteY3" fmla="*/ 54 h 10734"/>
              <a:gd name="connsiteX4" fmla="*/ 0 w 10289"/>
              <a:gd name="connsiteY4" fmla="*/ 0 h 10734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9960"/>
              <a:gd name="connsiteX1" fmla="*/ 2924 w 10289"/>
              <a:gd name="connsiteY1" fmla="*/ 9950 h 9960"/>
              <a:gd name="connsiteX2" fmla="*/ 4166 w 10289"/>
              <a:gd name="connsiteY2" fmla="*/ 9776 h 9960"/>
              <a:gd name="connsiteX3" fmla="*/ 10289 w 10289"/>
              <a:gd name="connsiteY3" fmla="*/ 54 h 9960"/>
              <a:gd name="connsiteX4" fmla="*/ 0 w 10289"/>
              <a:gd name="connsiteY4" fmla="*/ 0 h 9960"/>
              <a:gd name="connsiteX0" fmla="*/ 0 w 10000"/>
              <a:gd name="connsiteY0" fmla="*/ 0 h 10000"/>
              <a:gd name="connsiteX1" fmla="*/ 2842 w 10000"/>
              <a:gd name="connsiteY1" fmla="*/ 9990 h 10000"/>
              <a:gd name="connsiteX2" fmla="*/ 4049 w 10000"/>
              <a:gd name="connsiteY2" fmla="*/ 9815 h 10000"/>
              <a:gd name="connsiteX3" fmla="*/ 10000 w 10000"/>
              <a:gd name="connsiteY3" fmla="*/ 54 h 10000"/>
              <a:gd name="connsiteX4" fmla="*/ 0 w 10000"/>
              <a:gd name="connsiteY4" fmla="*/ 0 h 10000"/>
              <a:gd name="connsiteX0" fmla="*/ 0 w 10000"/>
              <a:gd name="connsiteY0" fmla="*/ 0 h 10400"/>
              <a:gd name="connsiteX1" fmla="*/ 2740 w 10000"/>
              <a:gd name="connsiteY1" fmla="*/ 10397 h 10400"/>
              <a:gd name="connsiteX2" fmla="*/ 4049 w 10000"/>
              <a:gd name="connsiteY2" fmla="*/ 9815 h 10400"/>
              <a:gd name="connsiteX3" fmla="*/ 10000 w 10000"/>
              <a:gd name="connsiteY3" fmla="*/ 54 h 10400"/>
              <a:gd name="connsiteX4" fmla="*/ 0 w 10000"/>
              <a:gd name="connsiteY4" fmla="*/ 0 h 10400"/>
              <a:gd name="connsiteX0" fmla="*/ 0 w 10000"/>
              <a:gd name="connsiteY0" fmla="*/ 0 h 10419"/>
              <a:gd name="connsiteX1" fmla="*/ 2740 w 10000"/>
              <a:gd name="connsiteY1" fmla="*/ 10397 h 10419"/>
              <a:gd name="connsiteX2" fmla="*/ 3599 w 10000"/>
              <a:gd name="connsiteY2" fmla="*/ 10338 h 10419"/>
              <a:gd name="connsiteX3" fmla="*/ 10000 w 10000"/>
              <a:gd name="connsiteY3" fmla="*/ 54 h 10419"/>
              <a:gd name="connsiteX4" fmla="*/ 0 w 10000"/>
              <a:gd name="connsiteY4" fmla="*/ 0 h 10419"/>
              <a:gd name="connsiteX0" fmla="*/ 0 w 10000"/>
              <a:gd name="connsiteY0" fmla="*/ 0 h 10397"/>
              <a:gd name="connsiteX1" fmla="*/ 2740 w 10000"/>
              <a:gd name="connsiteY1" fmla="*/ 10397 h 10397"/>
              <a:gd name="connsiteX2" fmla="*/ 3599 w 10000"/>
              <a:gd name="connsiteY2" fmla="*/ 10338 h 10397"/>
              <a:gd name="connsiteX3" fmla="*/ 10000 w 10000"/>
              <a:gd name="connsiteY3" fmla="*/ 54 h 10397"/>
              <a:gd name="connsiteX4" fmla="*/ 0 w 10000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75"/>
              <a:gd name="connsiteY0" fmla="*/ 0 h 10310"/>
              <a:gd name="connsiteX1" fmla="*/ 2801 w 10675"/>
              <a:gd name="connsiteY1" fmla="*/ 10310 h 10310"/>
              <a:gd name="connsiteX2" fmla="*/ 3660 w 10675"/>
              <a:gd name="connsiteY2" fmla="*/ 10251 h 10310"/>
              <a:gd name="connsiteX3" fmla="*/ 10675 w 10675"/>
              <a:gd name="connsiteY3" fmla="*/ 25 h 10310"/>
              <a:gd name="connsiteX4" fmla="*/ 0 w 10675"/>
              <a:gd name="connsiteY4" fmla="*/ 0 h 10310"/>
              <a:gd name="connsiteX0" fmla="*/ 0 w 6741"/>
              <a:gd name="connsiteY0" fmla="*/ 0 h 15505"/>
              <a:gd name="connsiteX1" fmla="*/ 2801 w 6741"/>
              <a:gd name="connsiteY1" fmla="*/ 10310 h 15505"/>
              <a:gd name="connsiteX2" fmla="*/ 3660 w 6741"/>
              <a:gd name="connsiteY2" fmla="*/ 10251 h 15505"/>
              <a:gd name="connsiteX3" fmla="*/ 6741 w 6741"/>
              <a:gd name="connsiteY3" fmla="*/ 14932 h 15505"/>
              <a:gd name="connsiteX4" fmla="*/ 0 w 6741"/>
              <a:gd name="connsiteY4" fmla="*/ 0 h 15505"/>
              <a:gd name="connsiteX0" fmla="*/ 5612 w 7164"/>
              <a:gd name="connsiteY0" fmla="*/ 0 h 10410"/>
              <a:gd name="connsiteX1" fmla="*/ 13 w 7164"/>
              <a:gd name="connsiteY1" fmla="*/ 7060 h 10410"/>
              <a:gd name="connsiteX2" fmla="*/ 1287 w 7164"/>
              <a:gd name="connsiteY2" fmla="*/ 7022 h 10410"/>
              <a:gd name="connsiteX3" fmla="*/ 5858 w 7164"/>
              <a:gd name="connsiteY3" fmla="*/ 10041 h 10410"/>
              <a:gd name="connsiteX4" fmla="*/ 5612 w 7164"/>
              <a:gd name="connsiteY4" fmla="*/ 0 h 10410"/>
              <a:gd name="connsiteX0" fmla="*/ 7932 w 10098"/>
              <a:gd name="connsiteY0" fmla="*/ 0 h 10001"/>
              <a:gd name="connsiteX1" fmla="*/ 116 w 10098"/>
              <a:gd name="connsiteY1" fmla="*/ 6782 h 10001"/>
              <a:gd name="connsiteX2" fmla="*/ 1894 w 10098"/>
              <a:gd name="connsiteY2" fmla="*/ 6745 h 10001"/>
              <a:gd name="connsiteX3" fmla="*/ 8275 w 10098"/>
              <a:gd name="connsiteY3" fmla="*/ 9646 h 10001"/>
              <a:gd name="connsiteX4" fmla="*/ 7932 w 10098"/>
              <a:gd name="connsiteY4" fmla="*/ 0 h 10001"/>
              <a:gd name="connsiteX0" fmla="*/ 7932 w 11399"/>
              <a:gd name="connsiteY0" fmla="*/ 0 h 10001"/>
              <a:gd name="connsiteX1" fmla="*/ 116 w 11399"/>
              <a:gd name="connsiteY1" fmla="*/ 6782 h 10001"/>
              <a:gd name="connsiteX2" fmla="*/ 1894 w 11399"/>
              <a:gd name="connsiteY2" fmla="*/ 6745 h 10001"/>
              <a:gd name="connsiteX3" fmla="*/ 8275 w 11399"/>
              <a:gd name="connsiteY3" fmla="*/ 9646 h 10001"/>
              <a:gd name="connsiteX4" fmla="*/ 7932 w 11399"/>
              <a:gd name="connsiteY4" fmla="*/ 0 h 10001"/>
              <a:gd name="connsiteX0" fmla="*/ 7932 w 8463"/>
              <a:gd name="connsiteY0" fmla="*/ 0 h 10001"/>
              <a:gd name="connsiteX1" fmla="*/ 116 w 8463"/>
              <a:gd name="connsiteY1" fmla="*/ 6782 h 10001"/>
              <a:gd name="connsiteX2" fmla="*/ 1894 w 8463"/>
              <a:gd name="connsiteY2" fmla="*/ 6745 h 10001"/>
              <a:gd name="connsiteX3" fmla="*/ 8275 w 8463"/>
              <a:gd name="connsiteY3" fmla="*/ 9646 h 10001"/>
              <a:gd name="connsiteX4" fmla="*/ 7932 w 8463"/>
              <a:gd name="connsiteY4" fmla="*/ 0 h 10001"/>
              <a:gd name="connsiteX0" fmla="*/ 10170 w 10376"/>
              <a:gd name="connsiteY0" fmla="*/ 0 h 9753"/>
              <a:gd name="connsiteX1" fmla="*/ 109 w 10376"/>
              <a:gd name="connsiteY1" fmla="*/ 6534 h 9753"/>
              <a:gd name="connsiteX2" fmla="*/ 2210 w 10376"/>
              <a:gd name="connsiteY2" fmla="*/ 6497 h 9753"/>
              <a:gd name="connsiteX3" fmla="*/ 9750 w 10376"/>
              <a:gd name="connsiteY3" fmla="*/ 9398 h 9753"/>
              <a:gd name="connsiteX4" fmla="*/ 10170 w 10376"/>
              <a:gd name="connsiteY4" fmla="*/ 0 h 9753"/>
              <a:gd name="connsiteX0" fmla="*/ 9801 w 9999"/>
              <a:gd name="connsiteY0" fmla="*/ 0 h 9636"/>
              <a:gd name="connsiteX1" fmla="*/ 105 w 9999"/>
              <a:gd name="connsiteY1" fmla="*/ 6699 h 9636"/>
              <a:gd name="connsiteX2" fmla="*/ 2130 w 9999"/>
              <a:gd name="connsiteY2" fmla="*/ 6662 h 9636"/>
              <a:gd name="connsiteX3" fmla="*/ 9397 w 9999"/>
              <a:gd name="connsiteY3" fmla="*/ 9636 h 9636"/>
              <a:gd name="connsiteX4" fmla="*/ 9801 w 9999"/>
              <a:gd name="connsiteY4" fmla="*/ 0 h 9636"/>
              <a:gd name="connsiteX0" fmla="*/ 9802 w 10000"/>
              <a:gd name="connsiteY0" fmla="*/ 0 h 10000"/>
              <a:gd name="connsiteX1" fmla="*/ 105 w 10000"/>
              <a:gd name="connsiteY1" fmla="*/ 6952 h 10000"/>
              <a:gd name="connsiteX2" fmla="*/ 2130 w 10000"/>
              <a:gd name="connsiteY2" fmla="*/ 6914 h 10000"/>
              <a:gd name="connsiteX3" fmla="*/ 9398 w 10000"/>
              <a:gd name="connsiteY3" fmla="*/ 10000 h 10000"/>
              <a:gd name="connsiteX4" fmla="*/ 9802 w 10000"/>
              <a:gd name="connsiteY4" fmla="*/ 0 h 10000"/>
              <a:gd name="connsiteX0" fmla="*/ 9697 w 9895"/>
              <a:gd name="connsiteY0" fmla="*/ 0 h 10000"/>
              <a:gd name="connsiteX1" fmla="*/ 0 w 9895"/>
              <a:gd name="connsiteY1" fmla="*/ 6952 h 10000"/>
              <a:gd name="connsiteX2" fmla="*/ 2025 w 9895"/>
              <a:gd name="connsiteY2" fmla="*/ 6914 h 10000"/>
              <a:gd name="connsiteX3" fmla="*/ 9293 w 9895"/>
              <a:gd name="connsiteY3" fmla="*/ 10000 h 10000"/>
              <a:gd name="connsiteX4" fmla="*/ 9697 w 9895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2314 w 10148"/>
              <a:gd name="connsiteY2" fmla="*/ 7860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1653 w 10148"/>
              <a:gd name="connsiteY2" fmla="*/ 8453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1653 w 10148"/>
              <a:gd name="connsiteY2" fmla="*/ 8453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8194 w 8542"/>
              <a:gd name="connsiteY0" fmla="*/ 0 h 10158"/>
              <a:gd name="connsiteX1" fmla="*/ 0 w 8542"/>
              <a:gd name="connsiteY1" fmla="*/ 7601 h 10158"/>
              <a:gd name="connsiteX2" fmla="*/ 47 w 8542"/>
              <a:gd name="connsiteY2" fmla="*/ 8453 h 10158"/>
              <a:gd name="connsiteX3" fmla="*/ 8188 w 8542"/>
              <a:gd name="connsiteY3" fmla="*/ 10158 h 10158"/>
              <a:gd name="connsiteX4" fmla="*/ 8194 w 8542"/>
              <a:gd name="connsiteY4" fmla="*/ 0 h 10158"/>
              <a:gd name="connsiteX0" fmla="*/ 9538 w 9975"/>
              <a:gd name="connsiteY0" fmla="*/ 0 h 10128"/>
              <a:gd name="connsiteX1" fmla="*/ 0 w 9975"/>
              <a:gd name="connsiteY1" fmla="*/ 7611 h 10128"/>
              <a:gd name="connsiteX2" fmla="*/ 55 w 9975"/>
              <a:gd name="connsiteY2" fmla="*/ 8450 h 10128"/>
              <a:gd name="connsiteX3" fmla="*/ 9586 w 9975"/>
              <a:gd name="connsiteY3" fmla="*/ 10128 h 10128"/>
              <a:gd name="connsiteX4" fmla="*/ 9538 w 9975"/>
              <a:gd name="connsiteY4" fmla="*/ 0 h 10128"/>
              <a:gd name="connsiteX0" fmla="*/ 9562 w 9999"/>
              <a:gd name="connsiteY0" fmla="*/ 0 h 10000"/>
              <a:gd name="connsiteX1" fmla="*/ 0 w 9999"/>
              <a:gd name="connsiteY1" fmla="*/ 7515 h 10000"/>
              <a:gd name="connsiteX2" fmla="*/ 55 w 9999"/>
              <a:gd name="connsiteY2" fmla="*/ 8343 h 10000"/>
              <a:gd name="connsiteX3" fmla="*/ 9610 w 9999"/>
              <a:gd name="connsiteY3" fmla="*/ 10000 h 10000"/>
              <a:gd name="connsiteX4" fmla="*/ 9562 w 9999"/>
              <a:gd name="connsiteY4" fmla="*/ 0 h 10000"/>
              <a:gd name="connsiteX0" fmla="*/ 9563 w 10000"/>
              <a:gd name="connsiteY0" fmla="*/ 0 h 10126"/>
              <a:gd name="connsiteX1" fmla="*/ 0 w 10000"/>
              <a:gd name="connsiteY1" fmla="*/ 7515 h 10126"/>
              <a:gd name="connsiteX2" fmla="*/ 55 w 10000"/>
              <a:gd name="connsiteY2" fmla="*/ 8343 h 10126"/>
              <a:gd name="connsiteX3" fmla="*/ 9611 w 10000"/>
              <a:gd name="connsiteY3" fmla="*/ 10126 h 10126"/>
              <a:gd name="connsiteX4" fmla="*/ 9563 w 10000"/>
              <a:gd name="connsiteY4" fmla="*/ 0 h 10126"/>
              <a:gd name="connsiteX0" fmla="*/ 9563 w 10000"/>
              <a:gd name="connsiteY0" fmla="*/ 0 h 10126"/>
              <a:gd name="connsiteX1" fmla="*/ 0 w 10000"/>
              <a:gd name="connsiteY1" fmla="*/ 7515 h 10126"/>
              <a:gd name="connsiteX2" fmla="*/ 55 w 10000"/>
              <a:gd name="connsiteY2" fmla="*/ 8343 h 10126"/>
              <a:gd name="connsiteX3" fmla="*/ 9611 w 10000"/>
              <a:gd name="connsiteY3" fmla="*/ 10126 h 10126"/>
              <a:gd name="connsiteX4" fmla="*/ 9563 w 10000"/>
              <a:gd name="connsiteY4" fmla="*/ 0 h 10126"/>
              <a:gd name="connsiteX0" fmla="*/ 9563 w 9799"/>
              <a:gd name="connsiteY0" fmla="*/ 0 h 10126"/>
              <a:gd name="connsiteX1" fmla="*/ 0 w 9799"/>
              <a:gd name="connsiteY1" fmla="*/ 7515 h 10126"/>
              <a:gd name="connsiteX2" fmla="*/ 55 w 9799"/>
              <a:gd name="connsiteY2" fmla="*/ 8343 h 10126"/>
              <a:gd name="connsiteX3" fmla="*/ 9611 w 9799"/>
              <a:gd name="connsiteY3" fmla="*/ 10126 h 10126"/>
              <a:gd name="connsiteX4" fmla="*/ 9563 w 9799"/>
              <a:gd name="connsiteY4" fmla="*/ 0 h 1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9" h="10126">
                <a:moveTo>
                  <a:pt x="9563" y="0"/>
                </a:moveTo>
                <a:cubicBezTo>
                  <a:pt x="6380" y="3447"/>
                  <a:pt x="4378" y="4742"/>
                  <a:pt x="0" y="7515"/>
                </a:cubicBezTo>
                <a:cubicBezTo>
                  <a:pt x="19" y="7790"/>
                  <a:pt x="36" y="8067"/>
                  <a:pt x="55" y="8343"/>
                </a:cubicBezTo>
                <a:cubicBezTo>
                  <a:pt x="3592" y="8754"/>
                  <a:pt x="6787" y="8518"/>
                  <a:pt x="9611" y="10126"/>
                </a:cubicBezTo>
                <a:cubicBezTo>
                  <a:pt x="9580" y="4725"/>
                  <a:pt x="10082" y="3581"/>
                  <a:pt x="9563" y="0"/>
                </a:cubicBezTo>
                <a:close/>
              </a:path>
            </a:pathLst>
          </a:custGeom>
          <a:gradFill rotWithShape="1">
            <a:gsLst>
              <a:gs pos="75000">
                <a:schemeClr val="bg1">
                  <a:lumMod val="85000"/>
                </a:schemeClr>
              </a:gs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  <a:effectLst/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350" dirty="0">
              <a:latin typeface="Arial" charset="0"/>
              <a:ea typeface="ＭＳ Ｐゴシック" panose="020B0600070205080204" pitchFamily="34" charset="-128"/>
            </a:endParaRPr>
          </a:p>
        </p:txBody>
      </p:sp>
      <p:sp>
        <p:nvSpPr>
          <p:cNvPr id="541" name="Rectangle 4">
            <a:extLst>
              <a:ext uri="{FF2B5EF4-FFF2-40B4-BE49-F238E27FC236}">
                <a16:creationId xmlns:a16="http://schemas.microsoft.com/office/drawing/2014/main" id="{164DBCFC-5616-9547-B9D4-E3DCFE3B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839" y="1280106"/>
            <a:ext cx="1738313" cy="175021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542" name="Oval 5">
            <a:extLst>
              <a:ext uri="{FF2B5EF4-FFF2-40B4-BE49-F238E27FC236}">
                <a16:creationId xmlns:a16="http://schemas.microsoft.com/office/drawing/2014/main" id="{022CCE76-7473-384C-B8AD-4B26D3605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6898" y="1319397"/>
            <a:ext cx="1571625" cy="4536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543" name="Text Box 108">
            <a:extLst>
              <a:ext uri="{FF2B5EF4-FFF2-40B4-BE49-F238E27FC236}">
                <a16:creationId xmlns:a16="http://schemas.microsoft.com/office/drawing/2014/main" id="{5C8E906F-87BB-6246-A8F8-5B849D560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312" y="1399636"/>
            <a:ext cx="14078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350" dirty="0">
                <a:solidFill>
                  <a:srgbClr val="000000"/>
                </a:solidFill>
                <a:latin typeface="+mn-lt"/>
              </a:rPr>
              <a:t>routing algorithm</a:t>
            </a:r>
          </a:p>
        </p:txBody>
      </p:sp>
      <p:sp>
        <p:nvSpPr>
          <p:cNvPr id="544" name="Rectangle 109">
            <a:extLst>
              <a:ext uri="{FF2B5EF4-FFF2-40B4-BE49-F238E27FC236}">
                <a16:creationId xmlns:a16="http://schemas.microsoft.com/office/drawing/2014/main" id="{5814F0BC-A4E2-414A-8230-B48770800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379" y="1939664"/>
            <a:ext cx="1503760" cy="101803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350">
              <a:solidFill>
                <a:srgbClr val="000000"/>
              </a:solidFill>
            </a:endParaRPr>
          </a:p>
        </p:txBody>
      </p:sp>
      <p:sp>
        <p:nvSpPr>
          <p:cNvPr id="546" name="Text Box 111">
            <a:extLst>
              <a:ext uri="{FF2B5EF4-FFF2-40B4-BE49-F238E27FC236}">
                <a16:creationId xmlns:a16="http://schemas.microsoft.com/office/drawing/2014/main" id="{C638B8A1-75B3-8749-A235-1EE1778B6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995" y="2148072"/>
            <a:ext cx="90963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050">
                <a:solidFill>
                  <a:srgbClr val="000000"/>
                </a:solidFill>
              </a:rPr>
              <a:t>header value</a:t>
            </a:r>
          </a:p>
        </p:txBody>
      </p:sp>
      <p:sp>
        <p:nvSpPr>
          <p:cNvPr id="547" name="Text Box 112">
            <a:extLst>
              <a:ext uri="{FF2B5EF4-FFF2-40B4-BE49-F238E27FC236}">
                <a16:creationId xmlns:a16="http://schemas.microsoft.com/office/drawing/2014/main" id="{CAC7F94E-387B-054D-AC5B-A6ACAFEBC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0095" y="2149262"/>
            <a:ext cx="781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050">
                <a:solidFill>
                  <a:srgbClr val="000000"/>
                </a:solidFill>
              </a:rPr>
              <a:t>output link</a:t>
            </a:r>
          </a:p>
        </p:txBody>
      </p:sp>
      <p:sp>
        <p:nvSpPr>
          <p:cNvPr id="548" name="Line 113">
            <a:extLst>
              <a:ext uri="{FF2B5EF4-FFF2-40B4-BE49-F238E27FC236}">
                <a16:creationId xmlns:a16="http://schemas.microsoft.com/office/drawing/2014/main" id="{F1E4DBAB-F3DB-A040-865E-B04E53136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3914" y="2157597"/>
            <a:ext cx="5953" cy="800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49" name="Text Box 114">
            <a:extLst>
              <a:ext uri="{FF2B5EF4-FFF2-40B4-BE49-F238E27FC236}">
                <a16:creationId xmlns:a16="http://schemas.microsoft.com/office/drawing/2014/main" id="{632019DF-E579-4B45-A8CE-2312F51B8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101" y="2361194"/>
            <a:ext cx="44114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900">
                <a:solidFill>
                  <a:srgbClr val="000000"/>
                </a:solidFill>
              </a:rPr>
              <a:t>0100</a:t>
            </a:r>
          </a:p>
          <a:p>
            <a:pPr algn="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900">
                <a:solidFill>
                  <a:srgbClr val="000000"/>
                </a:solidFill>
              </a:rPr>
              <a:t>0101</a:t>
            </a:r>
          </a:p>
          <a:p>
            <a:pPr algn="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900">
                <a:solidFill>
                  <a:srgbClr val="000000"/>
                </a:solidFill>
              </a:rPr>
              <a:t>0111</a:t>
            </a:r>
          </a:p>
          <a:p>
            <a:pPr algn="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900">
                <a:solidFill>
                  <a:srgbClr val="000000"/>
                </a:solidFill>
              </a:rPr>
              <a:t>1001</a:t>
            </a:r>
          </a:p>
        </p:txBody>
      </p:sp>
      <p:sp>
        <p:nvSpPr>
          <p:cNvPr id="550" name="Text Box 115">
            <a:extLst>
              <a:ext uri="{FF2B5EF4-FFF2-40B4-BE49-F238E27FC236}">
                <a16:creationId xmlns:a16="http://schemas.microsoft.com/office/drawing/2014/main" id="{54502672-4BE9-284A-B3B3-FA8A482CE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2034" y="2361194"/>
            <a:ext cx="2487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900">
                <a:solidFill>
                  <a:srgbClr val="000000"/>
                </a:solidFill>
              </a:rPr>
              <a:t>3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900">
                <a:solidFill>
                  <a:srgbClr val="000000"/>
                </a:solidFill>
              </a:rPr>
              <a:t>2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900">
                <a:solidFill>
                  <a:srgbClr val="000000"/>
                </a:solidFill>
              </a:rPr>
              <a:t>2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9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51" name="Line 116">
            <a:extLst>
              <a:ext uri="{FF2B5EF4-FFF2-40B4-BE49-F238E27FC236}">
                <a16:creationId xmlns:a16="http://schemas.microsoft.com/office/drawing/2014/main" id="{7AC235F1-D847-EB45-9746-2E1D0ED697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379" y="2350478"/>
            <a:ext cx="1504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2" name="Line 117">
            <a:extLst>
              <a:ext uri="{FF2B5EF4-FFF2-40B4-BE49-F238E27FC236}">
                <a16:creationId xmlns:a16="http://schemas.microsoft.com/office/drawing/2014/main" id="{E3F3F0A3-B7B7-C84F-8E76-3C4C5F55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1426" y="2164741"/>
            <a:ext cx="1504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67" name="Content Placeholder 4">
            <a:extLst>
              <a:ext uri="{FF2B5EF4-FFF2-40B4-BE49-F238E27FC236}">
                <a16:creationId xmlns:a16="http://schemas.microsoft.com/office/drawing/2014/main" id="{5ABADEC3-C709-CF41-9AAD-AD496B9E1BC9}"/>
              </a:ext>
            </a:extLst>
          </p:cNvPr>
          <p:cNvSpPr txBox="1">
            <a:spLocks/>
          </p:cNvSpPr>
          <p:nvPr/>
        </p:nvSpPr>
        <p:spPr>
          <a:xfrm>
            <a:off x="6322712" y="1368204"/>
            <a:ext cx="2666561" cy="225468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5" indent="0">
              <a:buNone/>
            </a:pPr>
            <a:r>
              <a:rPr lang="en-US" altLang="en-US" sz="225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Routing: </a:t>
            </a:r>
          </a:p>
          <a:p>
            <a:pPr marL="300038" indent="-214313"/>
            <a:r>
              <a:rPr lang="en-US" altLang="en-US" sz="21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global</a:t>
            </a:r>
            <a:r>
              <a:rPr lang="en-US" altLang="en-US" sz="2100" dirty="0">
                <a:ea typeface="ＭＳ Ｐゴシック" panose="020B0600070205080204" pitchFamily="34" charset="-128"/>
              </a:rPr>
              <a:t> action: determine source-destination paths taken by packets</a:t>
            </a:r>
          </a:p>
          <a:p>
            <a:pPr marL="300038" indent="-214313"/>
            <a:r>
              <a:rPr lang="en-US" altLang="en-US" sz="2100" dirty="0">
                <a:ea typeface="ＭＳ Ｐゴシック" panose="020B0600070205080204" pitchFamily="34" charset="-128"/>
              </a:rPr>
              <a:t>routing algorithms</a:t>
            </a:r>
          </a:p>
          <a:p>
            <a:endParaRPr lang="en-US" sz="2100" dirty="0"/>
          </a:p>
        </p:txBody>
      </p:sp>
      <p:grpSp>
        <p:nvGrpSpPr>
          <p:cNvPr id="768" name="Group 767">
            <a:extLst>
              <a:ext uri="{FF2B5EF4-FFF2-40B4-BE49-F238E27FC236}">
                <a16:creationId xmlns:a16="http://schemas.microsoft.com/office/drawing/2014/main" id="{C0413C26-2428-294D-A985-438064AB22F8}"/>
              </a:ext>
            </a:extLst>
          </p:cNvPr>
          <p:cNvGrpSpPr/>
          <p:nvPr/>
        </p:nvGrpSpPr>
        <p:grpSpPr>
          <a:xfrm>
            <a:off x="5287401" y="3553885"/>
            <a:ext cx="433524" cy="214280"/>
            <a:chOff x="7493876" y="2774731"/>
            <a:chExt cx="1481958" cy="894622"/>
          </a:xfrm>
        </p:grpSpPr>
        <p:sp>
          <p:nvSpPr>
            <p:cNvPr id="769" name="Freeform 768">
              <a:extLst>
                <a:ext uri="{FF2B5EF4-FFF2-40B4-BE49-F238E27FC236}">
                  <a16:creationId xmlns:a16="http://schemas.microsoft.com/office/drawing/2014/main" id="{965C4A7A-7A5E-0148-8C9E-B16A4266DC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770" name="Oval 769">
              <a:extLst>
                <a:ext uri="{FF2B5EF4-FFF2-40B4-BE49-F238E27FC236}">
                  <a16:creationId xmlns:a16="http://schemas.microsoft.com/office/drawing/2014/main" id="{92E38B70-5FD9-2340-ACBB-8F93875300F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71" name="Group 770">
              <a:extLst>
                <a:ext uri="{FF2B5EF4-FFF2-40B4-BE49-F238E27FC236}">
                  <a16:creationId xmlns:a16="http://schemas.microsoft.com/office/drawing/2014/main" id="{E3B73C34-FD2E-1B48-A77A-22E11F715B0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2" name="Freeform 771">
                <a:extLst>
                  <a:ext uri="{FF2B5EF4-FFF2-40B4-BE49-F238E27FC236}">
                    <a16:creationId xmlns:a16="http://schemas.microsoft.com/office/drawing/2014/main" id="{E4276C6A-8274-8344-BE16-4ABFAA9AC4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73" name="Freeform 772">
                <a:extLst>
                  <a:ext uri="{FF2B5EF4-FFF2-40B4-BE49-F238E27FC236}">
                    <a16:creationId xmlns:a16="http://schemas.microsoft.com/office/drawing/2014/main" id="{20A2FF59-A2E8-7D4A-AF91-33EC3C561DA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74" name="Freeform 773">
                <a:extLst>
                  <a:ext uri="{FF2B5EF4-FFF2-40B4-BE49-F238E27FC236}">
                    <a16:creationId xmlns:a16="http://schemas.microsoft.com/office/drawing/2014/main" id="{903498AC-CE0A-4149-A230-F651FF8C1DF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75" name="Freeform 774">
                <a:extLst>
                  <a:ext uri="{FF2B5EF4-FFF2-40B4-BE49-F238E27FC236}">
                    <a16:creationId xmlns:a16="http://schemas.microsoft.com/office/drawing/2014/main" id="{B872917B-C402-9545-A450-6FA93A7AFF3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776" name="Group 775">
            <a:extLst>
              <a:ext uri="{FF2B5EF4-FFF2-40B4-BE49-F238E27FC236}">
                <a16:creationId xmlns:a16="http://schemas.microsoft.com/office/drawing/2014/main" id="{E243B6F1-DF5E-834B-A8AE-E9590849B60B}"/>
              </a:ext>
            </a:extLst>
          </p:cNvPr>
          <p:cNvGrpSpPr/>
          <p:nvPr/>
        </p:nvGrpSpPr>
        <p:grpSpPr>
          <a:xfrm>
            <a:off x="5011305" y="4044205"/>
            <a:ext cx="433524" cy="214280"/>
            <a:chOff x="7493876" y="2774731"/>
            <a:chExt cx="1481958" cy="894622"/>
          </a:xfrm>
        </p:grpSpPr>
        <p:sp>
          <p:nvSpPr>
            <p:cNvPr id="777" name="Freeform 776">
              <a:extLst>
                <a:ext uri="{FF2B5EF4-FFF2-40B4-BE49-F238E27FC236}">
                  <a16:creationId xmlns:a16="http://schemas.microsoft.com/office/drawing/2014/main" id="{84A4F67C-5B7E-A346-A9B5-707127538DB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778" name="Oval 777">
              <a:extLst>
                <a:ext uri="{FF2B5EF4-FFF2-40B4-BE49-F238E27FC236}">
                  <a16:creationId xmlns:a16="http://schemas.microsoft.com/office/drawing/2014/main" id="{710EA80C-53BE-C640-847F-EF8C6F0C5E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79" name="Group 778">
              <a:extLst>
                <a:ext uri="{FF2B5EF4-FFF2-40B4-BE49-F238E27FC236}">
                  <a16:creationId xmlns:a16="http://schemas.microsoft.com/office/drawing/2014/main" id="{6F05C597-EF04-8E46-ADDE-B5386A7B3E0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0" name="Freeform 779">
                <a:extLst>
                  <a:ext uri="{FF2B5EF4-FFF2-40B4-BE49-F238E27FC236}">
                    <a16:creationId xmlns:a16="http://schemas.microsoft.com/office/drawing/2014/main" id="{7C40FDF7-A328-1B4D-8506-754F6CBE08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81" name="Freeform 780">
                <a:extLst>
                  <a:ext uri="{FF2B5EF4-FFF2-40B4-BE49-F238E27FC236}">
                    <a16:creationId xmlns:a16="http://schemas.microsoft.com/office/drawing/2014/main" id="{5F61F868-DE1D-8F4B-B310-992E9BA5370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82" name="Freeform 781">
                <a:extLst>
                  <a:ext uri="{FF2B5EF4-FFF2-40B4-BE49-F238E27FC236}">
                    <a16:creationId xmlns:a16="http://schemas.microsoft.com/office/drawing/2014/main" id="{ECFAAB82-F382-5C46-A481-4E0EE52A62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83" name="Freeform 782">
                <a:extLst>
                  <a:ext uri="{FF2B5EF4-FFF2-40B4-BE49-F238E27FC236}">
                    <a16:creationId xmlns:a16="http://schemas.microsoft.com/office/drawing/2014/main" id="{81EF1C74-F122-EB4E-87D0-836B4BC6B1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784" name="Group 783">
            <a:extLst>
              <a:ext uri="{FF2B5EF4-FFF2-40B4-BE49-F238E27FC236}">
                <a16:creationId xmlns:a16="http://schemas.microsoft.com/office/drawing/2014/main" id="{32B9D5FB-6F2D-FC49-BA71-4E56467A288E}"/>
              </a:ext>
            </a:extLst>
          </p:cNvPr>
          <p:cNvGrpSpPr/>
          <p:nvPr/>
        </p:nvGrpSpPr>
        <p:grpSpPr>
          <a:xfrm>
            <a:off x="4143950" y="4007704"/>
            <a:ext cx="433524" cy="214280"/>
            <a:chOff x="7493876" y="2774731"/>
            <a:chExt cx="1481958" cy="894622"/>
          </a:xfrm>
        </p:grpSpPr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6D9C8DA7-EC26-F440-A5E7-0414FEEDC3A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786" name="Oval 785">
              <a:extLst>
                <a:ext uri="{FF2B5EF4-FFF2-40B4-BE49-F238E27FC236}">
                  <a16:creationId xmlns:a16="http://schemas.microsoft.com/office/drawing/2014/main" id="{75F55489-01E2-DC4E-8420-B6BA4282835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87" name="Group 786">
              <a:extLst>
                <a:ext uri="{FF2B5EF4-FFF2-40B4-BE49-F238E27FC236}">
                  <a16:creationId xmlns:a16="http://schemas.microsoft.com/office/drawing/2014/main" id="{76171C91-B5DD-BD40-9E3B-82B64D920D4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8" name="Freeform 787">
                <a:extLst>
                  <a:ext uri="{FF2B5EF4-FFF2-40B4-BE49-F238E27FC236}">
                    <a16:creationId xmlns:a16="http://schemas.microsoft.com/office/drawing/2014/main" id="{92824FB2-3109-A24A-84EE-0875C22A171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89" name="Freeform 788">
                <a:extLst>
                  <a:ext uri="{FF2B5EF4-FFF2-40B4-BE49-F238E27FC236}">
                    <a16:creationId xmlns:a16="http://schemas.microsoft.com/office/drawing/2014/main" id="{B4992F98-C293-F14F-897F-0428DAF2487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90" name="Freeform 789">
                <a:extLst>
                  <a:ext uri="{FF2B5EF4-FFF2-40B4-BE49-F238E27FC236}">
                    <a16:creationId xmlns:a16="http://schemas.microsoft.com/office/drawing/2014/main" id="{9D3E92E4-B967-074F-BDDA-6C78578D5D3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91" name="Freeform 790">
                <a:extLst>
                  <a:ext uri="{FF2B5EF4-FFF2-40B4-BE49-F238E27FC236}">
                    <a16:creationId xmlns:a16="http://schemas.microsoft.com/office/drawing/2014/main" id="{AC70E22F-7F6D-9D45-9031-FB98F8A400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0AAA6329-4E08-D94E-93EE-AC2FA25D6326}"/>
              </a:ext>
            </a:extLst>
          </p:cNvPr>
          <p:cNvGrpSpPr/>
          <p:nvPr/>
        </p:nvGrpSpPr>
        <p:grpSpPr>
          <a:xfrm>
            <a:off x="4598075" y="3321154"/>
            <a:ext cx="433524" cy="214280"/>
            <a:chOff x="7493876" y="2774731"/>
            <a:chExt cx="1481958" cy="894622"/>
          </a:xfrm>
        </p:grpSpPr>
        <p:sp>
          <p:nvSpPr>
            <p:cNvPr id="793" name="Freeform 792">
              <a:extLst>
                <a:ext uri="{FF2B5EF4-FFF2-40B4-BE49-F238E27FC236}">
                  <a16:creationId xmlns:a16="http://schemas.microsoft.com/office/drawing/2014/main" id="{BB444168-FD71-7E47-B4D6-391D9675421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794" name="Oval 793">
              <a:extLst>
                <a:ext uri="{FF2B5EF4-FFF2-40B4-BE49-F238E27FC236}">
                  <a16:creationId xmlns:a16="http://schemas.microsoft.com/office/drawing/2014/main" id="{FAC70931-18C0-3E4B-9F7C-07190D628EE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CDA4CB47-2278-C94D-A8EA-8D5E2A74A82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6" name="Freeform 795">
                <a:extLst>
                  <a:ext uri="{FF2B5EF4-FFF2-40B4-BE49-F238E27FC236}">
                    <a16:creationId xmlns:a16="http://schemas.microsoft.com/office/drawing/2014/main" id="{DCDB30E9-C763-0E48-9E3E-72EAECA07B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97" name="Freeform 796">
                <a:extLst>
                  <a:ext uri="{FF2B5EF4-FFF2-40B4-BE49-F238E27FC236}">
                    <a16:creationId xmlns:a16="http://schemas.microsoft.com/office/drawing/2014/main" id="{77961B40-DE0E-B64A-AC4E-268EAB832F4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98" name="Freeform 797">
                <a:extLst>
                  <a:ext uri="{FF2B5EF4-FFF2-40B4-BE49-F238E27FC236}">
                    <a16:creationId xmlns:a16="http://schemas.microsoft.com/office/drawing/2014/main" id="{C29BE61B-DD17-1E48-955B-B459D24C9D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99" name="Freeform 798">
                <a:extLst>
                  <a:ext uri="{FF2B5EF4-FFF2-40B4-BE49-F238E27FC236}">
                    <a16:creationId xmlns:a16="http://schemas.microsoft.com/office/drawing/2014/main" id="{9D0B46F6-CDBE-9C4C-98C4-18ACE1C1CF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00" name="Group 799">
            <a:extLst>
              <a:ext uri="{FF2B5EF4-FFF2-40B4-BE49-F238E27FC236}">
                <a16:creationId xmlns:a16="http://schemas.microsoft.com/office/drawing/2014/main" id="{439AE64C-370D-E343-8E49-6C6768CBAF77}"/>
              </a:ext>
            </a:extLst>
          </p:cNvPr>
          <p:cNvGrpSpPr/>
          <p:nvPr/>
        </p:nvGrpSpPr>
        <p:grpSpPr>
          <a:xfrm>
            <a:off x="4531070" y="3769534"/>
            <a:ext cx="433524" cy="214280"/>
            <a:chOff x="7493876" y="2774731"/>
            <a:chExt cx="1481958" cy="894622"/>
          </a:xfrm>
        </p:grpSpPr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E0A1DB2C-92C8-364E-BC47-FA5BAF52161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02" name="Oval 801">
              <a:extLst>
                <a:ext uri="{FF2B5EF4-FFF2-40B4-BE49-F238E27FC236}">
                  <a16:creationId xmlns:a16="http://schemas.microsoft.com/office/drawing/2014/main" id="{84346A6B-FED3-C944-B74B-F5A1DE30FD5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543182CA-CB89-DA41-B460-2032628AECF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" name="Freeform 803">
                <a:extLst>
                  <a:ext uri="{FF2B5EF4-FFF2-40B4-BE49-F238E27FC236}">
                    <a16:creationId xmlns:a16="http://schemas.microsoft.com/office/drawing/2014/main" id="{7C35BEA7-39EA-AF44-9B1A-9069DDBA13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05" name="Freeform 804">
                <a:extLst>
                  <a:ext uri="{FF2B5EF4-FFF2-40B4-BE49-F238E27FC236}">
                    <a16:creationId xmlns:a16="http://schemas.microsoft.com/office/drawing/2014/main" id="{CA289C9F-3DB7-7A4B-A338-B0CD67353F4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06" name="Freeform 805">
                <a:extLst>
                  <a:ext uri="{FF2B5EF4-FFF2-40B4-BE49-F238E27FC236}">
                    <a16:creationId xmlns:a16="http://schemas.microsoft.com/office/drawing/2014/main" id="{F5FC6510-D993-524E-B9F2-EB0A421DFE3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07" name="Freeform 806">
                <a:extLst>
                  <a:ext uri="{FF2B5EF4-FFF2-40B4-BE49-F238E27FC236}">
                    <a16:creationId xmlns:a16="http://schemas.microsoft.com/office/drawing/2014/main" id="{C58489D3-AD98-5849-ADA3-B1C7B9B4B9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08" name="Group 807">
            <a:extLst>
              <a:ext uri="{FF2B5EF4-FFF2-40B4-BE49-F238E27FC236}">
                <a16:creationId xmlns:a16="http://schemas.microsoft.com/office/drawing/2014/main" id="{CBD30329-EF8A-434C-B6EE-CEE2CDB2D499}"/>
              </a:ext>
            </a:extLst>
          </p:cNvPr>
          <p:cNvGrpSpPr/>
          <p:nvPr/>
        </p:nvGrpSpPr>
        <p:grpSpPr>
          <a:xfrm>
            <a:off x="3821061" y="3552256"/>
            <a:ext cx="433524" cy="214280"/>
            <a:chOff x="7493876" y="2774731"/>
            <a:chExt cx="1481958" cy="894622"/>
          </a:xfrm>
        </p:grpSpPr>
        <p:sp>
          <p:nvSpPr>
            <p:cNvPr id="809" name="Freeform 808">
              <a:extLst>
                <a:ext uri="{FF2B5EF4-FFF2-40B4-BE49-F238E27FC236}">
                  <a16:creationId xmlns:a16="http://schemas.microsoft.com/office/drawing/2014/main" id="{C16A6827-70C6-5247-943E-DBCA19804B5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701C0281-7FB7-B040-84C8-661D68EF69F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11" name="Group 810">
              <a:extLst>
                <a:ext uri="{FF2B5EF4-FFF2-40B4-BE49-F238E27FC236}">
                  <a16:creationId xmlns:a16="http://schemas.microsoft.com/office/drawing/2014/main" id="{019453D2-E67C-7F4E-82EB-B7EE9BD09D3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2" name="Freeform 811">
                <a:extLst>
                  <a:ext uri="{FF2B5EF4-FFF2-40B4-BE49-F238E27FC236}">
                    <a16:creationId xmlns:a16="http://schemas.microsoft.com/office/drawing/2014/main" id="{43556055-0862-FA41-B220-5E3C09F46FA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3" name="Freeform 812">
                <a:extLst>
                  <a:ext uri="{FF2B5EF4-FFF2-40B4-BE49-F238E27FC236}">
                    <a16:creationId xmlns:a16="http://schemas.microsoft.com/office/drawing/2014/main" id="{7D44D9ED-1D38-B64F-B869-982F3B76A33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4" name="Freeform 813">
                <a:extLst>
                  <a:ext uri="{FF2B5EF4-FFF2-40B4-BE49-F238E27FC236}">
                    <a16:creationId xmlns:a16="http://schemas.microsoft.com/office/drawing/2014/main" id="{64929109-8482-0C43-AE9D-6EFDD2BC94E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15" name="Freeform 814">
                <a:extLst>
                  <a:ext uri="{FF2B5EF4-FFF2-40B4-BE49-F238E27FC236}">
                    <a16:creationId xmlns:a16="http://schemas.microsoft.com/office/drawing/2014/main" id="{61BC8A89-F1ED-CE46-9494-60CF8828663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586" name="Freeform 120">
            <a:extLst>
              <a:ext uri="{FF2B5EF4-FFF2-40B4-BE49-F238E27FC236}">
                <a16:creationId xmlns:a16="http://schemas.microsoft.com/office/drawing/2014/main" id="{9AB9F05A-A548-AC4E-83E2-A877F3B9A57F}"/>
              </a:ext>
            </a:extLst>
          </p:cNvPr>
          <p:cNvSpPr>
            <a:spLocks/>
          </p:cNvSpPr>
          <p:nvPr/>
        </p:nvSpPr>
        <p:spPr bwMode="auto">
          <a:xfrm>
            <a:off x="3652009" y="3618245"/>
            <a:ext cx="781400" cy="252338"/>
          </a:xfrm>
          <a:custGeom>
            <a:avLst/>
            <a:gdLst>
              <a:gd name="T0" fmla="*/ 0 w 10844"/>
              <a:gd name="T1" fmla="*/ 2147483647 h 14797"/>
              <a:gd name="T2" fmla="*/ 2147483647 w 10844"/>
              <a:gd name="T3" fmla="*/ 2147483647 h 14797"/>
              <a:gd name="T4" fmla="*/ 2147483647 w 10844"/>
              <a:gd name="T5" fmla="*/ 2147483647 h 14797"/>
              <a:gd name="T6" fmla="*/ 0 60000 65536"/>
              <a:gd name="T7" fmla="*/ 0 60000 65536"/>
              <a:gd name="T8" fmla="*/ 0 60000 65536"/>
              <a:gd name="T9" fmla="*/ 0 w 10844"/>
              <a:gd name="T10" fmla="*/ 0 h 14797"/>
              <a:gd name="T11" fmla="*/ 10844 w 10844"/>
              <a:gd name="T12" fmla="*/ 14797 h 147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844" h="14797">
                <a:moveTo>
                  <a:pt x="0" y="14797"/>
                </a:moveTo>
                <a:cubicBezTo>
                  <a:pt x="2168" y="9517"/>
                  <a:pt x="5654" y="-1331"/>
                  <a:pt x="7042" y="135"/>
                </a:cubicBezTo>
                <a:cubicBezTo>
                  <a:pt x="8563" y="1950"/>
                  <a:pt x="9984" y="6698"/>
                  <a:pt x="10844" y="9978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8" name="Text Box 108">
            <a:extLst>
              <a:ext uri="{FF2B5EF4-FFF2-40B4-BE49-F238E27FC236}">
                <a16:creationId xmlns:a16="http://schemas.microsoft.com/office/drawing/2014/main" id="{E7C9C96C-2BC6-C44A-AE8A-01BCFB474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3566" y="1941098"/>
            <a:ext cx="16363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l</a:t>
            </a:r>
            <a:r>
              <a:rPr lang="en-US" altLang="en-US" sz="1200" dirty="0" err="1">
                <a:solidFill>
                  <a:srgbClr val="000000"/>
                </a:solidFill>
                <a:latin typeface="+mn-lt"/>
              </a:rPr>
              <a:t>ocal</a:t>
            </a:r>
            <a:r>
              <a:rPr lang="en-US" altLang="en-US" sz="1200" dirty="0">
                <a:solidFill>
                  <a:srgbClr val="000000"/>
                </a:solidFill>
                <a:latin typeface="+mn-lt"/>
              </a:rPr>
              <a:t> forwarding table</a:t>
            </a:r>
          </a:p>
        </p:txBody>
      </p:sp>
      <p:cxnSp>
        <p:nvCxnSpPr>
          <p:cNvPr id="705" name="Straight Connector 421888">
            <a:extLst>
              <a:ext uri="{FF2B5EF4-FFF2-40B4-BE49-F238E27FC236}">
                <a16:creationId xmlns:a16="http://schemas.microsoft.com/office/drawing/2014/main" id="{A28CC61D-39D0-FF4B-80F5-8521552885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2319" y="2068055"/>
            <a:ext cx="961247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9439175-92D1-B54E-89FE-24E600DB9083}"/>
              </a:ext>
            </a:extLst>
          </p:cNvPr>
          <p:cNvGrpSpPr/>
          <p:nvPr/>
        </p:nvGrpSpPr>
        <p:grpSpPr>
          <a:xfrm>
            <a:off x="2808597" y="1935242"/>
            <a:ext cx="1550424" cy="276999"/>
            <a:chOff x="6181202" y="4326532"/>
            <a:chExt cx="2067232" cy="36933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0D30A0E-A386-1047-BF2B-4573AB91DD1D}"/>
                </a:ext>
              </a:extLst>
            </p:cNvPr>
            <p:cNvSpPr/>
            <p:nvPr/>
          </p:nvSpPr>
          <p:spPr>
            <a:xfrm>
              <a:off x="6192122" y="4338108"/>
              <a:ext cx="2006600" cy="295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45" name="Text Box 110">
              <a:extLst>
                <a:ext uri="{FF2B5EF4-FFF2-40B4-BE49-F238E27FC236}">
                  <a16:creationId xmlns:a16="http://schemas.microsoft.com/office/drawing/2014/main" id="{176C7190-B831-844B-9F8F-BED0B509E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1202" y="4326532"/>
              <a:ext cx="2067232" cy="369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local forwarding table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7EBE358-5C23-474E-A2B6-80BB3E04FC0E}"/>
              </a:ext>
            </a:extLst>
          </p:cNvPr>
          <p:cNvGrpSpPr/>
          <p:nvPr/>
        </p:nvGrpSpPr>
        <p:grpSpPr>
          <a:xfrm>
            <a:off x="2766898" y="1319397"/>
            <a:ext cx="1571625" cy="453628"/>
            <a:chOff x="3839579" y="1912090"/>
            <a:chExt cx="2095500" cy="604837"/>
          </a:xfrm>
        </p:grpSpPr>
        <p:sp>
          <p:nvSpPr>
            <p:cNvPr id="822" name="Oval 5">
              <a:extLst>
                <a:ext uri="{FF2B5EF4-FFF2-40B4-BE49-F238E27FC236}">
                  <a16:creationId xmlns:a16="http://schemas.microsoft.com/office/drawing/2014/main" id="{31E7DBF2-2BFB-094F-BD34-EE8B47DDE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9579" y="1912090"/>
              <a:ext cx="2095500" cy="60483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821" name="Text Box 108">
              <a:extLst>
                <a:ext uri="{FF2B5EF4-FFF2-40B4-BE49-F238E27FC236}">
                  <a16:creationId xmlns:a16="http://schemas.microsoft.com/office/drawing/2014/main" id="{5942793B-FC1B-AD41-9170-51DAF5E37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4815" y="2018581"/>
              <a:ext cx="1970264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350" dirty="0">
                  <a:solidFill>
                    <a:schemeClr val="bg1"/>
                  </a:solidFill>
                  <a:latin typeface="+mn-lt"/>
                </a:rPr>
                <a:t>routing algorithm</a:t>
              </a:r>
            </a:p>
          </p:txBody>
        </p:sp>
      </p:grpSp>
      <p:sp>
        <p:nvSpPr>
          <p:cNvPr id="553" name="AutoShape 118">
            <a:extLst>
              <a:ext uri="{FF2B5EF4-FFF2-40B4-BE49-F238E27FC236}">
                <a16:creationId xmlns:a16="http://schemas.microsoft.com/office/drawing/2014/main" id="{CE405A55-DEFA-E34D-A391-3BAFA1DB294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81273" y="1767072"/>
            <a:ext cx="180975" cy="204788"/>
          </a:xfrm>
          <a:prstGeom prst="rightArrow">
            <a:avLst>
              <a:gd name="adj1" fmla="val 51167"/>
              <a:gd name="adj2" fmla="val 39736"/>
            </a:avLst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350">
              <a:solidFill>
                <a:srgbClr val="00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ED7CDA-AEE6-2541-9AFD-7236C61CB0E6}"/>
              </a:ext>
            </a:extLst>
          </p:cNvPr>
          <p:cNvGrpSpPr/>
          <p:nvPr/>
        </p:nvGrpSpPr>
        <p:grpSpPr>
          <a:xfrm>
            <a:off x="4259454" y="2732202"/>
            <a:ext cx="1657591" cy="1850306"/>
            <a:chOff x="5679271" y="3642935"/>
            <a:chExt cx="2210121" cy="2467075"/>
          </a:xfrm>
        </p:grpSpPr>
        <p:sp>
          <p:nvSpPr>
            <p:cNvPr id="823" name="Oval 144">
              <a:extLst>
                <a:ext uri="{FF2B5EF4-FFF2-40B4-BE49-F238E27FC236}">
                  <a16:creationId xmlns:a16="http://schemas.microsoft.com/office/drawing/2014/main" id="{4E37D2F6-DDCB-8546-96C0-5E09A9883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4350" y="5992553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4" name="Oval 144">
              <a:extLst>
                <a:ext uri="{FF2B5EF4-FFF2-40B4-BE49-F238E27FC236}">
                  <a16:creationId xmlns:a16="http://schemas.microsoft.com/office/drawing/2014/main" id="{80C8C5ED-9FE0-294D-B088-D775F7E3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4311" y="5792457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5" name="Oval 144">
              <a:extLst>
                <a:ext uri="{FF2B5EF4-FFF2-40B4-BE49-F238E27FC236}">
                  <a16:creationId xmlns:a16="http://schemas.microsoft.com/office/drawing/2014/main" id="{BD311204-2FD1-6E43-AED6-BB85A0E58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9271" y="5968768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6" name="Oval 144">
              <a:extLst>
                <a:ext uri="{FF2B5EF4-FFF2-40B4-BE49-F238E27FC236}">
                  <a16:creationId xmlns:a16="http://schemas.microsoft.com/office/drawing/2014/main" id="{27DD786D-C69E-CB4C-B6E8-FAA46B06E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0760" y="3969843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827" name="Oval 144">
              <a:extLst>
                <a:ext uri="{FF2B5EF4-FFF2-40B4-BE49-F238E27FC236}">
                  <a16:creationId xmlns:a16="http://schemas.microsoft.com/office/drawing/2014/main" id="{D8D94D2F-82FD-AF4E-8B2B-09682F7EC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551" y="3642935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000000"/>
                </a:solidFill>
              </a:endParaRPr>
            </a:p>
          </p:txBody>
        </p:sp>
      </p:grpSp>
      <p:sp>
        <p:nvSpPr>
          <p:cNvPr id="38" name="Freeform 37">
            <a:extLst>
              <a:ext uri="{FF2B5EF4-FFF2-40B4-BE49-F238E27FC236}">
                <a16:creationId xmlns:a16="http://schemas.microsoft.com/office/drawing/2014/main" id="{EBF8C7CF-1CD2-E44B-AAD1-0E0FFDFB33AC}"/>
              </a:ext>
            </a:extLst>
          </p:cNvPr>
          <p:cNvSpPr/>
          <p:nvPr/>
        </p:nvSpPr>
        <p:spPr>
          <a:xfrm>
            <a:off x="4311139" y="3581402"/>
            <a:ext cx="1817610" cy="299380"/>
          </a:xfrm>
          <a:custGeom>
            <a:avLst/>
            <a:gdLst>
              <a:gd name="connsiteX0" fmla="*/ 0 w 2417086"/>
              <a:gd name="connsiteY0" fmla="*/ 136686 h 393747"/>
              <a:gd name="connsiteX1" fmla="*/ 613863 w 2417086"/>
              <a:gd name="connsiteY1" fmla="*/ 392462 h 393747"/>
              <a:gd name="connsiteX2" fmla="*/ 1579419 w 2417086"/>
              <a:gd name="connsiteY2" fmla="*/ 40770 h 393747"/>
              <a:gd name="connsiteX3" fmla="*/ 2417086 w 2417086"/>
              <a:gd name="connsiteY3" fmla="*/ 21586 h 393747"/>
              <a:gd name="connsiteX0" fmla="*/ 0 w 2423480"/>
              <a:gd name="connsiteY0" fmla="*/ 153322 h 410383"/>
              <a:gd name="connsiteX1" fmla="*/ 613863 w 2423480"/>
              <a:gd name="connsiteY1" fmla="*/ 409098 h 410383"/>
              <a:gd name="connsiteX2" fmla="*/ 1579419 w 2423480"/>
              <a:gd name="connsiteY2" fmla="*/ 57406 h 410383"/>
              <a:gd name="connsiteX3" fmla="*/ 2423480 w 2423480"/>
              <a:gd name="connsiteY3" fmla="*/ 12644 h 410383"/>
              <a:gd name="connsiteX0" fmla="*/ 0 w 2423480"/>
              <a:gd name="connsiteY0" fmla="*/ 142112 h 399173"/>
              <a:gd name="connsiteX1" fmla="*/ 613863 w 2423480"/>
              <a:gd name="connsiteY1" fmla="*/ 397888 h 399173"/>
              <a:gd name="connsiteX2" fmla="*/ 1579419 w 2423480"/>
              <a:gd name="connsiteY2" fmla="*/ 46196 h 399173"/>
              <a:gd name="connsiteX3" fmla="*/ 2423480 w 2423480"/>
              <a:gd name="connsiteY3" fmla="*/ 1434 h 399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480" h="399173">
                <a:moveTo>
                  <a:pt x="0" y="142112"/>
                </a:moveTo>
                <a:cubicBezTo>
                  <a:pt x="175313" y="277993"/>
                  <a:pt x="350627" y="413874"/>
                  <a:pt x="613863" y="397888"/>
                </a:cubicBezTo>
                <a:cubicBezTo>
                  <a:pt x="877099" y="381902"/>
                  <a:pt x="1277816" y="112272"/>
                  <a:pt x="1579419" y="46196"/>
                </a:cubicBezTo>
                <a:cubicBezTo>
                  <a:pt x="1881022" y="-19880"/>
                  <a:pt x="2065394" y="5697"/>
                  <a:pt x="2423480" y="1434"/>
                </a:cubicBezTo>
              </a:path>
            </a:pathLst>
          </a:custGeom>
          <a:noFill/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7688A7E-0980-EA46-BAFE-C85E8249B3CB}"/>
              </a:ext>
            </a:extLst>
          </p:cNvPr>
          <p:cNvGrpSpPr/>
          <p:nvPr/>
        </p:nvGrpSpPr>
        <p:grpSpPr>
          <a:xfrm>
            <a:off x="4200712" y="1544435"/>
            <a:ext cx="2139392" cy="2992754"/>
            <a:chOff x="5600948" y="2059246"/>
            <a:chExt cx="2852523" cy="3990339"/>
          </a:xfrm>
        </p:grpSpPr>
        <p:cxnSp>
          <p:nvCxnSpPr>
            <p:cNvPr id="706" name="Straight Connector 421894">
              <a:extLst>
                <a:ext uri="{FF2B5EF4-FFF2-40B4-BE49-F238E27FC236}">
                  <a16:creationId xmlns:a16="http://schemas.microsoft.com/office/drawing/2014/main" id="{FF953141-ECB6-0247-95B2-E79D8F07DA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600948" y="2062812"/>
              <a:ext cx="2852523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6" name="Straight Connector 421894">
              <a:extLst>
                <a:ext uri="{FF2B5EF4-FFF2-40B4-BE49-F238E27FC236}">
                  <a16:creationId xmlns:a16="http://schemas.microsoft.com/office/drawing/2014/main" id="{C8B3443F-EA2C-1145-82B2-7AD7F1615359}"/>
                </a:ext>
              </a:extLst>
            </p:cNvPr>
            <p:cNvCxnSpPr>
              <a:cxnSpLocks noChangeShapeType="1"/>
              <a:endCxn id="616" idx="0"/>
            </p:cNvCxnSpPr>
            <p:nvPr/>
          </p:nvCxnSpPr>
          <p:spPr bwMode="auto">
            <a:xfrm flipH="1">
              <a:off x="6643279" y="2072337"/>
              <a:ext cx="1781930" cy="156938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7" name="Straight Connector 421894">
              <a:extLst>
                <a:ext uri="{FF2B5EF4-FFF2-40B4-BE49-F238E27FC236}">
                  <a16:creationId xmlns:a16="http://schemas.microsoft.com/office/drawing/2014/main" id="{692AE3BC-3521-0A45-9F70-892BA8394ED3}"/>
                </a:ext>
              </a:extLst>
            </p:cNvPr>
            <p:cNvCxnSpPr>
              <a:cxnSpLocks noChangeShapeType="1"/>
              <a:endCxn id="609" idx="0"/>
            </p:cNvCxnSpPr>
            <p:nvPr/>
          </p:nvCxnSpPr>
          <p:spPr bwMode="auto">
            <a:xfrm flipH="1">
              <a:off x="7640094" y="2059246"/>
              <a:ext cx="802722" cy="190855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9F33713-9D72-CC4E-8B4F-6BC921BBDAB5}"/>
                </a:ext>
              </a:extLst>
            </p:cNvPr>
            <p:cNvGrpSpPr/>
            <p:nvPr/>
          </p:nvGrpSpPr>
          <p:grpSpPr>
            <a:xfrm>
              <a:off x="6178773" y="2060294"/>
              <a:ext cx="2270746" cy="3989291"/>
              <a:chOff x="6178773" y="2060294"/>
              <a:chExt cx="2270746" cy="3989291"/>
            </a:xfrm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42768938-F0DD-D54A-A242-C6BAC2ED4AF0}"/>
                  </a:ext>
                </a:extLst>
              </p:cNvPr>
              <p:cNvSpPr/>
              <p:nvPr/>
            </p:nvSpPr>
            <p:spPr>
              <a:xfrm>
                <a:off x="6852213" y="2060294"/>
                <a:ext cx="1597306" cy="3796496"/>
              </a:xfrm>
              <a:custGeom>
                <a:avLst/>
                <a:gdLst>
                  <a:gd name="connsiteX0" fmla="*/ 1597306 w 1597306"/>
                  <a:gd name="connsiteY0" fmla="*/ 0 h 3796496"/>
                  <a:gd name="connsiteX1" fmla="*/ 925974 w 1597306"/>
                  <a:gd name="connsiteY1" fmla="*/ 3784921 h 3796496"/>
                  <a:gd name="connsiteX2" fmla="*/ 0 w 1597306"/>
                  <a:gd name="connsiteY2" fmla="*/ 3796496 h 3796496"/>
                  <a:gd name="connsiteX3" fmla="*/ 0 w 1597306"/>
                  <a:gd name="connsiteY3" fmla="*/ 3796496 h 3796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7306" h="3796496">
                    <a:moveTo>
                      <a:pt x="1597306" y="0"/>
                    </a:moveTo>
                    <a:lnTo>
                      <a:pt x="925974" y="3784921"/>
                    </a:lnTo>
                    <a:lnTo>
                      <a:pt x="0" y="3796496"/>
                    </a:lnTo>
                    <a:lnTo>
                      <a:pt x="0" y="3796496"/>
                    </a:lnTo>
                  </a:path>
                </a:pathLst>
              </a:custGeom>
              <a:noFill/>
              <a:ln w="19050">
                <a:solidFill>
                  <a:srgbClr val="C0000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cxnSp>
            <p:nvCxnSpPr>
              <p:cNvPr id="819" name="Straight Connector 421894">
                <a:extLst>
                  <a:ext uri="{FF2B5EF4-FFF2-40B4-BE49-F238E27FC236}">
                    <a16:creationId xmlns:a16="http://schemas.microsoft.com/office/drawing/2014/main" id="{A48794C0-F4E0-1E4B-B13D-1B972E5F534C}"/>
                  </a:ext>
                </a:extLst>
              </p:cNvPr>
              <p:cNvCxnSpPr>
                <a:cxnSpLocks noChangeShapeType="1"/>
                <a:stCxn id="27" idx="1"/>
                <a:endCxn id="602" idx="6"/>
              </p:cNvCxnSpPr>
              <p:nvPr/>
            </p:nvCxnSpPr>
            <p:spPr bwMode="auto">
              <a:xfrm flipH="1">
                <a:off x="7535735" y="5845215"/>
                <a:ext cx="242452" cy="20437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0" name="Straight Connector 421894">
                <a:extLst>
                  <a:ext uri="{FF2B5EF4-FFF2-40B4-BE49-F238E27FC236}">
                    <a16:creationId xmlns:a16="http://schemas.microsoft.com/office/drawing/2014/main" id="{5F9A93E4-4655-D04A-94BC-0F9166184777}"/>
                  </a:ext>
                </a:extLst>
              </p:cNvPr>
              <p:cNvCxnSpPr>
                <a:cxnSpLocks noChangeShapeType="1"/>
                <a:stCxn id="27" idx="1"/>
              </p:cNvCxnSpPr>
              <p:nvPr/>
            </p:nvCxnSpPr>
            <p:spPr bwMode="auto">
              <a:xfrm flipH="1">
                <a:off x="6178773" y="5845215"/>
                <a:ext cx="1599414" cy="182258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AF9CD47-1028-BA40-AB36-C612218B6100}"/>
              </a:ext>
            </a:extLst>
          </p:cNvPr>
          <p:cNvGrpSpPr/>
          <p:nvPr/>
        </p:nvGrpSpPr>
        <p:grpSpPr>
          <a:xfrm>
            <a:off x="4274232" y="2864767"/>
            <a:ext cx="1637551" cy="1796228"/>
            <a:chOff x="5698975" y="3819688"/>
            <a:chExt cx="2183401" cy="239497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084319E-FBD0-F442-9880-9B2E7A611A86}"/>
                </a:ext>
              </a:extLst>
            </p:cNvPr>
            <p:cNvSpPr/>
            <p:nvPr/>
          </p:nvSpPr>
          <p:spPr>
            <a:xfrm>
              <a:off x="7050700" y="6168940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578192C6-D0EF-3143-B733-A6CBF7835DF2}"/>
                </a:ext>
              </a:extLst>
            </p:cNvPr>
            <p:cNvSpPr/>
            <p:nvPr/>
          </p:nvSpPr>
          <p:spPr>
            <a:xfrm>
              <a:off x="6359921" y="596876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BCC19A4B-1456-CC4C-AE44-0802EA11CD66}"/>
                </a:ext>
              </a:extLst>
            </p:cNvPr>
            <p:cNvSpPr/>
            <p:nvPr/>
          </p:nvSpPr>
          <p:spPr>
            <a:xfrm>
              <a:off x="5698975" y="6141541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EDB88050-095A-6E41-A598-B97517764148}"/>
                </a:ext>
              </a:extLst>
            </p:cNvPr>
            <p:cNvSpPr/>
            <p:nvPr/>
          </p:nvSpPr>
          <p:spPr>
            <a:xfrm>
              <a:off x="7405975" y="4146032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D639BFA3-339E-5B4A-96BE-D31AEAC99BFB}"/>
                </a:ext>
              </a:extLst>
            </p:cNvPr>
            <p:cNvSpPr/>
            <p:nvPr/>
          </p:nvSpPr>
          <p:spPr>
            <a:xfrm>
              <a:off x="6407517" y="381968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6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99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67" grpId="0"/>
      <p:bldP spid="586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/>
              <a:t>Circuit Switching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683" y="1160358"/>
            <a:ext cx="8025779" cy="3463098"/>
          </a:xfrm>
        </p:spPr>
        <p:txBody>
          <a:bodyPr>
            <a:normAutofit/>
          </a:bodyPr>
          <a:lstStyle/>
          <a:p>
            <a:pPr algn="just"/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 circuit-switched networks, the resources needed along a path </a:t>
            </a:r>
            <a:r>
              <a:rPr lang="en-US" altLang="en-US" sz="20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(buffers, </a:t>
            </a:r>
            <a:r>
              <a:rPr lang="en-US" altLang="en-US" sz="2000" dirty="0" smtClean="0">
                <a:solidFill>
                  <a:srgbClr val="00B050"/>
                </a:solidFill>
                <a:ea typeface="ＭＳ Ｐゴシック" panose="020B0600070205080204" pitchFamily="34" charset="-128"/>
              </a:rPr>
              <a:t>link transmission </a:t>
            </a:r>
            <a:r>
              <a:rPr lang="en-US" altLang="en-US" sz="20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rate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) to provide for communication between the end systems </a:t>
            </a:r>
            <a:r>
              <a:rPr lang="en-US" altLang="en-US" sz="2000" dirty="0" smtClean="0">
                <a:solidFill>
                  <a:srgbClr val="FF0000"/>
                </a:solidFill>
                <a:ea typeface="ＭＳ Ｐゴシック" panose="020B0600070205080204" pitchFamily="34" charset="-128"/>
              </a:rPr>
              <a:t>are reserved 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for the duration of the communication session between the end systems. </a:t>
            </a:r>
            <a:endParaRPr lang="en-US" altLang="en-US" sz="2000" dirty="0" smtClean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algn="just"/>
            <a:endParaRPr lang="en-US" altLang="en-US" sz="20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algn="just"/>
            <a:r>
              <a:rPr lang="en-US" altLang="en-US" sz="2000" dirty="0">
                <a:ea typeface="ＭＳ Ｐゴシック" panose="020B0600070205080204" pitchFamily="34" charset="-128"/>
              </a:rPr>
              <a:t>Example:</a:t>
            </a:r>
          </a:p>
          <a:p>
            <a:pPr algn="just"/>
            <a:r>
              <a:rPr lang="en-US" altLang="en-US" sz="2000" dirty="0">
                <a:ea typeface="ＭＳ Ｐゴシック" panose="020B0600070205080204" pitchFamily="34" charset="-128"/>
              </a:rPr>
              <a:t> ▪ Traditional telephone networks</a:t>
            </a:r>
            <a:endParaRPr lang="en-US" altLang="en-US" sz="2000" dirty="0"/>
          </a:p>
          <a:p>
            <a:endParaRPr lang="en-US" dirty="0"/>
          </a:p>
        </p:txBody>
      </p:sp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1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/>
              <a:t>Circuit </a:t>
            </a:r>
            <a:r>
              <a:rPr lang="en-US" altLang="ja-JP" dirty="0"/>
              <a:t>S</a:t>
            </a:r>
            <a:r>
              <a:rPr lang="en-US" altLang="ja-JP" dirty="0" smtClean="0"/>
              <a:t>witching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683" y="1160358"/>
            <a:ext cx="5222684" cy="3983142"/>
          </a:xfrm>
        </p:spPr>
        <p:txBody>
          <a:bodyPr>
            <a:normAutofit fontScale="92500" lnSpcReduction="20000"/>
          </a:bodyPr>
          <a:lstStyle/>
          <a:p>
            <a:pPr marL="8335" indent="-8335">
              <a:buNone/>
            </a:pPr>
            <a:r>
              <a:rPr lang="en-US" altLang="en-US" sz="19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end-end resources allocated to, reserved for “</a:t>
            </a:r>
            <a:r>
              <a:rPr lang="en-US" altLang="ja-JP" sz="19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call” between source and destination</a:t>
            </a:r>
          </a:p>
          <a:p>
            <a:r>
              <a:rPr lang="en-US" altLang="en-US" sz="1900" dirty="0">
                <a:ea typeface="ＭＳ Ｐゴシック" panose="020B0600070205080204" pitchFamily="34" charset="-128"/>
              </a:rPr>
              <a:t>in diagram, each link has four circuits. </a:t>
            </a:r>
          </a:p>
          <a:p>
            <a:pPr marL="511969" lvl="1" indent="-169069"/>
            <a:r>
              <a:rPr lang="en-US" altLang="en-US" sz="19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call gets 2</a:t>
            </a:r>
            <a:r>
              <a:rPr lang="en-US" altLang="en-US" sz="1900" baseline="300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nd</a:t>
            </a:r>
            <a:r>
              <a:rPr lang="en-US" altLang="en-US" sz="19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circuit in top link and 1</a:t>
            </a:r>
            <a:r>
              <a:rPr lang="en-US" altLang="en-US" sz="1900" baseline="300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st</a:t>
            </a:r>
            <a:r>
              <a:rPr lang="en-US" altLang="en-US" sz="19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circuit in right link.</a:t>
            </a:r>
          </a:p>
          <a:p>
            <a:r>
              <a:rPr lang="en-US" altLang="en-US" sz="1900" dirty="0">
                <a:ea typeface="ＭＳ Ｐゴシック" panose="020B0600070205080204" pitchFamily="34" charset="-128"/>
              </a:rPr>
              <a:t>dedicated resources: no sharing</a:t>
            </a:r>
          </a:p>
          <a:p>
            <a:pPr marL="511969" lvl="1" indent="-169069"/>
            <a:r>
              <a:rPr lang="en-US" altLang="en-US" sz="1900" dirty="0">
                <a:solidFill>
                  <a:srgbClr val="00B050"/>
                </a:solidFill>
                <a:ea typeface="Arial" panose="020B0604020202020204" pitchFamily="34" charset="0"/>
              </a:rPr>
              <a:t>circuit-like (guaranteed) performance</a:t>
            </a:r>
          </a:p>
          <a:p>
            <a:r>
              <a:rPr lang="en-US" altLang="en-US" sz="1900" dirty="0">
                <a:ea typeface="ＭＳ Ｐゴシック" panose="020B0600070205080204" pitchFamily="34" charset="-128"/>
              </a:rPr>
              <a:t>circuit segment idle if not used by call </a:t>
            </a:r>
            <a:r>
              <a:rPr lang="en-US" altLang="en-US" sz="19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(no sharing)</a:t>
            </a:r>
          </a:p>
          <a:p>
            <a:r>
              <a:rPr lang="en-US" altLang="en-US" sz="1900" dirty="0">
                <a:ea typeface="ＭＳ Ｐゴシック" panose="020B0600070205080204" pitchFamily="34" charset="-128"/>
              </a:rPr>
              <a:t>commonly used in traditional telephone </a:t>
            </a:r>
            <a:r>
              <a:rPr lang="en-US" altLang="en-US" sz="1900" dirty="0" smtClean="0">
                <a:ea typeface="ＭＳ Ｐゴシック" panose="020B0600070205080204" pitchFamily="34" charset="-128"/>
              </a:rPr>
              <a:t>networks</a:t>
            </a:r>
          </a:p>
          <a:p>
            <a:r>
              <a:rPr lang="en-US" altLang="en-US" sz="1900" dirty="0">
                <a:ea typeface="ＭＳ Ｐゴシック" panose="020B0600070205080204" pitchFamily="34" charset="-128"/>
              </a:rPr>
              <a:t> if each link between adjacent switches has </a:t>
            </a:r>
            <a:r>
              <a:rPr lang="en-US" altLang="en-US" sz="1900" dirty="0" smtClean="0">
                <a:ea typeface="ＭＳ Ｐゴシック" panose="020B0600070205080204" pitchFamily="34" charset="-128"/>
              </a:rPr>
              <a:t>a transmission </a:t>
            </a:r>
            <a:r>
              <a:rPr lang="en-US" altLang="en-US" sz="1900" dirty="0">
                <a:ea typeface="ＭＳ Ｐゴシック" panose="020B0600070205080204" pitchFamily="34" charset="-128"/>
              </a:rPr>
              <a:t>rate of 1 Mbps, then each </a:t>
            </a:r>
            <a:r>
              <a:rPr lang="en-US" altLang="en-US" sz="1900" dirty="0" smtClean="0">
                <a:ea typeface="ＭＳ Ｐゴシック" panose="020B0600070205080204" pitchFamily="34" charset="-128"/>
              </a:rPr>
              <a:t>end-to end </a:t>
            </a:r>
            <a:r>
              <a:rPr lang="en-US" altLang="en-US" sz="1900" dirty="0">
                <a:ea typeface="ＭＳ Ｐゴシック" panose="020B0600070205080204" pitchFamily="34" charset="-128"/>
              </a:rPr>
              <a:t>circuit-switch connection gets 250 kbps </a:t>
            </a:r>
            <a:r>
              <a:rPr lang="en-US" altLang="en-US" sz="1900" dirty="0" smtClean="0">
                <a:ea typeface="ＭＳ Ｐゴシック" panose="020B0600070205080204" pitchFamily="34" charset="-128"/>
              </a:rPr>
              <a:t>of dedicated </a:t>
            </a:r>
            <a:r>
              <a:rPr lang="en-US" altLang="en-US" sz="1900" dirty="0">
                <a:ea typeface="ＭＳ Ｐゴシック" panose="020B0600070205080204" pitchFamily="34" charset="-128"/>
              </a:rPr>
              <a:t>transmission rate. </a:t>
            </a:r>
          </a:p>
          <a:p>
            <a:pPr marL="130969" indent="0">
              <a:buSzPct val="7500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C85B1EBD-FEC9-7D47-95F3-A01E91DC9894}"/>
              </a:ext>
            </a:extLst>
          </p:cNvPr>
          <p:cNvSpPr/>
          <p:nvPr/>
        </p:nvSpPr>
        <p:spPr bwMode="auto">
          <a:xfrm>
            <a:off x="6953355" y="2076228"/>
            <a:ext cx="1124009" cy="47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C07D9778-DC6E-7345-9465-FB3BB6CE8E90}"/>
              </a:ext>
            </a:extLst>
          </p:cNvPr>
          <p:cNvSpPr/>
          <p:nvPr/>
        </p:nvSpPr>
        <p:spPr bwMode="auto">
          <a:xfrm>
            <a:off x="6953355" y="2123294"/>
            <a:ext cx="1124009" cy="470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61FD4856-E9C8-2A41-A5F2-E30BD123301C}"/>
              </a:ext>
            </a:extLst>
          </p:cNvPr>
          <p:cNvSpPr/>
          <p:nvPr/>
        </p:nvSpPr>
        <p:spPr bwMode="auto">
          <a:xfrm>
            <a:off x="6953355" y="2170362"/>
            <a:ext cx="1124009" cy="47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7AC453DB-05D4-EC4C-921B-39BF8237099E}"/>
              </a:ext>
            </a:extLst>
          </p:cNvPr>
          <p:cNvSpPr/>
          <p:nvPr/>
        </p:nvSpPr>
        <p:spPr bwMode="auto">
          <a:xfrm>
            <a:off x="6953355" y="2217428"/>
            <a:ext cx="1124009" cy="470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grpSp>
        <p:nvGrpSpPr>
          <p:cNvPr id="635" name="Group 75">
            <a:extLst>
              <a:ext uri="{FF2B5EF4-FFF2-40B4-BE49-F238E27FC236}">
                <a16:creationId xmlns:a16="http://schemas.microsoft.com/office/drawing/2014/main" id="{5F6DF9A5-3FFC-8C4A-BBDB-ED9D3E810747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116485" y="2756088"/>
            <a:ext cx="1085225" cy="196172"/>
            <a:chOff x="4876800" y="1143000"/>
            <a:chExt cx="1752600" cy="304800"/>
          </a:xfrm>
        </p:grpSpPr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977C84FC-032A-8445-8061-6975ED8A7912}"/>
                </a:ext>
              </a:extLst>
            </p:cNvPr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B419306E-4AE4-9E46-8222-E9A57C016985}"/>
                </a:ext>
              </a:extLst>
            </p:cNvPr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3197829C-6518-5743-A13E-C28A17ADE787}"/>
                </a:ext>
              </a:extLst>
            </p:cNvPr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D024E2F3-1A4C-0644-95D3-3003554E779D}"/>
                </a:ext>
              </a:extLst>
            </p:cNvPr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36" name="Group 80">
            <a:extLst>
              <a:ext uri="{FF2B5EF4-FFF2-40B4-BE49-F238E27FC236}">
                <a16:creationId xmlns:a16="http://schemas.microsoft.com/office/drawing/2014/main" id="{56F3148B-4ACA-6443-B079-C0ACA7BAE006}"/>
              </a:ext>
            </a:extLst>
          </p:cNvPr>
          <p:cNvGrpSpPr>
            <a:grpSpLocks/>
          </p:cNvGrpSpPr>
          <p:nvPr/>
        </p:nvGrpSpPr>
        <p:grpSpPr bwMode="auto">
          <a:xfrm>
            <a:off x="7016978" y="3492264"/>
            <a:ext cx="1109429" cy="188267"/>
            <a:chOff x="4876800" y="1143000"/>
            <a:chExt cx="1752600" cy="304800"/>
          </a:xfrm>
        </p:grpSpPr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80FE6752-34E1-E34F-A1F3-D2A6FE32F28D}"/>
                </a:ext>
              </a:extLst>
            </p:cNvPr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555D353A-0B50-B343-A01E-DE477259DB94}"/>
                </a:ext>
              </a:extLst>
            </p:cNvPr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8D8482C7-D95D-1A40-B1A5-03B3803003D0}"/>
                </a:ext>
              </a:extLst>
            </p:cNvPr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5E9D9B00-DD2C-5C45-B41D-E4131382D4BD}"/>
                </a:ext>
              </a:extLst>
            </p:cNvPr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637" name="Rectangle 636">
            <a:extLst>
              <a:ext uri="{FF2B5EF4-FFF2-40B4-BE49-F238E27FC236}">
                <a16:creationId xmlns:a16="http://schemas.microsoft.com/office/drawing/2014/main" id="{61AA9CF9-360C-1644-8229-070AF13E138A}"/>
              </a:ext>
            </a:extLst>
          </p:cNvPr>
          <p:cNvSpPr/>
          <p:nvPr/>
        </p:nvSpPr>
        <p:spPr bwMode="auto">
          <a:xfrm rot="5400000">
            <a:off x="7951614" y="2829652"/>
            <a:ext cx="1085225" cy="49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E9836985-853D-FD43-8624-3F7C8EFF868E}"/>
              </a:ext>
            </a:extLst>
          </p:cNvPr>
          <p:cNvSpPr/>
          <p:nvPr/>
        </p:nvSpPr>
        <p:spPr bwMode="auto">
          <a:xfrm rot="5400000">
            <a:off x="7902572" y="2829652"/>
            <a:ext cx="1085225" cy="49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2C3B99FD-EBC3-CC42-B85E-90D4E22B5F96}"/>
              </a:ext>
            </a:extLst>
          </p:cNvPr>
          <p:cNvSpPr/>
          <p:nvPr/>
        </p:nvSpPr>
        <p:spPr bwMode="auto">
          <a:xfrm rot="5400000">
            <a:off x="7853529" y="2829652"/>
            <a:ext cx="1085225" cy="49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1D7794B1-F2B2-5747-B891-005F045539B2}"/>
              </a:ext>
            </a:extLst>
          </p:cNvPr>
          <p:cNvSpPr/>
          <p:nvPr/>
        </p:nvSpPr>
        <p:spPr bwMode="auto">
          <a:xfrm rot="5400000">
            <a:off x="7804486" y="2829652"/>
            <a:ext cx="1085225" cy="490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grpSp>
        <p:nvGrpSpPr>
          <p:cNvPr id="650" name="Group 100">
            <a:extLst>
              <a:ext uri="{FF2B5EF4-FFF2-40B4-BE49-F238E27FC236}">
                <a16:creationId xmlns:a16="http://schemas.microsoft.com/office/drawing/2014/main" id="{0639FADE-DF07-BC40-93A4-C1CAB6AE0566}"/>
              </a:ext>
            </a:extLst>
          </p:cNvPr>
          <p:cNvGrpSpPr>
            <a:grpSpLocks/>
          </p:cNvGrpSpPr>
          <p:nvPr/>
        </p:nvGrpSpPr>
        <p:grpSpPr bwMode="auto">
          <a:xfrm>
            <a:off x="8145054" y="1283641"/>
            <a:ext cx="526217" cy="426290"/>
            <a:chOff x="-44" y="1473"/>
            <a:chExt cx="981" cy="1105"/>
          </a:xfrm>
        </p:grpSpPr>
        <p:pic>
          <p:nvPicPr>
            <p:cNvPr id="669" name="Picture 101" descr="desktop_computer_stylized_medium">
              <a:extLst>
                <a:ext uri="{FF2B5EF4-FFF2-40B4-BE49-F238E27FC236}">
                  <a16:creationId xmlns:a16="http://schemas.microsoft.com/office/drawing/2014/main" id="{BA6FF0DF-0F0E-DD48-A690-E164D934CA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0" name="Freeform 102">
              <a:extLst>
                <a:ext uri="{FF2B5EF4-FFF2-40B4-BE49-F238E27FC236}">
                  <a16:creationId xmlns:a16="http://schemas.microsoft.com/office/drawing/2014/main" id="{C32A6522-BD56-1741-9275-687F917D71B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654" name="Rectangle 653">
            <a:extLst>
              <a:ext uri="{FF2B5EF4-FFF2-40B4-BE49-F238E27FC236}">
                <a16:creationId xmlns:a16="http://schemas.microsoft.com/office/drawing/2014/main" id="{9D887EB2-57DD-3145-BFC4-C5FAB2A34C2C}"/>
              </a:ext>
            </a:extLst>
          </p:cNvPr>
          <p:cNvSpPr/>
          <p:nvPr/>
        </p:nvSpPr>
        <p:spPr bwMode="auto">
          <a:xfrm rot="2465437" flipV="1">
            <a:off x="8294742" y="3540675"/>
            <a:ext cx="436084" cy="484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18" name="Rectangle 717">
            <a:extLst>
              <a:ext uri="{FF2B5EF4-FFF2-40B4-BE49-F238E27FC236}">
                <a16:creationId xmlns:a16="http://schemas.microsoft.com/office/drawing/2014/main" id="{A3B2F961-4F5F-024A-9053-8BCA979B88C9}"/>
              </a:ext>
            </a:extLst>
          </p:cNvPr>
          <p:cNvSpPr/>
          <p:nvPr/>
        </p:nvSpPr>
        <p:spPr bwMode="auto">
          <a:xfrm>
            <a:off x="5963645" y="3596535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AD473EEA-73C2-5D46-8AAF-564095CFE88B}"/>
              </a:ext>
            </a:extLst>
          </p:cNvPr>
          <p:cNvSpPr/>
          <p:nvPr/>
        </p:nvSpPr>
        <p:spPr bwMode="auto">
          <a:xfrm rot="5400000">
            <a:off x="6426558" y="1771707"/>
            <a:ext cx="384874" cy="523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C0FDD0FD-5960-3748-B19E-88536C7DDE78}"/>
              </a:ext>
            </a:extLst>
          </p:cNvPr>
          <p:cNvSpPr/>
          <p:nvPr/>
        </p:nvSpPr>
        <p:spPr bwMode="auto">
          <a:xfrm rot="5400000">
            <a:off x="6504066" y="3931565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7E2AD029-98F7-B040-85B4-C43FAD1EB81B}"/>
              </a:ext>
            </a:extLst>
          </p:cNvPr>
          <p:cNvSpPr/>
          <p:nvPr/>
        </p:nvSpPr>
        <p:spPr bwMode="auto">
          <a:xfrm rot="5400000">
            <a:off x="8285594" y="3912956"/>
            <a:ext cx="370429" cy="512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52375AB8-0401-BC40-BE25-F5671327B1FC}"/>
              </a:ext>
            </a:extLst>
          </p:cNvPr>
          <p:cNvSpPr/>
          <p:nvPr/>
        </p:nvSpPr>
        <p:spPr bwMode="auto">
          <a:xfrm rot="10800000">
            <a:off x="8796511" y="3581866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B1C6849C-11AE-A842-BDEB-776A39D89F36}"/>
              </a:ext>
            </a:extLst>
          </p:cNvPr>
          <p:cNvSpPr/>
          <p:nvPr/>
        </p:nvSpPr>
        <p:spPr bwMode="auto">
          <a:xfrm>
            <a:off x="5886591" y="2165862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8024D8C7-10CA-5A41-B97C-725ABAF0833D}"/>
              </a:ext>
            </a:extLst>
          </p:cNvPr>
          <p:cNvSpPr/>
          <p:nvPr/>
        </p:nvSpPr>
        <p:spPr bwMode="auto">
          <a:xfrm>
            <a:off x="8742883" y="2150542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4264F35-7A0D-DF4B-83B3-4CAF1770C5DA}"/>
              </a:ext>
            </a:extLst>
          </p:cNvPr>
          <p:cNvSpPr/>
          <p:nvPr/>
        </p:nvSpPr>
        <p:spPr bwMode="auto">
          <a:xfrm rot="5400000">
            <a:off x="8221118" y="1761090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grpSp>
        <p:nvGrpSpPr>
          <p:cNvPr id="613" name="Group 100">
            <a:extLst>
              <a:ext uri="{FF2B5EF4-FFF2-40B4-BE49-F238E27FC236}">
                <a16:creationId xmlns:a16="http://schemas.microsoft.com/office/drawing/2014/main" id="{DBC0414B-31F1-1C4C-8261-EE67F4607DC0}"/>
              </a:ext>
            </a:extLst>
          </p:cNvPr>
          <p:cNvGrpSpPr>
            <a:grpSpLocks/>
          </p:cNvGrpSpPr>
          <p:nvPr/>
        </p:nvGrpSpPr>
        <p:grpSpPr bwMode="auto">
          <a:xfrm>
            <a:off x="8094596" y="4045497"/>
            <a:ext cx="527542" cy="426290"/>
            <a:chOff x="-44" y="1473"/>
            <a:chExt cx="981" cy="1105"/>
          </a:xfrm>
        </p:grpSpPr>
        <p:pic>
          <p:nvPicPr>
            <p:cNvPr id="687" name="Picture 101" descr="desktop_computer_stylized_medium">
              <a:extLst>
                <a:ext uri="{FF2B5EF4-FFF2-40B4-BE49-F238E27FC236}">
                  <a16:creationId xmlns:a16="http://schemas.microsoft.com/office/drawing/2014/main" id="{90934AB2-F45B-D54D-B91B-92C3572EB4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8" name="Freeform 102">
              <a:extLst>
                <a:ext uri="{FF2B5EF4-FFF2-40B4-BE49-F238E27FC236}">
                  <a16:creationId xmlns:a16="http://schemas.microsoft.com/office/drawing/2014/main" id="{DDB06B17-0C65-DF43-A056-8E67D11A00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612" name="Group 100">
            <a:extLst>
              <a:ext uri="{FF2B5EF4-FFF2-40B4-BE49-F238E27FC236}">
                <a16:creationId xmlns:a16="http://schemas.microsoft.com/office/drawing/2014/main" id="{604FD66B-8A15-8341-9AA9-BC9C0069CF6C}"/>
              </a:ext>
            </a:extLst>
          </p:cNvPr>
          <p:cNvGrpSpPr>
            <a:grpSpLocks/>
          </p:cNvGrpSpPr>
          <p:nvPr/>
        </p:nvGrpSpPr>
        <p:grpSpPr bwMode="auto">
          <a:xfrm>
            <a:off x="6305366" y="1308640"/>
            <a:ext cx="527542" cy="426290"/>
            <a:chOff x="-44" y="1473"/>
            <a:chExt cx="981" cy="1105"/>
          </a:xfrm>
        </p:grpSpPr>
        <p:pic>
          <p:nvPicPr>
            <p:cNvPr id="689" name="Picture 101" descr="desktop_computer_stylized_medium">
              <a:extLst>
                <a:ext uri="{FF2B5EF4-FFF2-40B4-BE49-F238E27FC236}">
                  <a16:creationId xmlns:a16="http://schemas.microsoft.com/office/drawing/2014/main" id="{8EC12789-4A74-CD4E-A96A-BA0B134A47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0" name="Freeform 102">
              <a:extLst>
                <a:ext uri="{FF2B5EF4-FFF2-40B4-BE49-F238E27FC236}">
                  <a16:creationId xmlns:a16="http://schemas.microsoft.com/office/drawing/2014/main" id="{1C9CAF4D-3912-2C4B-94EA-BFD60B5F828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727" name="Group 726">
            <a:extLst>
              <a:ext uri="{FF2B5EF4-FFF2-40B4-BE49-F238E27FC236}">
                <a16:creationId xmlns:a16="http://schemas.microsoft.com/office/drawing/2014/main" id="{2A8EF875-64B6-FB4D-BBD1-BB83115D41F6}"/>
              </a:ext>
            </a:extLst>
          </p:cNvPr>
          <p:cNvGrpSpPr/>
          <p:nvPr/>
        </p:nvGrpSpPr>
        <p:grpSpPr>
          <a:xfrm>
            <a:off x="6248136" y="1990951"/>
            <a:ext cx="709653" cy="370430"/>
            <a:chOff x="7493876" y="2774731"/>
            <a:chExt cx="1481958" cy="894622"/>
          </a:xfrm>
        </p:grpSpPr>
        <p:sp>
          <p:nvSpPr>
            <p:cNvPr id="728" name="Freeform 727">
              <a:extLst>
                <a:ext uri="{FF2B5EF4-FFF2-40B4-BE49-F238E27FC236}">
                  <a16:creationId xmlns:a16="http://schemas.microsoft.com/office/drawing/2014/main" id="{2C68BD66-9CBB-6D44-8BC8-E664FE1011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729" name="Oval 728">
              <a:extLst>
                <a:ext uri="{FF2B5EF4-FFF2-40B4-BE49-F238E27FC236}">
                  <a16:creationId xmlns:a16="http://schemas.microsoft.com/office/drawing/2014/main" id="{AAD7E178-EB97-9D49-BA85-B61E5871BF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30" name="Group 729">
              <a:extLst>
                <a:ext uri="{FF2B5EF4-FFF2-40B4-BE49-F238E27FC236}">
                  <a16:creationId xmlns:a16="http://schemas.microsoft.com/office/drawing/2014/main" id="{4C398AB5-D40E-9D45-9D9F-3195710DFE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" name="Freeform 730">
                <a:extLst>
                  <a:ext uri="{FF2B5EF4-FFF2-40B4-BE49-F238E27FC236}">
                    <a16:creationId xmlns:a16="http://schemas.microsoft.com/office/drawing/2014/main" id="{5E9BAF8A-BA27-434D-91A2-E0D5DB090EF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32" name="Freeform 731">
                <a:extLst>
                  <a:ext uri="{FF2B5EF4-FFF2-40B4-BE49-F238E27FC236}">
                    <a16:creationId xmlns:a16="http://schemas.microsoft.com/office/drawing/2014/main" id="{7239671D-647B-C046-933C-48E52C3A133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33" name="Freeform 732">
                <a:extLst>
                  <a:ext uri="{FF2B5EF4-FFF2-40B4-BE49-F238E27FC236}">
                    <a16:creationId xmlns:a16="http://schemas.microsoft.com/office/drawing/2014/main" id="{72FEAD2C-B342-D84B-83AF-B34BD5B7B0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34" name="Freeform 733">
                <a:extLst>
                  <a:ext uri="{FF2B5EF4-FFF2-40B4-BE49-F238E27FC236}">
                    <a16:creationId xmlns:a16="http://schemas.microsoft.com/office/drawing/2014/main" id="{BA83E8B5-18C5-D947-9CC6-154512253C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735" name="Group 734">
            <a:extLst>
              <a:ext uri="{FF2B5EF4-FFF2-40B4-BE49-F238E27FC236}">
                <a16:creationId xmlns:a16="http://schemas.microsoft.com/office/drawing/2014/main" id="{EBC6C3DB-3DD5-5143-813B-D24B718ED06D}"/>
              </a:ext>
            </a:extLst>
          </p:cNvPr>
          <p:cNvGrpSpPr/>
          <p:nvPr/>
        </p:nvGrpSpPr>
        <p:grpSpPr>
          <a:xfrm>
            <a:off x="6310198" y="3390061"/>
            <a:ext cx="709653" cy="370430"/>
            <a:chOff x="7493876" y="2774731"/>
            <a:chExt cx="1481958" cy="894622"/>
          </a:xfrm>
        </p:grpSpPr>
        <p:sp>
          <p:nvSpPr>
            <p:cNvPr id="736" name="Freeform 735">
              <a:extLst>
                <a:ext uri="{FF2B5EF4-FFF2-40B4-BE49-F238E27FC236}">
                  <a16:creationId xmlns:a16="http://schemas.microsoft.com/office/drawing/2014/main" id="{5E0EBE43-DDB6-B548-BB2C-D6B6C1DAB7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737" name="Oval 736">
              <a:extLst>
                <a:ext uri="{FF2B5EF4-FFF2-40B4-BE49-F238E27FC236}">
                  <a16:creationId xmlns:a16="http://schemas.microsoft.com/office/drawing/2014/main" id="{BA79F427-8F60-1544-A84F-64AC028744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38" name="Group 737">
              <a:extLst>
                <a:ext uri="{FF2B5EF4-FFF2-40B4-BE49-F238E27FC236}">
                  <a16:creationId xmlns:a16="http://schemas.microsoft.com/office/drawing/2014/main" id="{A6D233C7-8EB7-9B41-86B6-FC01A897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9" name="Freeform 738">
                <a:extLst>
                  <a:ext uri="{FF2B5EF4-FFF2-40B4-BE49-F238E27FC236}">
                    <a16:creationId xmlns:a16="http://schemas.microsoft.com/office/drawing/2014/main" id="{2DA248B7-610E-C34C-9FF3-57CCF829D46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40" name="Freeform 739">
                <a:extLst>
                  <a:ext uri="{FF2B5EF4-FFF2-40B4-BE49-F238E27FC236}">
                    <a16:creationId xmlns:a16="http://schemas.microsoft.com/office/drawing/2014/main" id="{9FD796FE-DDA7-CD43-8C1A-AD4F25774F8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41" name="Freeform 740">
                <a:extLst>
                  <a:ext uri="{FF2B5EF4-FFF2-40B4-BE49-F238E27FC236}">
                    <a16:creationId xmlns:a16="http://schemas.microsoft.com/office/drawing/2014/main" id="{6009BDFD-2C6D-324C-B98C-379BF8D444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42" name="Freeform 741">
                <a:extLst>
                  <a:ext uri="{FF2B5EF4-FFF2-40B4-BE49-F238E27FC236}">
                    <a16:creationId xmlns:a16="http://schemas.microsoft.com/office/drawing/2014/main" id="{04C2B104-2DF7-EC43-A8ED-F9900D3FC6F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743" name="Group 742">
            <a:extLst>
              <a:ext uri="{FF2B5EF4-FFF2-40B4-BE49-F238E27FC236}">
                <a16:creationId xmlns:a16="http://schemas.microsoft.com/office/drawing/2014/main" id="{8910879B-032A-764B-B8A5-A88D63D74D64}"/>
              </a:ext>
            </a:extLst>
          </p:cNvPr>
          <p:cNvGrpSpPr/>
          <p:nvPr/>
        </p:nvGrpSpPr>
        <p:grpSpPr>
          <a:xfrm>
            <a:off x="8090357" y="3390061"/>
            <a:ext cx="709653" cy="370430"/>
            <a:chOff x="7493876" y="2774731"/>
            <a:chExt cx="1481958" cy="894622"/>
          </a:xfrm>
        </p:grpSpPr>
        <p:sp>
          <p:nvSpPr>
            <p:cNvPr id="744" name="Freeform 743">
              <a:extLst>
                <a:ext uri="{FF2B5EF4-FFF2-40B4-BE49-F238E27FC236}">
                  <a16:creationId xmlns:a16="http://schemas.microsoft.com/office/drawing/2014/main" id="{D1149133-C350-2D42-8C9E-58585EBAF37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745" name="Oval 744">
              <a:extLst>
                <a:ext uri="{FF2B5EF4-FFF2-40B4-BE49-F238E27FC236}">
                  <a16:creationId xmlns:a16="http://schemas.microsoft.com/office/drawing/2014/main" id="{12C3EB20-8219-694C-85F2-6998D9337F6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46" name="Group 745">
              <a:extLst>
                <a:ext uri="{FF2B5EF4-FFF2-40B4-BE49-F238E27FC236}">
                  <a16:creationId xmlns:a16="http://schemas.microsoft.com/office/drawing/2014/main" id="{162CB454-0231-9744-8F9B-C6B6BD5914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7" name="Freeform 746">
                <a:extLst>
                  <a:ext uri="{FF2B5EF4-FFF2-40B4-BE49-F238E27FC236}">
                    <a16:creationId xmlns:a16="http://schemas.microsoft.com/office/drawing/2014/main" id="{8D7DE494-08F1-5B41-8C0A-D66274850B8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48" name="Freeform 747">
                <a:extLst>
                  <a:ext uri="{FF2B5EF4-FFF2-40B4-BE49-F238E27FC236}">
                    <a16:creationId xmlns:a16="http://schemas.microsoft.com/office/drawing/2014/main" id="{2A784FA2-85FF-7148-B9DC-8DE272915AD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49" name="Freeform 748">
                <a:extLst>
                  <a:ext uri="{FF2B5EF4-FFF2-40B4-BE49-F238E27FC236}">
                    <a16:creationId xmlns:a16="http://schemas.microsoft.com/office/drawing/2014/main" id="{8B03338E-B45A-FA4B-BFE9-2D0AB4D34AC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50" name="Freeform 749">
                <a:extLst>
                  <a:ext uri="{FF2B5EF4-FFF2-40B4-BE49-F238E27FC236}">
                    <a16:creationId xmlns:a16="http://schemas.microsoft.com/office/drawing/2014/main" id="{7D974B2C-FE1D-6349-A955-0E444D9110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751" name="Group 750">
            <a:extLst>
              <a:ext uri="{FF2B5EF4-FFF2-40B4-BE49-F238E27FC236}">
                <a16:creationId xmlns:a16="http://schemas.microsoft.com/office/drawing/2014/main" id="{08A7BD84-7E3B-0547-8C3C-4A918614BC02}"/>
              </a:ext>
            </a:extLst>
          </p:cNvPr>
          <p:cNvGrpSpPr/>
          <p:nvPr/>
        </p:nvGrpSpPr>
        <p:grpSpPr>
          <a:xfrm>
            <a:off x="8051505" y="1975890"/>
            <a:ext cx="709653" cy="370430"/>
            <a:chOff x="7493876" y="2774731"/>
            <a:chExt cx="1481958" cy="894622"/>
          </a:xfrm>
        </p:grpSpPr>
        <p:sp>
          <p:nvSpPr>
            <p:cNvPr id="752" name="Freeform 751">
              <a:extLst>
                <a:ext uri="{FF2B5EF4-FFF2-40B4-BE49-F238E27FC236}">
                  <a16:creationId xmlns:a16="http://schemas.microsoft.com/office/drawing/2014/main" id="{55DE6B73-3A96-5C48-9E14-F3E52551624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753" name="Oval 752">
              <a:extLst>
                <a:ext uri="{FF2B5EF4-FFF2-40B4-BE49-F238E27FC236}">
                  <a16:creationId xmlns:a16="http://schemas.microsoft.com/office/drawing/2014/main" id="{0C2E4634-ECD7-1A42-BFF3-1C3C12DFDC4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54" name="Group 753">
              <a:extLst>
                <a:ext uri="{FF2B5EF4-FFF2-40B4-BE49-F238E27FC236}">
                  <a16:creationId xmlns:a16="http://schemas.microsoft.com/office/drawing/2014/main" id="{F0FBBA43-0B28-DB47-93A2-4CF98D644EF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5" name="Freeform 754">
                <a:extLst>
                  <a:ext uri="{FF2B5EF4-FFF2-40B4-BE49-F238E27FC236}">
                    <a16:creationId xmlns:a16="http://schemas.microsoft.com/office/drawing/2014/main" id="{D329D7EE-AD76-AB4B-953F-A01C8B47B8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56" name="Freeform 755">
                <a:extLst>
                  <a:ext uri="{FF2B5EF4-FFF2-40B4-BE49-F238E27FC236}">
                    <a16:creationId xmlns:a16="http://schemas.microsoft.com/office/drawing/2014/main" id="{589A456E-CB6E-0749-A626-282D17A7162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57" name="Freeform 756">
                <a:extLst>
                  <a:ext uri="{FF2B5EF4-FFF2-40B4-BE49-F238E27FC236}">
                    <a16:creationId xmlns:a16="http://schemas.microsoft.com/office/drawing/2014/main" id="{6618F299-10D3-6B46-9FD8-919E6C98C6F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58" name="Freeform 757">
                <a:extLst>
                  <a:ext uri="{FF2B5EF4-FFF2-40B4-BE49-F238E27FC236}">
                    <a16:creationId xmlns:a16="http://schemas.microsoft.com/office/drawing/2014/main" id="{514AE89A-3BDD-0546-829A-1EBCB7AB9A0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652" name="Rectangle 651">
            <a:extLst>
              <a:ext uri="{FF2B5EF4-FFF2-40B4-BE49-F238E27FC236}">
                <a16:creationId xmlns:a16="http://schemas.microsoft.com/office/drawing/2014/main" id="{5035FBDB-8E25-7842-8C98-159D52E79B52}"/>
              </a:ext>
            </a:extLst>
          </p:cNvPr>
          <p:cNvSpPr/>
          <p:nvPr/>
        </p:nvSpPr>
        <p:spPr bwMode="auto">
          <a:xfrm rot="1634516">
            <a:off x="6590250" y="2031820"/>
            <a:ext cx="401942" cy="5488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CB9C91AF-8BEA-E84C-A2CC-A7D82A5CAB1D}"/>
              </a:ext>
            </a:extLst>
          </p:cNvPr>
          <p:cNvSpPr/>
          <p:nvPr/>
        </p:nvSpPr>
        <p:spPr bwMode="auto">
          <a:xfrm rot="2101064">
            <a:off x="7997591" y="2228041"/>
            <a:ext cx="401942" cy="5488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9DA88FB0-7AC5-3744-B89B-48F2B2492C28}"/>
              </a:ext>
            </a:extLst>
          </p:cNvPr>
          <p:cNvSpPr/>
          <p:nvPr/>
        </p:nvSpPr>
        <p:spPr bwMode="auto">
          <a:xfrm rot="4253584">
            <a:off x="8207367" y="3547308"/>
            <a:ext cx="410762" cy="56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6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42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/>
              <a:t>Circuit </a:t>
            </a:r>
            <a:r>
              <a:rPr lang="en-US" altLang="ja-JP" dirty="0"/>
              <a:t>S</a:t>
            </a:r>
            <a:r>
              <a:rPr lang="en-US" altLang="ja-JP" dirty="0" smtClean="0"/>
              <a:t>witching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58" y="1009934"/>
            <a:ext cx="8447964" cy="3822384"/>
          </a:xfrm>
          <a:prstGeom prst="rect">
            <a:avLst/>
          </a:prstGeom>
        </p:spPr>
      </p:pic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08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Circuit switching: FDM and TDM</a:t>
            </a:r>
            <a:endParaRPr lang="en-US" dirty="0"/>
          </a:p>
        </p:txBody>
      </p:sp>
      <p:grpSp>
        <p:nvGrpSpPr>
          <p:cNvPr id="80" name="Group 5">
            <a:extLst>
              <a:ext uri="{FF2B5EF4-FFF2-40B4-BE49-F238E27FC236}">
                <a16:creationId xmlns:a16="http://schemas.microsoft.com/office/drawing/2014/main" id="{9E8B7F63-E037-EA42-8DA6-CB6014E4199C}"/>
              </a:ext>
            </a:extLst>
          </p:cNvPr>
          <p:cNvGrpSpPr>
            <a:grpSpLocks/>
          </p:cNvGrpSpPr>
          <p:nvPr/>
        </p:nvGrpSpPr>
        <p:grpSpPr bwMode="auto">
          <a:xfrm>
            <a:off x="4663618" y="1486178"/>
            <a:ext cx="4142185" cy="1547813"/>
            <a:chOff x="1369" y="1304"/>
            <a:chExt cx="3479" cy="1300"/>
          </a:xfrm>
        </p:grpSpPr>
        <p:sp>
          <p:nvSpPr>
            <p:cNvPr id="81" name="Line 6">
              <a:extLst>
                <a:ext uri="{FF2B5EF4-FFF2-40B4-BE49-F238E27FC236}">
                  <a16:creationId xmlns:a16="http://schemas.microsoft.com/office/drawing/2014/main" id="{FC247104-E8D3-B645-85FB-5A0C2FA085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392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82" name="Text Box 7">
              <a:extLst>
                <a:ext uri="{FF2B5EF4-FFF2-40B4-BE49-F238E27FC236}">
                  <a16:creationId xmlns:a16="http://schemas.microsoft.com/office/drawing/2014/main" id="{C8BB3F46-3B16-B844-8872-13FF6EAD7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21" y="1652"/>
              <a:ext cx="100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latin typeface="+mn-lt"/>
                </a:rPr>
                <a:t>frequency</a:t>
              </a:r>
              <a:endParaRPr lang="fr-FR" altLang="en-US" sz="1800" dirty="0">
                <a:latin typeface="+mn-lt"/>
              </a:endParaRPr>
            </a:p>
          </p:txBody>
        </p:sp>
        <p:sp>
          <p:nvSpPr>
            <p:cNvPr id="83" name="Line 8">
              <a:extLst>
                <a:ext uri="{FF2B5EF4-FFF2-40B4-BE49-F238E27FC236}">
                  <a16:creationId xmlns:a16="http://schemas.microsoft.com/office/drawing/2014/main" id="{EF7F65AA-9FC2-CC44-BAE9-97B49EC3B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208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84" name="Text Box 9">
              <a:extLst>
                <a:ext uri="{FF2B5EF4-FFF2-40B4-BE49-F238E27FC236}">
                  <a16:creationId xmlns:a16="http://schemas.microsoft.com/office/drawing/2014/main" id="{04240E2C-D2B8-6D49-8F3E-93A9982E6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" y="2255"/>
              <a:ext cx="582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100">
                  <a:latin typeface="+mn-lt"/>
                </a:rPr>
                <a:t>time</a:t>
              </a:r>
              <a:endParaRPr lang="fr-FR" altLang="en-US" sz="2100">
                <a:latin typeface="+mn-lt"/>
              </a:endParaRPr>
            </a:p>
          </p:txBody>
        </p:sp>
        <p:sp>
          <p:nvSpPr>
            <p:cNvPr id="85" name="Rectangle 10">
              <a:extLst>
                <a:ext uri="{FF2B5EF4-FFF2-40B4-BE49-F238E27FC236}">
                  <a16:creationId xmlns:a16="http://schemas.microsoft.com/office/drawing/2014/main" id="{8CB58BFF-BD62-164C-98AC-EA3BD21AC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584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</p:grpSp>
      <p:sp>
        <p:nvSpPr>
          <p:cNvPr id="86" name="Rectangle 11">
            <a:extLst>
              <a:ext uri="{FF2B5EF4-FFF2-40B4-BE49-F238E27FC236}">
                <a16:creationId xmlns:a16="http://schemas.microsoft.com/office/drawing/2014/main" id="{17B8879F-2FD8-DB4B-A2A0-04D42672C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77" y="1829078"/>
            <a:ext cx="3429000" cy="1714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latin typeface="+mn-lt"/>
            </a:endParaRPr>
          </a:p>
        </p:txBody>
      </p:sp>
      <p:sp>
        <p:nvSpPr>
          <p:cNvPr id="87" name="Rectangle 12">
            <a:extLst>
              <a:ext uri="{FF2B5EF4-FFF2-40B4-BE49-F238E27FC236}">
                <a16:creationId xmlns:a16="http://schemas.microsoft.com/office/drawing/2014/main" id="{BEC6B013-FF3F-EC4A-A3C5-E86E0F873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77" y="2000528"/>
            <a:ext cx="3429000" cy="17145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latin typeface="+mn-lt"/>
            </a:endParaRPr>
          </a:p>
        </p:txBody>
      </p:sp>
      <p:sp>
        <p:nvSpPr>
          <p:cNvPr id="88" name="Rectangle 13">
            <a:extLst>
              <a:ext uri="{FF2B5EF4-FFF2-40B4-BE49-F238E27FC236}">
                <a16:creationId xmlns:a16="http://schemas.microsoft.com/office/drawing/2014/main" id="{906F828E-B621-AC41-9719-C035AB75F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77" y="2171978"/>
            <a:ext cx="3429000" cy="17145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latin typeface="+mn-lt"/>
            </a:endParaRPr>
          </a:p>
        </p:txBody>
      </p:sp>
      <p:sp>
        <p:nvSpPr>
          <p:cNvPr id="89" name="Rectangle 14">
            <a:extLst>
              <a:ext uri="{FF2B5EF4-FFF2-40B4-BE49-F238E27FC236}">
                <a16:creationId xmlns:a16="http://schemas.microsoft.com/office/drawing/2014/main" id="{F56D1B6D-1C4F-8C45-B7A6-ABBFFE805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77" y="2343428"/>
            <a:ext cx="3429000" cy="17145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latin typeface="+mn-lt"/>
            </a:endParaRPr>
          </a:p>
        </p:txBody>
      </p:sp>
      <p:grpSp>
        <p:nvGrpSpPr>
          <p:cNvPr id="90" name="Group 15">
            <a:extLst>
              <a:ext uri="{FF2B5EF4-FFF2-40B4-BE49-F238E27FC236}">
                <a16:creationId xmlns:a16="http://schemas.microsoft.com/office/drawing/2014/main" id="{9A7618F9-9329-2B44-B13F-C685759AA9B8}"/>
              </a:ext>
            </a:extLst>
          </p:cNvPr>
          <p:cNvGrpSpPr>
            <a:grpSpLocks/>
          </p:cNvGrpSpPr>
          <p:nvPr/>
        </p:nvGrpSpPr>
        <p:grpSpPr bwMode="auto">
          <a:xfrm>
            <a:off x="4675524" y="3212584"/>
            <a:ext cx="4120754" cy="1501378"/>
            <a:chOff x="1387" y="2928"/>
            <a:chExt cx="3461" cy="1261"/>
          </a:xfrm>
        </p:grpSpPr>
        <p:sp>
          <p:nvSpPr>
            <p:cNvPr id="92" name="Line 17">
              <a:extLst>
                <a:ext uri="{FF2B5EF4-FFF2-40B4-BE49-F238E27FC236}">
                  <a16:creationId xmlns:a16="http://schemas.microsoft.com/office/drawing/2014/main" id="{6C5900A1-D57D-5143-8A66-C174D32DF3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977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93" name="Text Box 18">
              <a:extLst>
                <a:ext uri="{FF2B5EF4-FFF2-40B4-BE49-F238E27FC236}">
                  <a16:creationId xmlns:a16="http://schemas.microsoft.com/office/drawing/2014/main" id="{B957BD8B-F509-1A4C-BDB2-A2653F2A5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39" y="3276"/>
              <a:ext cx="100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latin typeface="+mn-lt"/>
                </a:rPr>
                <a:t>frequency</a:t>
              </a:r>
              <a:endParaRPr lang="fr-FR" altLang="en-US" sz="1800" dirty="0">
                <a:latin typeface="+mn-lt"/>
              </a:endParaRPr>
            </a:p>
          </p:txBody>
        </p:sp>
        <p:sp>
          <p:nvSpPr>
            <p:cNvPr id="94" name="Line 19">
              <a:extLst>
                <a:ext uri="{FF2B5EF4-FFF2-40B4-BE49-F238E27FC236}">
                  <a16:creationId xmlns:a16="http://schemas.microsoft.com/office/drawing/2014/main" id="{3265E2D3-79D1-AC4D-9664-82C43C0C1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793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95" name="Text Box 20">
              <a:extLst>
                <a:ext uri="{FF2B5EF4-FFF2-40B4-BE49-F238E27FC236}">
                  <a16:creationId xmlns:a16="http://schemas.microsoft.com/office/drawing/2014/main" id="{45415617-655E-AE41-ACC7-41804AE63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" y="3840"/>
              <a:ext cx="582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100">
                  <a:latin typeface="+mn-lt"/>
                </a:rPr>
                <a:t>time</a:t>
              </a:r>
              <a:endParaRPr lang="fr-FR" altLang="en-US" sz="2100">
                <a:latin typeface="+mn-lt"/>
              </a:endParaRPr>
            </a:p>
          </p:txBody>
        </p:sp>
        <p:sp>
          <p:nvSpPr>
            <p:cNvPr id="96" name="Rectangle 21">
              <a:extLst>
                <a:ext uri="{FF2B5EF4-FFF2-40B4-BE49-F238E27FC236}">
                  <a16:creationId xmlns:a16="http://schemas.microsoft.com/office/drawing/2014/main" id="{18EBBCEE-B412-1D43-9B2E-49383E459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</p:grpSp>
      <p:grpSp>
        <p:nvGrpSpPr>
          <p:cNvPr id="97" name="Group 22">
            <a:extLst>
              <a:ext uri="{FF2B5EF4-FFF2-40B4-BE49-F238E27FC236}">
                <a16:creationId xmlns:a16="http://schemas.microsoft.com/office/drawing/2014/main" id="{241CB304-A294-0445-AAE8-40A24F22C065}"/>
              </a:ext>
            </a:extLst>
          </p:cNvPr>
          <p:cNvGrpSpPr>
            <a:grpSpLocks/>
          </p:cNvGrpSpPr>
          <p:nvPr/>
        </p:nvGrpSpPr>
        <p:grpSpPr bwMode="auto">
          <a:xfrm>
            <a:off x="5138677" y="3498334"/>
            <a:ext cx="2914650" cy="685800"/>
            <a:chOff x="1776" y="3168"/>
            <a:chExt cx="2448" cy="576"/>
          </a:xfrm>
        </p:grpSpPr>
        <p:sp>
          <p:nvSpPr>
            <p:cNvPr id="98" name="Rectangle 23">
              <a:extLst>
                <a:ext uri="{FF2B5EF4-FFF2-40B4-BE49-F238E27FC236}">
                  <a16:creationId xmlns:a16="http://schemas.microsoft.com/office/drawing/2014/main" id="{BBBAEBF8-E545-B74D-9E4E-8CA10626E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99" name="Rectangle 24">
              <a:extLst>
                <a:ext uri="{FF2B5EF4-FFF2-40B4-BE49-F238E27FC236}">
                  <a16:creationId xmlns:a16="http://schemas.microsoft.com/office/drawing/2014/main" id="{59EE33AA-C8A3-2F49-95FB-4AC5CCD3F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00" name="Rectangle 25">
              <a:extLst>
                <a:ext uri="{FF2B5EF4-FFF2-40B4-BE49-F238E27FC236}">
                  <a16:creationId xmlns:a16="http://schemas.microsoft.com/office/drawing/2014/main" id="{B7E36698-7100-CA42-AE32-4065DD48C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01" name="Rectangle 26">
              <a:extLst>
                <a:ext uri="{FF2B5EF4-FFF2-40B4-BE49-F238E27FC236}">
                  <a16:creationId xmlns:a16="http://schemas.microsoft.com/office/drawing/2014/main" id="{C7CBE92F-CD13-2F4F-AE98-DD839DC09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02" name="Rectangle 27">
              <a:extLst>
                <a:ext uri="{FF2B5EF4-FFF2-40B4-BE49-F238E27FC236}">
                  <a16:creationId xmlns:a16="http://schemas.microsoft.com/office/drawing/2014/main" id="{DD52ACA4-56FF-F049-8FA6-73C999536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</p:grpSp>
      <p:grpSp>
        <p:nvGrpSpPr>
          <p:cNvPr id="103" name="Group 28">
            <a:extLst>
              <a:ext uri="{FF2B5EF4-FFF2-40B4-BE49-F238E27FC236}">
                <a16:creationId xmlns:a16="http://schemas.microsoft.com/office/drawing/2014/main" id="{6B5BCBCE-893F-6042-A314-778723B61565}"/>
              </a:ext>
            </a:extLst>
          </p:cNvPr>
          <p:cNvGrpSpPr>
            <a:grpSpLocks/>
          </p:cNvGrpSpPr>
          <p:nvPr/>
        </p:nvGrpSpPr>
        <p:grpSpPr bwMode="auto">
          <a:xfrm>
            <a:off x="5310127" y="3498334"/>
            <a:ext cx="2914650" cy="685800"/>
            <a:chOff x="1920" y="3168"/>
            <a:chExt cx="2448" cy="576"/>
          </a:xfrm>
        </p:grpSpPr>
        <p:sp>
          <p:nvSpPr>
            <p:cNvPr id="104" name="Rectangle 29">
              <a:extLst>
                <a:ext uri="{FF2B5EF4-FFF2-40B4-BE49-F238E27FC236}">
                  <a16:creationId xmlns:a16="http://schemas.microsoft.com/office/drawing/2014/main" id="{F89F88EB-D217-3740-AB7F-84D975F9E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05" name="Rectangle 30">
              <a:extLst>
                <a:ext uri="{FF2B5EF4-FFF2-40B4-BE49-F238E27FC236}">
                  <a16:creationId xmlns:a16="http://schemas.microsoft.com/office/drawing/2014/main" id="{E42D2B75-2175-FB4F-A9C6-9BA6E2F11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06" name="Rectangle 31">
              <a:extLst>
                <a:ext uri="{FF2B5EF4-FFF2-40B4-BE49-F238E27FC236}">
                  <a16:creationId xmlns:a16="http://schemas.microsoft.com/office/drawing/2014/main" id="{A416A53A-2D17-C44C-B2F8-89A84E2C9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07" name="Rectangle 32">
              <a:extLst>
                <a:ext uri="{FF2B5EF4-FFF2-40B4-BE49-F238E27FC236}">
                  <a16:creationId xmlns:a16="http://schemas.microsoft.com/office/drawing/2014/main" id="{67CA95C0-B871-CF4F-8ED3-AFB8884C2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08" name="Rectangle 33">
              <a:extLst>
                <a:ext uri="{FF2B5EF4-FFF2-40B4-BE49-F238E27FC236}">
                  <a16:creationId xmlns:a16="http://schemas.microsoft.com/office/drawing/2014/main" id="{45837EA2-CC92-FF43-A3B1-E57DFC95D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09E73B34-5A97-9243-8722-C1FF0067894A}"/>
              </a:ext>
            </a:extLst>
          </p:cNvPr>
          <p:cNvGrpSpPr>
            <a:grpSpLocks/>
          </p:cNvGrpSpPr>
          <p:nvPr/>
        </p:nvGrpSpPr>
        <p:grpSpPr bwMode="auto">
          <a:xfrm>
            <a:off x="5481577" y="3498334"/>
            <a:ext cx="2914650" cy="685800"/>
            <a:chOff x="2064" y="3168"/>
            <a:chExt cx="2448" cy="576"/>
          </a:xfrm>
        </p:grpSpPr>
        <p:sp>
          <p:nvSpPr>
            <p:cNvPr id="110" name="Rectangle 35">
              <a:extLst>
                <a:ext uri="{FF2B5EF4-FFF2-40B4-BE49-F238E27FC236}">
                  <a16:creationId xmlns:a16="http://schemas.microsoft.com/office/drawing/2014/main" id="{2542FF38-5DB4-3F4A-ACA4-571441686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11" name="Rectangle 36">
              <a:extLst>
                <a:ext uri="{FF2B5EF4-FFF2-40B4-BE49-F238E27FC236}">
                  <a16:creationId xmlns:a16="http://schemas.microsoft.com/office/drawing/2014/main" id="{11F55AF2-B4EF-DE4D-9828-6C62B6891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12" name="Rectangle 37">
              <a:extLst>
                <a:ext uri="{FF2B5EF4-FFF2-40B4-BE49-F238E27FC236}">
                  <a16:creationId xmlns:a16="http://schemas.microsoft.com/office/drawing/2014/main" id="{F6DBD211-C591-4F40-9D18-FBBD93787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13" name="Rectangle 38">
              <a:extLst>
                <a:ext uri="{FF2B5EF4-FFF2-40B4-BE49-F238E27FC236}">
                  <a16:creationId xmlns:a16="http://schemas.microsoft.com/office/drawing/2014/main" id="{112356C3-3BBE-504C-B270-A9E8C882C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14" name="Rectangle 39">
              <a:extLst>
                <a:ext uri="{FF2B5EF4-FFF2-40B4-BE49-F238E27FC236}">
                  <a16:creationId xmlns:a16="http://schemas.microsoft.com/office/drawing/2014/main" id="{67D5E6EF-1805-AF4F-A945-1E53D6A09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</p:grpSp>
      <p:grpSp>
        <p:nvGrpSpPr>
          <p:cNvPr id="115" name="Group 40">
            <a:extLst>
              <a:ext uri="{FF2B5EF4-FFF2-40B4-BE49-F238E27FC236}">
                <a16:creationId xmlns:a16="http://schemas.microsoft.com/office/drawing/2014/main" id="{F22CF311-F4BD-A94C-8199-EA46277CD3BD}"/>
              </a:ext>
            </a:extLst>
          </p:cNvPr>
          <p:cNvGrpSpPr>
            <a:grpSpLocks/>
          </p:cNvGrpSpPr>
          <p:nvPr/>
        </p:nvGrpSpPr>
        <p:grpSpPr bwMode="auto">
          <a:xfrm>
            <a:off x="5653027" y="3498334"/>
            <a:ext cx="2914650" cy="685800"/>
            <a:chOff x="2208" y="3168"/>
            <a:chExt cx="2448" cy="576"/>
          </a:xfrm>
        </p:grpSpPr>
        <p:sp>
          <p:nvSpPr>
            <p:cNvPr id="116" name="Rectangle 41">
              <a:extLst>
                <a:ext uri="{FF2B5EF4-FFF2-40B4-BE49-F238E27FC236}">
                  <a16:creationId xmlns:a16="http://schemas.microsoft.com/office/drawing/2014/main" id="{9CA27E85-835D-3C49-BA35-113312016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17" name="Rectangle 42">
              <a:extLst>
                <a:ext uri="{FF2B5EF4-FFF2-40B4-BE49-F238E27FC236}">
                  <a16:creationId xmlns:a16="http://schemas.microsoft.com/office/drawing/2014/main" id="{16F4D2FA-3645-4546-8BD7-73B7C728B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18" name="Rectangle 43">
              <a:extLst>
                <a:ext uri="{FF2B5EF4-FFF2-40B4-BE49-F238E27FC236}">
                  <a16:creationId xmlns:a16="http://schemas.microsoft.com/office/drawing/2014/main" id="{DFE6A11C-37DF-D847-B587-29A412FF7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19" name="Rectangle 44">
              <a:extLst>
                <a:ext uri="{FF2B5EF4-FFF2-40B4-BE49-F238E27FC236}">
                  <a16:creationId xmlns:a16="http://schemas.microsoft.com/office/drawing/2014/main" id="{3A806C1E-DAB0-304C-9DA3-A3E26591D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20" name="Rectangle 45">
              <a:extLst>
                <a:ext uri="{FF2B5EF4-FFF2-40B4-BE49-F238E27FC236}">
                  <a16:creationId xmlns:a16="http://schemas.microsoft.com/office/drawing/2014/main" id="{8DB6DFAA-D4E8-9F49-8C65-FFB57B6EA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</p:grpSp>
      <p:grpSp>
        <p:nvGrpSpPr>
          <p:cNvPr id="121" name="Group 46">
            <a:extLst>
              <a:ext uri="{FF2B5EF4-FFF2-40B4-BE49-F238E27FC236}">
                <a16:creationId xmlns:a16="http://schemas.microsoft.com/office/drawing/2014/main" id="{E2514980-7513-C04A-B9E9-8CAF43AA2E98}"/>
              </a:ext>
            </a:extLst>
          </p:cNvPr>
          <p:cNvGrpSpPr>
            <a:grpSpLocks/>
          </p:cNvGrpSpPr>
          <p:nvPr/>
        </p:nvGrpSpPr>
        <p:grpSpPr bwMode="auto">
          <a:xfrm>
            <a:off x="5138677" y="2000528"/>
            <a:ext cx="3429000" cy="342900"/>
            <a:chOff x="1776" y="1728"/>
            <a:chExt cx="2880" cy="288"/>
          </a:xfrm>
        </p:grpSpPr>
        <p:sp>
          <p:nvSpPr>
            <p:cNvPr id="122" name="Line 47">
              <a:extLst>
                <a:ext uri="{FF2B5EF4-FFF2-40B4-BE49-F238E27FC236}">
                  <a16:creationId xmlns:a16="http://schemas.microsoft.com/office/drawing/2014/main" id="{A784622D-6C6C-6A4B-86EF-6E226EE57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72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23" name="Line 48">
              <a:extLst>
                <a:ext uri="{FF2B5EF4-FFF2-40B4-BE49-F238E27FC236}">
                  <a16:creationId xmlns:a16="http://schemas.microsoft.com/office/drawing/2014/main" id="{E44DC6CB-5B3D-AF40-B675-B9A9AE3677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87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24" name="Line 49">
              <a:extLst>
                <a:ext uri="{FF2B5EF4-FFF2-40B4-BE49-F238E27FC236}">
                  <a16:creationId xmlns:a16="http://schemas.microsoft.com/office/drawing/2014/main" id="{4151DE66-5E96-0C4C-9749-3B0424C165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01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grpSp>
        <p:nvGrpSpPr>
          <p:cNvPr id="125" name="Group 50">
            <a:extLst>
              <a:ext uri="{FF2B5EF4-FFF2-40B4-BE49-F238E27FC236}">
                <a16:creationId xmlns:a16="http://schemas.microsoft.com/office/drawing/2014/main" id="{2F7FB34F-2B8D-FD4E-A40A-520FC72B6836}"/>
              </a:ext>
            </a:extLst>
          </p:cNvPr>
          <p:cNvGrpSpPr>
            <a:grpSpLocks/>
          </p:cNvGrpSpPr>
          <p:nvPr/>
        </p:nvGrpSpPr>
        <p:grpSpPr bwMode="auto">
          <a:xfrm>
            <a:off x="5310127" y="3498334"/>
            <a:ext cx="3086100" cy="685800"/>
            <a:chOff x="1920" y="3168"/>
            <a:chExt cx="2592" cy="576"/>
          </a:xfrm>
        </p:grpSpPr>
        <p:sp>
          <p:nvSpPr>
            <p:cNvPr id="126" name="Line 51">
              <a:extLst>
                <a:ext uri="{FF2B5EF4-FFF2-40B4-BE49-F238E27FC236}">
                  <a16:creationId xmlns:a16="http://schemas.microsoft.com/office/drawing/2014/main" id="{1A7B9A9A-8D34-5949-AB73-2752D4ADA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27" name="Line 52">
              <a:extLst>
                <a:ext uri="{FF2B5EF4-FFF2-40B4-BE49-F238E27FC236}">
                  <a16:creationId xmlns:a16="http://schemas.microsoft.com/office/drawing/2014/main" id="{7825394C-BA9E-F14A-A06B-B4D1F2AB7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28" name="Line 53">
              <a:extLst>
                <a:ext uri="{FF2B5EF4-FFF2-40B4-BE49-F238E27FC236}">
                  <a16:creationId xmlns:a16="http://schemas.microsoft.com/office/drawing/2014/main" id="{04DEEC0C-6538-134B-857D-2D0EDB5AEE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29" name="Line 54">
              <a:extLst>
                <a:ext uri="{FF2B5EF4-FFF2-40B4-BE49-F238E27FC236}">
                  <a16:creationId xmlns:a16="http://schemas.microsoft.com/office/drawing/2014/main" id="{A3FD5517-6B59-D84A-A3A5-B4E25A0D7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0" name="Line 55">
              <a:extLst>
                <a:ext uri="{FF2B5EF4-FFF2-40B4-BE49-F238E27FC236}">
                  <a16:creationId xmlns:a16="http://schemas.microsoft.com/office/drawing/2014/main" id="{8BFF1C13-9DA1-9B4D-9F10-1F66A8810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1" name="Line 56">
              <a:extLst>
                <a:ext uri="{FF2B5EF4-FFF2-40B4-BE49-F238E27FC236}">
                  <a16:creationId xmlns:a16="http://schemas.microsoft.com/office/drawing/2014/main" id="{B0486BD1-B653-EC4B-BC49-7487964A6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2" name="Line 57">
              <a:extLst>
                <a:ext uri="{FF2B5EF4-FFF2-40B4-BE49-F238E27FC236}">
                  <a16:creationId xmlns:a16="http://schemas.microsoft.com/office/drawing/2014/main" id="{A5505908-88D5-4A4D-BD8D-DC8F998AE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3" name="Line 58">
              <a:extLst>
                <a:ext uri="{FF2B5EF4-FFF2-40B4-BE49-F238E27FC236}">
                  <a16:creationId xmlns:a16="http://schemas.microsoft.com/office/drawing/2014/main" id="{CFE3069F-00E3-F94B-9EF4-7F602081F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4" name="Line 59">
              <a:extLst>
                <a:ext uri="{FF2B5EF4-FFF2-40B4-BE49-F238E27FC236}">
                  <a16:creationId xmlns:a16="http://schemas.microsoft.com/office/drawing/2014/main" id="{3E3FF99A-7088-874C-86FF-E8E923BC8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5" name="Line 60">
              <a:extLst>
                <a:ext uri="{FF2B5EF4-FFF2-40B4-BE49-F238E27FC236}">
                  <a16:creationId xmlns:a16="http://schemas.microsoft.com/office/drawing/2014/main" id="{9A1084A3-A397-4443-B4A1-8A048966E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6" name="Line 61">
              <a:extLst>
                <a:ext uri="{FF2B5EF4-FFF2-40B4-BE49-F238E27FC236}">
                  <a16:creationId xmlns:a16="http://schemas.microsoft.com/office/drawing/2014/main" id="{9ADDC058-5058-BE44-A0F5-D0DDA33CE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7" name="Line 62">
              <a:extLst>
                <a:ext uri="{FF2B5EF4-FFF2-40B4-BE49-F238E27FC236}">
                  <a16:creationId xmlns:a16="http://schemas.microsoft.com/office/drawing/2014/main" id="{BD24B7F5-455A-0C43-B9F0-FB3B946FE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8" name="Line 63">
              <a:extLst>
                <a:ext uri="{FF2B5EF4-FFF2-40B4-BE49-F238E27FC236}">
                  <a16:creationId xmlns:a16="http://schemas.microsoft.com/office/drawing/2014/main" id="{988F36F5-7D31-804E-962A-423F649F9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39" name="Line 64">
              <a:extLst>
                <a:ext uri="{FF2B5EF4-FFF2-40B4-BE49-F238E27FC236}">
                  <a16:creationId xmlns:a16="http://schemas.microsoft.com/office/drawing/2014/main" id="{D7B989E8-2587-7643-9382-D33D3F44B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40" name="Line 65">
              <a:extLst>
                <a:ext uri="{FF2B5EF4-FFF2-40B4-BE49-F238E27FC236}">
                  <a16:creationId xmlns:a16="http://schemas.microsoft.com/office/drawing/2014/main" id="{E0D29195-E5A5-7342-B97D-15428877E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41" name="Line 66">
              <a:extLst>
                <a:ext uri="{FF2B5EF4-FFF2-40B4-BE49-F238E27FC236}">
                  <a16:creationId xmlns:a16="http://schemas.microsoft.com/office/drawing/2014/main" id="{DB60A569-3391-0245-957A-8BD0C4704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42" name="Line 67">
              <a:extLst>
                <a:ext uri="{FF2B5EF4-FFF2-40B4-BE49-F238E27FC236}">
                  <a16:creationId xmlns:a16="http://schemas.microsoft.com/office/drawing/2014/main" id="{2B1AB277-061D-9241-9AB6-1B95D3D21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43" name="Line 68">
              <a:extLst>
                <a:ext uri="{FF2B5EF4-FFF2-40B4-BE49-F238E27FC236}">
                  <a16:creationId xmlns:a16="http://schemas.microsoft.com/office/drawing/2014/main" id="{40920297-470B-0146-A370-C189FFDE7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44" name="Line 69">
              <a:extLst>
                <a:ext uri="{FF2B5EF4-FFF2-40B4-BE49-F238E27FC236}">
                  <a16:creationId xmlns:a16="http://schemas.microsoft.com/office/drawing/2014/main" id="{2E53AA1C-6679-674A-95BC-86F53DDA0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grpSp>
        <p:nvGrpSpPr>
          <p:cNvPr id="145" name="Group 70">
            <a:extLst>
              <a:ext uri="{FF2B5EF4-FFF2-40B4-BE49-F238E27FC236}">
                <a16:creationId xmlns:a16="http://schemas.microsoft.com/office/drawing/2014/main" id="{D19EB7AC-F070-3541-A86A-2FC1DD8534B1}"/>
              </a:ext>
            </a:extLst>
          </p:cNvPr>
          <p:cNvGrpSpPr>
            <a:grpSpLocks/>
          </p:cNvGrpSpPr>
          <p:nvPr/>
        </p:nvGrpSpPr>
        <p:grpSpPr bwMode="auto">
          <a:xfrm>
            <a:off x="5138677" y="1914803"/>
            <a:ext cx="3429000" cy="514350"/>
            <a:chOff x="1776" y="1656"/>
            <a:chExt cx="2880" cy="432"/>
          </a:xfrm>
        </p:grpSpPr>
        <p:sp>
          <p:nvSpPr>
            <p:cNvPr id="146" name="Line 71">
              <a:extLst>
                <a:ext uri="{FF2B5EF4-FFF2-40B4-BE49-F238E27FC236}">
                  <a16:creationId xmlns:a16="http://schemas.microsoft.com/office/drawing/2014/main" id="{6E37DADC-C96A-3646-99F6-13289A67B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65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47" name="Line 72">
              <a:extLst>
                <a:ext uri="{FF2B5EF4-FFF2-40B4-BE49-F238E27FC236}">
                  <a16:creationId xmlns:a16="http://schemas.microsoft.com/office/drawing/2014/main" id="{9AEF30A0-08E3-0C49-BDD0-62773AC68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80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48" name="Line 73">
              <a:extLst>
                <a:ext uri="{FF2B5EF4-FFF2-40B4-BE49-F238E27FC236}">
                  <a16:creationId xmlns:a16="http://schemas.microsoft.com/office/drawing/2014/main" id="{65F2C750-C340-7D41-86F3-6C02B72E3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4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49" name="Line 74">
              <a:extLst>
                <a:ext uri="{FF2B5EF4-FFF2-40B4-BE49-F238E27FC236}">
                  <a16:creationId xmlns:a16="http://schemas.microsoft.com/office/drawing/2014/main" id="{6F3372A0-CEED-B147-B45A-1120494E9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08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grpSp>
        <p:nvGrpSpPr>
          <p:cNvPr id="150" name="Group 75">
            <a:extLst>
              <a:ext uri="{FF2B5EF4-FFF2-40B4-BE49-F238E27FC236}">
                <a16:creationId xmlns:a16="http://schemas.microsoft.com/office/drawing/2014/main" id="{EF82690A-0023-7E4C-AF5F-2DE149F5C0AB}"/>
              </a:ext>
            </a:extLst>
          </p:cNvPr>
          <p:cNvGrpSpPr>
            <a:grpSpLocks/>
          </p:cNvGrpSpPr>
          <p:nvPr/>
        </p:nvGrpSpPr>
        <p:grpSpPr bwMode="auto">
          <a:xfrm>
            <a:off x="5224402" y="3498334"/>
            <a:ext cx="3257550" cy="685800"/>
            <a:chOff x="1848" y="3168"/>
            <a:chExt cx="2736" cy="576"/>
          </a:xfrm>
        </p:grpSpPr>
        <p:sp>
          <p:nvSpPr>
            <p:cNvPr id="151" name="Line 76">
              <a:extLst>
                <a:ext uri="{FF2B5EF4-FFF2-40B4-BE49-F238E27FC236}">
                  <a16:creationId xmlns:a16="http://schemas.microsoft.com/office/drawing/2014/main" id="{FA56D6B6-D7AC-2446-9EB2-EB6FACCED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2" name="Line 77">
              <a:extLst>
                <a:ext uri="{FF2B5EF4-FFF2-40B4-BE49-F238E27FC236}">
                  <a16:creationId xmlns:a16="http://schemas.microsoft.com/office/drawing/2014/main" id="{36AF57AE-AC33-5743-977A-0D788D552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3" name="Line 78">
              <a:extLst>
                <a:ext uri="{FF2B5EF4-FFF2-40B4-BE49-F238E27FC236}">
                  <a16:creationId xmlns:a16="http://schemas.microsoft.com/office/drawing/2014/main" id="{536A2FE1-8849-7541-AF15-E745915BB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4" name="Line 79">
              <a:extLst>
                <a:ext uri="{FF2B5EF4-FFF2-40B4-BE49-F238E27FC236}">
                  <a16:creationId xmlns:a16="http://schemas.microsoft.com/office/drawing/2014/main" id="{BF60E069-76E5-034E-ABF6-9DB38E5F4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5" name="Line 80">
              <a:extLst>
                <a:ext uri="{FF2B5EF4-FFF2-40B4-BE49-F238E27FC236}">
                  <a16:creationId xmlns:a16="http://schemas.microsoft.com/office/drawing/2014/main" id="{E0357BEA-8C5A-0243-B035-D32F921C0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6" name="Line 81">
              <a:extLst>
                <a:ext uri="{FF2B5EF4-FFF2-40B4-BE49-F238E27FC236}">
                  <a16:creationId xmlns:a16="http://schemas.microsoft.com/office/drawing/2014/main" id="{2F1CCECE-F3ED-3042-9569-AD742E3CC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7" name="Line 82">
              <a:extLst>
                <a:ext uri="{FF2B5EF4-FFF2-40B4-BE49-F238E27FC236}">
                  <a16:creationId xmlns:a16="http://schemas.microsoft.com/office/drawing/2014/main" id="{6537DA24-A159-1745-BB09-C376284BC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8" name="Line 83">
              <a:extLst>
                <a:ext uri="{FF2B5EF4-FFF2-40B4-BE49-F238E27FC236}">
                  <a16:creationId xmlns:a16="http://schemas.microsoft.com/office/drawing/2014/main" id="{303471D4-2AB8-EB47-A820-9F719A962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59" name="Line 84">
              <a:extLst>
                <a:ext uri="{FF2B5EF4-FFF2-40B4-BE49-F238E27FC236}">
                  <a16:creationId xmlns:a16="http://schemas.microsoft.com/office/drawing/2014/main" id="{AB7E2F6A-D6E8-6F44-A130-F6AAF3FAD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0" name="Line 85">
              <a:extLst>
                <a:ext uri="{FF2B5EF4-FFF2-40B4-BE49-F238E27FC236}">
                  <a16:creationId xmlns:a16="http://schemas.microsoft.com/office/drawing/2014/main" id="{0B0C4A91-41A5-FA42-BE40-E539FE5A8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1" name="Line 86">
              <a:extLst>
                <a:ext uri="{FF2B5EF4-FFF2-40B4-BE49-F238E27FC236}">
                  <a16:creationId xmlns:a16="http://schemas.microsoft.com/office/drawing/2014/main" id="{DD647FB7-E777-BB4A-836C-1230EB25B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2" name="Line 87">
              <a:extLst>
                <a:ext uri="{FF2B5EF4-FFF2-40B4-BE49-F238E27FC236}">
                  <a16:creationId xmlns:a16="http://schemas.microsoft.com/office/drawing/2014/main" id="{B46CA734-72CB-EB46-9BCA-BE4B2E992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3" name="Line 88">
              <a:extLst>
                <a:ext uri="{FF2B5EF4-FFF2-40B4-BE49-F238E27FC236}">
                  <a16:creationId xmlns:a16="http://schemas.microsoft.com/office/drawing/2014/main" id="{F17A8327-BB1C-CC47-BBF6-C0A0C792F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4" name="Line 89">
              <a:extLst>
                <a:ext uri="{FF2B5EF4-FFF2-40B4-BE49-F238E27FC236}">
                  <a16:creationId xmlns:a16="http://schemas.microsoft.com/office/drawing/2014/main" id="{1BC1688D-7618-5D4F-BD03-7A37B9CFF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5" name="Line 90">
              <a:extLst>
                <a:ext uri="{FF2B5EF4-FFF2-40B4-BE49-F238E27FC236}">
                  <a16:creationId xmlns:a16="http://schemas.microsoft.com/office/drawing/2014/main" id="{BD97D86A-A445-8440-8450-03DEF32A60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6" name="Line 91">
              <a:extLst>
                <a:ext uri="{FF2B5EF4-FFF2-40B4-BE49-F238E27FC236}">
                  <a16:creationId xmlns:a16="http://schemas.microsoft.com/office/drawing/2014/main" id="{61EAFA7A-D8BF-3B4F-A70F-B795CC3B2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7" name="Line 92">
              <a:extLst>
                <a:ext uri="{FF2B5EF4-FFF2-40B4-BE49-F238E27FC236}">
                  <a16:creationId xmlns:a16="http://schemas.microsoft.com/office/drawing/2014/main" id="{AC990DC1-801B-2140-9598-DC3E006E7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8" name="Line 93">
              <a:extLst>
                <a:ext uri="{FF2B5EF4-FFF2-40B4-BE49-F238E27FC236}">
                  <a16:creationId xmlns:a16="http://schemas.microsoft.com/office/drawing/2014/main" id="{83E7C0B2-4786-B44B-AF2A-50A1881CB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69" name="Line 94">
              <a:extLst>
                <a:ext uri="{FF2B5EF4-FFF2-40B4-BE49-F238E27FC236}">
                  <a16:creationId xmlns:a16="http://schemas.microsoft.com/office/drawing/2014/main" id="{23C2D596-103D-414A-8E89-61FE69710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  <p:sp>
          <p:nvSpPr>
            <p:cNvPr id="170" name="Line 95">
              <a:extLst>
                <a:ext uri="{FF2B5EF4-FFF2-40B4-BE49-F238E27FC236}">
                  <a16:creationId xmlns:a16="http://schemas.microsoft.com/office/drawing/2014/main" id="{47491975-1D5E-9B4B-B9CC-2AB364567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00"/>
            </a:p>
          </p:txBody>
        </p:sp>
      </p:grpSp>
      <p:grpSp>
        <p:nvGrpSpPr>
          <p:cNvPr id="172" name="Group 100">
            <a:extLst>
              <a:ext uri="{FF2B5EF4-FFF2-40B4-BE49-F238E27FC236}">
                <a16:creationId xmlns:a16="http://schemas.microsoft.com/office/drawing/2014/main" id="{8132E27A-22ED-AF49-8219-5166A48DECF1}"/>
              </a:ext>
            </a:extLst>
          </p:cNvPr>
          <p:cNvGrpSpPr>
            <a:grpSpLocks/>
          </p:cNvGrpSpPr>
          <p:nvPr/>
        </p:nvGrpSpPr>
        <p:grpSpPr bwMode="auto">
          <a:xfrm>
            <a:off x="6738877" y="1224241"/>
            <a:ext cx="1828800" cy="415530"/>
            <a:chOff x="3648" y="266"/>
            <a:chExt cx="1536" cy="349"/>
          </a:xfrm>
        </p:grpSpPr>
        <p:sp>
          <p:nvSpPr>
            <p:cNvPr id="174" name="Text Box 101">
              <a:extLst>
                <a:ext uri="{FF2B5EF4-FFF2-40B4-BE49-F238E27FC236}">
                  <a16:creationId xmlns:a16="http://schemas.microsoft.com/office/drawing/2014/main" id="{517C0A89-506E-FC47-9AA2-AF070B040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66"/>
              <a:ext cx="89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100" dirty="0">
                  <a:latin typeface="+mn-lt"/>
                </a:rPr>
                <a:t>4 users</a:t>
              </a:r>
              <a:endParaRPr lang="fr-FR" altLang="en-US" sz="2100" dirty="0">
                <a:latin typeface="+mn-lt"/>
              </a:endParaRPr>
            </a:p>
          </p:txBody>
        </p:sp>
        <p:sp>
          <p:nvSpPr>
            <p:cNvPr id="175" name="Rectangle 102">
              <a:extLst>
                <a:ext uri="{FF2B5EF4-FFF2-40B4-BE49-F238E27FC236}">
                  <a16:creationId xmlns:a16="http://schemas.microsoft.com/office/drawing/2014/main" id="{09CA082A-E892-4F49-956A-49EC8B748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52"/>
              <a:ext cx="144" cy="144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76" name="Rectangle 103">
              <a:extLst>
                <a:ext uri="{FF2B5EF4-FFF2-40B4-BE49-F238E27FC236}">
                  <a16:creationId xmlns:a16="http://schemas.microsoft.com/office/drawing/2014/main" id="{F4529FF5-30ED-B043-89BC-B0A0838D8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52"/>
              <a:ext cx="144" cy="144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77" name="Rectangle 104">
              <a:extLst>
                <a:ext uri="{FF2B5EF4-FFF2-40B4-BE49-F238E27FC236}">
                  <a16:creationId xmlns:a16="http://schemas.microsoft.com/office/drawing/2014/main" id="{BF870C5A-CA37-9A42-A1BA-472445C2A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52"/>
              <a:ext cx="144" cy="14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  <p:sp>
          <p:nvSpPr>
            <p:cNvPr id="178" name="Rectangle 105">
              <a:extLst>
                <a:ext uri="{FF2B5EF4-FFF2-40B4-BE49-F238E27FC236}">
                  <a16:creationId xmlns:a16="http://schemas.microsoft.com/office/drawing/2014/main" id="{E80A1670-A44E-6449-B13F-782DADDCF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352"/>
              <a:ext cx="144" cy="144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latin typeface="+mn-lt"/>
              </a:endParaRPr>
            </a:p>
          </p:txBody>
        </p:sp>
      </p:grp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22797A37-2981-B84F-A949-A6F05BC23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601" y="1086118"/>
            <a:ext cx="4039512" cy="2152672"/>
          </a:xfrm>
        </p:spPr>
        <p:txBody>
          <a:bodyPr>
            <a:normAutofit fontScale="92500"/>
          </a:bodyPr>
          <a:lstStyle/>
          <a:p>
            <a:pPr marL="8335" indent="-8335">
              <a:spcBef>
                <a:spcPts val="300"/>
              </a:spcBef>
              <a:buNone/>
            </a:pPr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Frequency Division Multiplexing (FDM)</a:t>
            </a:r>
            <a:endParaRPr lang="en-US" altLang="ja-JP" sz="2100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ts val="300"/>
              </a:spcBef>
            </a:pPr>
            <a:r>
              <a:rPr lang="en-US" altLang="en-US" sz="1800" dirty="0">
                <a:ea typeface="ＭＳ Ｐゴシック" panose="020B0600070205080204" pitchFamily="34" charset="-128"/>
              </a:rPr>
              <a:t>optical, electromagnetic frequencies divided into (narrow) frequency bands</a:t>
            </a:r>
          </a:p>
          <a:p>
            <a:pPr>
              <a:spcBef>
                <a:spcPts val="300"/>
              </a:spcBef>
            </a:pPr>
            <a:r>
              <a:rPr lang="en-US" altLang="en-US" sz="1800" dirty="0">
                <a:ea typeface="ＭＳ Ｐゴシック" panose="020B0600070205080204" pitchFamily="34" charset="-128"/>
              </a:rPr>
              <a:t>each call allocated its own band, can transmit at max rate of that narrow band 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182" name="Content Placeholder 2">
            <a:extLst>
              <a:ext uri="{FF2B5EF4-FFF2-40B4-BE49-F238E27FC236}">
                <a16:creationId xmlns:a16="http://schemas.microsoft.com/office/drawing/2014/main" id="{158F9267-8C55-AD46-A424-9C6B11E6A845}"/>
              </a:ext>
            </a:extLst>
          </p:cNvPr>
          <p:cNvSpPr txBox="1">
            <a:spLocks/>
          </p:cNvSpPr>
          <p:nvPr/>
        </p:nvSpPr>
        <p:spPr>
          <a:xfrm>
            <a:off x="618950" y="3117968"/>
            <a:ext cx="3957077" cy="1851271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5" indent="-8335">
              <a:spcBef>
                <a:spcPts val="450"/>
              </a:spcBef>
              <a:buNone/>
            </a:pPr>
            <a:r>
              <a:rPr lang="en-US" altLang="en-US" sz="18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Time Division Multiplexing (TDM)</a:t>
            </a:r>
            <a:endParaRPr lang="en-US" altLang="ja-JP" sz="1800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ts val="450"/>
              </a:spcBef>
            </a:pPr>
            <a:r>
              <a:rPr lang="en-US" altLang="en-US" sz="1800" dirty="0" smtClean="0">
                <a:ea typeface="ＭＳ Ｐゴシック" panose="020B0600070205080204" pitchFamily="34" charset="-128"/>
              </a:rPr>
              <a:t>time </a:t>
            </a:r>
            <a:r>
              <a:rPr lang="en-US" altLang="en-US" sz="1800" dirty="0">
                <a:ea typeface="ＭＳ Ｐゴシック" panose="020B0600070205080204" pitchFamily="34" charset="-128"/>
              </a:rPr>
              <a:t>is divided into frames of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fixed duration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>
              <a:spcBef>
                <a:spcPts val="450"/>
              </a:spcBef>
            </a:pPr>
            <a:r>
              <a:rPr lang="en-US" altLang="en-US" sz="1800" dirty="0" smtClean="0">
                <a:ea typeface="ＭＳ Ｐゴシック" panose="020B0600070205080204" pitchFamily="34" charset="-128"/>
              </a:rPr>
              <a:t>each </a:t>
            </a:r>
            <a:r>
              <a:rPr lang="en-US" altLang="en-US" sz="1800" dirty="0">
                <a:ea typeface="ＭＳ Ｐゴシック" panose="020B0600070205080204" pitchFamily="34" charset="-128"/>
              </a:rPr>
              <a:t>frame is divided into a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fixed number </a:t>
            </a:r>
            <a:r>
              <a:rPr lang="en-US" altLang="en-US" sz="1800" dirty="0">
                <a:ea typeface="ＭＳ Ｐゴシック" panose="020B0600070205080204" pitchFamily="34" charset="-128"/>
              </a:rPr>
              <a:t>of time slots</a:t>
            </a:r>
          </a:p>
          <a:p>
            <a:pPr>
              <a:spcBef>
                <a:spcPts val="450"/>
              </a:spcBef>
            </a:pPr>
            <a:r>
              <a:rPr lang="en-US" altLang="en-US" sz="1800" dirty="0" smtClean="0">
                <a:ea typeface="ＭＳ Ｐゴシック" panose="020B0600070205080204" pitchFamily="34" charset="-128"/>
              </a:rPr>
              <a:t>each </a:t>
            </a:r>
            <a:r>
              <a:rPr lang="en-US" altLang="en-US" sz="1800" dirty="0">
                <a:ea typeface="ＭＳ Ｐゴシック" panose="020B0600070205080204" pitchFamily="34" charset="-128"/>
              </a:rPr>
              <a:t>call allocated periodic slot(s),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can transmit </a:t>
            </a:r>
            <a:r>
              <a:rPr lang="en-US" altLang="en-US" sz="1800" dirty="0">
                <a:ea typeface="ＭＳ Ｐゴシック" panose="020B0600070205080204" pitchFamily="34" charset="-128"/>
              </a:rPr>
              <a:t>at maximum rate of (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wider) frequency </a:t>
            </a:r>
            <a:r>
              <a:rPr lang="en-US" altLang="en-US" sz="1800" dirty="0">
                <a:ea typeface="ＭＳ Ｐゴシック" panose="020B0600070205080204" pitchFamily="34" charset="-128"/>
              </a:rPr>
              <a:t>band, but only  during its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time slot(s</a:t>
            </a:r>
            <a:r>
              <a:rPr lang="en-US" altLang="en-US" sz="1800" dirty="0">
                <a:ea typeface="ＭＳ Ｐゴシック" panose="020B0600070205080204" pitchFamily="34" charset="-128"/>
              </a:rPr>
              <a:t>)</a:t>
            </a:r>
            <a:endParaRPr lang="en-US" sz="1800" dirty="0"/>
          </a:p>
        </p:txBody>
      </p:sp>
      <p:sp>
        <p:nvSpPr>
          <p:cNvPr id="17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6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8" grpId="0" animBg="1"/>
      <p:bldP spid="89" grpId="0" animBg="1"/>
      <p:bldP spid="1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Circuit switching: FDM and TDM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07" y="923110"/>
            <a:ext cx="8200185" cy="1608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150" y="2702257"/>
            <a:ext cx="7093468" cy="2130060"/>
          </a:xfrm>
          <a:prstGeom prst="rect">
            <a:avLst/>
          </a:prstGeom>
        </p:spPr>
      </p:pic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95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Circuit switching: FDM and TDM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18950" y="1181757"/>
            <a:ext cx="858315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For TDM, the transmission rate of a circuit is equal to the frame rate multiplied by the number of bits in a slot. </a:t>
            </a:r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For </a:t>
            </a:r>
            <a:r>
              <a:rPr lang="en-US" sz="1800" dirty="0"/>
              <a:t>example, if the link transmits 8,000 frames per second and each slot consists of 8 bits, then the transmission rate of each circuit is 64 kbps.</a:t>
            </a:r>
          </a:p>
        </p:txBody>
      </p:sp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05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Circuit switching: FDM and TDM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18950" y="1181757"/>
            <a:ext cx="858315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Example: </a:t>
            </a:r>
            <a:endParaRPr lang="en-US" sz="1800" dirty="0" smtClean="0">
              <a:solidFill>
                <a:srgbClr val="FF0000"/>
              </a:solidFill>
            </a:endParaRPr>
          </a:p>
          <a:p>
            <a:pPr algn="just"/>
            <a:r>
              <a:rPr lang="en-US" sz="1800" dirty="0" smtClean="0"/>
              <a:t>Let </a:t>
            </a:r>
            <a:r>
              <a:rPr lang="en-US" sz="1800" dirty="0"/>
              <a:t>us consider how long it takes to send a file of 640,000 bits from Host A to Host B over a circuit switched network. Suppose that all links in the network use TDM with 24 slots and have a bit rate of 1.536 Mbps. Also suppose that it takes 500 msec to establish an end-to-end circuit before Host A can begin to transmit the file. How long does it take to send the file</a:t>
            </a:r>
            <a:r>
              <a:rPr lang="en-US" sz="1800" dirty="0" smtClean="0"/>
              <a:t>?</a:t>
            </a:r>
          </a:p>
          <a:p>
            <a:endParaRPr lang="en-US" sz="1800" dirty="0"/>
          </a:p>
          <a:p>
            <a:r>
              <a:rPr lang="en-US" sz="1800" dirty="0" smtClean="0">
                <a:solidFill>
                  <a:schemeClr val="accent1"/>
                </a:solidFill>
              </a:rPr>
              <a:t>Solution:</a:t>
            </a:r>
          </a:p>
          <a:p>
            <a:r>
              <a:rPr lang="en-US" sz="1800" dirty="0" smtClean="0"/>
              <a:t> </a:t>
            </a:r>
            <a:r>
              <a:rPr lang="en-US" sz="1800" dirty="0"/>
              <a:t>▪Each circuit has a transmission rate of: </a:t>
            </a:r>
            <a:endParaRPr lang="en-US" sz="1800" dirty="0" smtClean="0"/>
          </a:p>
          <a:p>
            <a:r>
              <a:rPr lang="en-US" sz="1800" dirty="0"/>
              <a:t>	</a:t>
            </a:r>
            <a:r>
              <a:rPr lang="en-US" sz="1800" dirty="0" smtClean="0"/>
              <a:t>1.536 </a:t>
            </a:r>
            <a:r>
              <a:rPr lang="en-US" sz="1800" dirty="0"/>
              <a:t>Mbps/24=64 kbps </a:t>
            </a:r>
            <a:endParaRPr lang="en-US" sz="1800" dirty="0" smtClean="0"/>
          </a:p>
          <a:p>
            <a:r>
              <a:rPr lang="en-US" sz="1800" dirty="0" smtClean="0"/>
              <a:t>so </a:t>
            </a:r>
            <a:r>
              <a:rPr lang="en-US" sz="1800" dirty="0"/>
              <a:t>it takes (640,000 bits)/(64 kbps)=10 seconds to transmit the file. To this 10 seconds we add the circuit establishment time, giving 10.5 seconds to send the file.</a:t>
            </a:r>
          </a:p>
        </p:txBody>
      </p:sp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56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/>
              <a:t>Packet </a:t>
            </a:r>
            <a:r>
              <a:rPr lang="en-US" altLang="ja-JP" dirty="0"/>
              <a:t>switching: </a:t>
            </a:r>
            <a:r>
              <a:rPr lang="en-US" altLang="ja-JP" dirty="0" smtClean="0"/>
              <a:t>store and forward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0" y="923110"/>
            <a:ext cx="8353162" cy="3909207"/>
          </a:xfrm>
          <a:prstGeom prst="rect">
            <a:avLst/>
          </a:prstGeom>
        </p:spPr>
      </p:pic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65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3" y="204859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Host: sends </a:t>
            </a:r>
            <a:r>
              <a:rPr lang="en-US" altLang="en-US" i="1" dirty="0">
                <a:ea typeface="ＭＳ Ｐゴシック" panose="020B0600070205080204" pitchFamily="34" charset="-128"/>
              </a:rPr>
              <a:t>packets</a:t>
            </a:r>
            <a:r>
              <a:rPr lang="en-US" altLang="en-US" dirty="0">
                <a:ea typeface="ＭＳ Ｐゴシック" panose="020B0600070205080204" pitchFamily="34" charset="-128"/>
              </a:rPr>
              <a:t> of data</a:t>
            </a:r>
            <a:endParaRPr lang="en-US" dirty="0"/>
          </a:p>
        </p:txBody>
      </p:sp>
      <p:sp>
        <p:nvSpPr>
          <p:cNvPr id="110" name="Content Placeholder 52">
            <a:extLst>
              <a:ext uri="{FF2B5EF4-FFF2-40B4-BE49-F238E27FC236}">
                <a16:creationId xmlns:a16="http://schemas.microsoft.com/office/drawing/2014/main" id="{A98B0054-C347-AD46-AD0F-D56091B68BA0}"/>
              </a:ext>
            </a:extLst>
          </p:cNvPr>
          <p:cNvSpPr txBox="1">
            <a:spLocks/>
          </p:cNvSpPr>
          <p:nvPr/>
        </p:nvSpPr>
        <p:spPr>
          <a:xfrm>
            <a:off x="636532" y="964858"/>
            <a:ext cx="4519543" cy="287698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2100" dirty="0"/>
              <a:t>host sending function:</a:t>
            </a:r>
          </a:p>
          <a:p>
            <a:pPr>
              <a:buFont typeface="Wingdings" charset="2"/>
              <a:buChar char="§"/>
              <a:defRPr/>
            </a:pPr>
            <a:r>
              <a:rPr lang="en-US" sz="2100" dirty="0"/>
              <a:t>takes application message</a:t>
            </a:r>
          </a:p>
          <a:p>
            <a:pPr>
              <a:buFont typeface="Wingdings" charset="2"/>
              <a:buChar char="§"/>
              <a:defRPr/>
            </a:pPr>
            <a:r>
              <a:rPr lang="en-US" sz="2100" dirty="0"/>
              <a:t>breaks into smaller chunks, known as </a:t>
            </a:r>
            <a:r>
              <a:rPr lang="en-US" sz="2100" i="1" dirty="0">
                <a:solidFill>
                  <a:srgbClr val="C00000"/>
                </a:solidFill>
              </a:rPr>
              <a:t>packets</a:t>
            </a:r>
            <a:r>
              <a:rPr lang="en-US" sz="2100" dirty="0"/>
              <a:t>, of length </a:t>
            </a:r>
            <a:r>
              <a:rPr lang="en-US" sz="2100" i="1" dirty="0">
                <a:solidFill>
                  <a:srgbClr val="C00000"/>
                </a:solidFill>
              </a:rPr>
              <a:t>L</a:t>
            </a:r>
            <a:r>
              <a:rPr lang="en-US" sz="2100" dirty="0"/>
              <a:t> bits</a:t>
            </a:r>
          </a:p>
          <a:p>
            <a:pPr>
              <a:buFont typeface="Wingdings" charset="2"/>
              <a:buChar char="§"/>
              <a:defRPr/>
            </a:pPr>
            <a:r>
              <a:rPr lang="en-US" sz="2100" dirty="0"/>
              <a:t>transmits packet into access network at </a:t>
            </a:r>
            <a:r>
              <a:rPr lang="en-US" sz="2100" i="1" dirty="0">
                <a:solidFill>
                  <a:srgbClr val="C00000"/>
                </a:solidFill>
              </a:rPr>
              <a:t>transmission rate R</a:t>
            </a:r>
          </a:p>
          <a:p>
            <a:pPr marL="511969" lvl="1" indent="-169069">
              <a:buFont typeface="Arial"/>
              <a:buChar char="•"/>
              <a:defRPr/>
            </a:pPr>
            <a:r>
              <a:rPr lang="en-US" sz="2100" dirty="0"/>
              <a:t>link transmission rate, aka link </a:t>
            </a:r>
            <a:r>
              <a:rPr lang="en-US" sz="2100" i="1" dirty="0">
                <a:solidFill>
                  <a:srgbClr val="C00000"/>
                </a:solidFill>
              </a:rPr>
              <a:t>capacity, aka link bandwidth</a:t>
            </a:r>
          </a:p>
        </p:txBody>
      </p:sp>
      <p:grpSp>
        <p:nvGrpSpPr>
          <p:cNvPr id="111" name="Group 219">
            <a:extLst>
              <a:ext uri="{FF2B5EF4-FFF2-40B4-BE49-F238E27FC236}">
                <a16:creationId xmlns:a16="http://schemas.microsoft.com/office/drawing/2014/main" id="{1783C255-624C-5A4A-B201-4875BCB2AD61}"/>
              </a:ext>
            </a:extLst>
          </p:cNvPr>
          <p:cNvGrpSpPr>
            <a:grpSpLocks/>
          </p:cNvGrpSpPr>
          <p:nvPr/>
        </p:nvGrpSpPr>
        <p:grpSpPr bwMode="auto">
          <a:xfrm>
            <a:off x="5868838" y="2262925"/>
            <a:ext cx="307181" cy="423863"/>
            <a:chOff x="375561" y="297711"/>
            <a:chExt cx="1252683" cy="2142487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9269C3F-0BE6-9D44-A53A-CF1E0B5B0B1E}"/>
                </a:ext>
              </a:extLst>
            </p:cNvPr>
            <p:cNvSpPr/>
            <p:nvPr/>
          </p:nvSpPr>
          <p:spPr>
            <a:xfrm>
              <a:off x="375561" y="297711"/>
              <a:ext cx="971072" cy="2136471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F003663-2144-534A-8D8A-23C83C360D46}"/>
                </a:ext>
              </a:extLst>
            </p:cNvPr>
            <p:cNvSpPr/>
            <p:nvPr/>
          </p:nvSpPr>
          <p:spPr>
            <a:xfrm>
              <a:off x="375561" y="309747"/>
              <a:ext cx="1247826" cy="77033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07710C4-EE82-5149-B4B9-B5C3DF34C6A0}"/>
                </a:ext>
              </a:extLst>
            </p:cNvPr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15" name="Line 305">
            <a:extLst>
              <a:ext uri="{FF2B5EF4-FFF2-40B4-BE49-F238E27FC236}">
                <a16:creationId xmlns:a16="http://schemas.microsoft.com/office/drawing/2014/main" id="{BBE875D3-B5E1-D542-8736-8F7BF5F61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6735" y="2955869"/>
            <a:ext cx="184070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22" name="TextBox 1">
            <a:extLst>
              <a:ext uri="{FF2B5EF4-FFF2-40B4-BE49-F238E27FC236}">
                <a16:creationId xmlns:a16="http://schemas.microsoft.com/office/drawing/2014/main" id="{57CFAEA6-E43A-CC4A-9A23-AAEB7EC54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734" y="3326974"/>
            <a:ext cx="26468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i="1" dirty="0">
                <a:solidFill>
                  <a:srgbClr val="C00000"/>
                </a:solidFill>
                <a:latin typeface="+mn-lt"/>
              </a:rPr>
              <a:t>R: </a:t>
            </a:r>
            <a:r>
              <a:rPr lang="en-US" altLang="en-US" sz="1800" dirty="0">
                <a:latin typeface="+mn-lt"/>
              </a:rPr>
              <a:t>link transmission rate</a:t>
            </a:r>
          </a:p>
        </p:txBody>
      </p:sp>
      <p:grpSp>
        <p:nvGrpSpPr>
          <p:cNvPr id="123" name="Group 201">
            <a:extLst>
              <a:ext uri="{FF2B5EF4-FFF2-40B4-BE49-F238E27FC236}">
                <a16:creationId xmlns:a16="http://schemas.microsoft.com/office/drawing/2014/main" id="{F38845F8-A22A-0840-B6B2-BA9B57A2E12B}"/>
              </a:ext>
            </a:extLst>
          </p:cNvPr>
          <p:cNvGrpSpPr>
            <a:grpSpLocks/>
          </p:cNvGrpSpPr>
          <p:nvPr/>
        </p:nvGrpSpPr>
        <p:grpSpPr bwMode="auto">
          <a:xfrm>
            <a:off x="5683101" y="2267688"/>
            <a:ext cx="307181" cy="423863"/>
            <a:chOff x="375561" y="297711"/>
            <a:chExt cx="1252683" cy="213836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F0213471-FC5E-3740-8228-F482430433EE}"/>
                </a:ext>
              </a:extLst>
            </p:cNvPr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1D32F859-6ED6-3846-AD75-0B8D3DD89215}"/>
                </a:ext>
              </a:extLst>
            </p:cNvPr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7C54F76-C247-2040-BB89-13AEDD66B619}"/>
                </a:ext>
              </a:extLst>
            </p:cNvPr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27" name="TextBox 205">
            <a:extLst>
              <a:ext uri="{FF2B5EF4-FFF2-40B4-BE49-F238E27FC236}">
                <a16:creationId xmlns:a16="http://schemas.microsoft.com/office/drawing/2014/main" id="{56C0E3F4-BAC0-054D-864D-73B840482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934" y="3149942"/>
            <a:ext cx="5485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 dirty="0">
                <a:latin typeface="+mn-lt"/>
              </a:rPr>
              <a:t>host</a:t>
            </a:r>
          </a:p>
        </p:txBody>
      </p:sp>
      <p:grpSp>
        <p:nvGrpSpPr>
          <p:cNvPr id="128" name="Group 206">
            <a:extLst>
              <a:ext uri="{FF2B5EF4-FFF2-40B4-BE49-F238E27FC236}">
                <a16:creationId xmlns:a16="http://schemas.microsoft.com/office/drawing/2014/main" id="{2AB05662-A87F-5F48-9BEE-842E0153F175}"/>
              </a:ext>
            </a:extLst>
          </p:cNvPr>
          <p:cNvGrpSpPr>
            <a:grpSpLocks/>
          </p:cNvGrpSpPr>
          <p:nvPr/>
        </p:nvGrpSpPr>
        <p:grpSpPr bwMode="auto">
          <a:xfrm>
            <a:off x="5327103" y="2811804"/>
            <a:ext cx="971550" cy="379809"/>
            <a:chOff x="1816230" y="6118900"/>
            <a:chExt cx="1843339" cy="739100"/>
          </a:xfrm>
        </p:grpSpPr>
        <p:pic>
          <p:nvPicPr>
            <p:cNvPr id="129" name="Picture 8">
              <a:extLst>
                <a:ext uri="{FF2B5EF4-FFF2-40B4-BE49-F238E27FC236}">
                  <a16:creationId xmlns:a16="http://schemas.microsoft.com/office/drawing/2014/main" id="{E6CEDF5D-D08B-B14B-A83A-85FD119A79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9048EF3-5E61-E84E-A403-E94CBDDEE0A1}"/>
                </a:ext>
              </a:extLst>
            </p:cNvPr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31" name="Group 209">
            <a:extLst>
              <a:ext uri="{FF2B5EF4-FFF2-40B4-BE49-F238E27FC236}">
                <a16:creationId xmlns:a16="http://schemas.microsoft.com/office/drawing/2014/main" id="{167721A3-FDBE-8C46-B6F4-8B59460C385E}"/>
              </a:ext>
            </a:extLst>
          </p:cNvPr>
          <p:cNvGrpSpPr>
            <a:grpSpLocks/>
          </p:cNvGrpSpPr>
          <p:nvPr/>
        </p:nvGrpSpPr>
        <p:grpSpPr bwMode="auto">
          <a:xfrm>
            <a:off x="5431878" y="1599748"/>
            <a:ext cx="1057275" cy="658415"/>
            <a:chOff x="2387973" y="4309243"/>
            <a:chExt cx="1771787" cy="1282262"/>
          </a:xfrm>
        </p:grpSpPr>
        <p:pic>
          <p:nvPicPr>
            <p:cNvPr id="132" name="Picture 9">
              <a:extLst>
                <a:ext uri="{FF2B5EF4-FFF2-40B4-BE49-F238E27FC236}">
                  <a16:creationId xmlns:a16="http://schemas.microsoft.com/office/drawing/2014/main" id="{51FAC978-0CFD-394B-81C0-80683828F7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340CE55-B950-0B43-BD77-490D7F00C056}"/>
                </a:ext>
              </a:extLst>
            </p:cNvPr>
            <p:cNvSpPr/>
            <p:nvPr/>
          </p:nvSpPr>
          <p:spPr>
            <a:xfrm rot="11601822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50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34" name="TextBox 215">
            <a:extLst>
              <a:ext uri="{FF2B5EF4-FFF2-40B4-BE49-F238E27FC236}">
                <a16:creationId xmlns:a16="http://schemas.microsoft.com/office/drawing/2014/main" id="{08652FA1-7974-3443-8815-45FAE75FE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3853" y="2666548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+mn-lt"/>
              </a:rPr>
              <a:t>1</a:t>
            </a:r>
          </a:p>
        </p:txBody>
      </p:sp>
      <p:sp>
        <p:nvSpPr>
          <p:cNvPr id="135" name="TextBox 216">
            <a:extLst>
              <a:ext uri="{FF2B5EF4-FFF2-40B4-BE49-F238E27FC236}">
                <a16:creationId xmlns:a16="http://schemas.microsoft.com/office/drawing/2014/main" id="{B2DFB57D-4700-E945-86BB-18293CCD9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2878" y="2672501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+mn-lt"/>
              </a:rPr>
              <a:t>2</a:t>
            </a:r>
          </a:p>
        </p:txBody>
      </p:sp>
      <p:cxnSp>
        <p:nvCxnSpPr>
          <p:cNvPr id="136" name="Straight Connector 3">
            <a:extLst>
              <a:ext uri="{FF2B5EF4-FFF2-40B4-BE49-F238E27FC236}">
                <a16:creationId xmlns:a16="http://schemas.microsoft.com/office/drawing/2014/main" id="{FBBE3444-7CBE-F14B-B7E8-0383406AC1F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80781" y="1933123"/>
            <a:ext cx="919163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7" name="TextBox 234">
            <a:extLst>
              <a:ext uri="{FF2B5EF4-FFF2-40B4-BE49-F238E27FC236}">
                <a16:creationId xmlns:a16="http://schemas.microsoft.com/office/drawing/2014/main" id="{E4BF320B-881D-FC4C-AA1D-E8017D839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3509" y="1671186"/>
            <a:ext cx="1531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two packets, </a:t>
            </a:r>
          </a:p>
          <a:p>
            <a:r>
              <a:rPr lang="en-US" altLang="en-US" sz="1800" i="1" dirty="0">
                <a:solidFill>
                  <a:srgbClr val="C00000"/>
                </a:solidFill>
                <a:latin typeface="+mn-lt"/>
              </a:rPr>
              <a:t>L</a:t>
            </a:r>
            <a:r>
              <a:rPr lang="en-US" altLang="en-US" sz="1800" dirty="0">
                <a:latin typeface="+mn-lt"/>
              </a:rPr>
              <a:t> bits each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19D0037-5A33-094A-B56A-A6725F0071E1}"/>
              </a:ext>
            </a:extLst>
          </p:cNvPr>
          <p:cNvGrpSpPr/>
          <p:nvPr/>
        </p:nvGrpSpPr>
        <p:grpSpPr>
          <a:xfrm>
            <a:off x="7879610" y="2751839"/>
            <a:ext cx="900185" cy="358055"/>
            <a:chOff x="3668110" y="2448910"/>
            <a:chExt cx="3794234" cy="2165130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A9898D4-BC65-E748-94F3-2D54D26D96FA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D5CAA6B7-B19A-704A-A583-2A25A6A2BDA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807DB28-C49C-1F47-993A-E4A5D8E3AD3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12EFFE72-BC3C-CC49-AB49-16A0474F506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C69BFDC0-0B31-D049-BA7F-3FCD7CA2CF31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F93BED00-199F-094A-BBBD-21F3A38D650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0764D4E8-C385-5D47-B4A0-DC425C12DA68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cxnSp>
        <p:nvCxnSpPr>
          <p:cNvPr id="146" name="Straight Connector 3">
            <a:extLst>
              <a:ext uri="{FF2B5EF4-FFF2-40B4-BE49-F238E27FC236}">
                <a16:creationId xmlns:a16="http://schemas.microsoft.com/office/drawing/2014/main" id="{5571A294-549C-9140-89B0-D3E6B5C20F8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948734" y="3015678"/>
            <a:ext cx="0" cy="3437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Right Arrow 2">
            <a:extLst>
              <a:ext uri="{FF2B5EF4-FFF2-40B4-BE49-F238E27FC236}">
                <a16:creationId xmlns:a16="http://schemas.microsoft.com/office/drawing/2014/main" id="{23DA3897-58AF-E74F-8974-5062251B6401}"/>
              </a:ext>
            </a:extLst>
          </p:cNvPr>
          <p:cNvSpPr/>
          <p:nvPr/>
        </p:nvSpPr>
        <p:spPr>
          <a:xfrm>
            <a:off x="6233771" y="2417767"/>
            <a:ext cx="733806" cy="195070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1">
                  <a:lumMod val="20000"/>
                  <a:lumOff val="80000"/>
                </a:schemeClr>
              </a:gs>
              <a:gs pos="68000">
                <a:schemeClr val="accent1">
                  <a:lumMod val="45000"/>
                  <a:lumOff val="55000"/>
                </a:scheme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E2A643-E19F-834C-A4A9-DFD2845E5A32}"/>
              </a:ext>
            </a:extLst>
          </p:cNvPr>
          <p:cNvGrpSpPr/>
          <p:nvPr/>
        </p:nvGrpSpPr>
        <p:grpSpPr>
          <a:xfrm>
            <a:off x="1752359" y="3938819"/>
            <a:ext cx="5157761" cy="830997"/>
            <a:chOff x="2336478" y="5251754"/>
            <a:chExt cx="6877015" cy="1107995"/>
          </a:xfrm>
        </p:grpSpPr>
        <p:sp>
          <p:nvSpPr>
            <p:cNvPr id="150" name="TextBox 235">
              <a:extLst>
                <a:ext uri="{FF2B5EF4-FFF2-40B4-BE49-F238E27FC236}">
                  <a16:creationId xmlns:a16="http://schemas.microsoft.com/office/drawing/2014/main" id="{554D03F1-261B-274D-BE6B-68B0F085B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478" y="5259813"/>
              <a:ext cx="1973191" cy="1064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altLang="en-US" sz="1800" dirty="0">
                  <a:latin typeface="+mn-lt"/>
                </a:rPr>
                <a:t>packet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800" dirty="0">
                  <a:latin typeface="+mn-lt"/>
                </a:rPr>
                <a:t>transmission</a:t>
              </a:r>
            </a:p>
            <a:p>
              <a:pPr algn="r">
                <a:lnSpc>
                  <a:spcPct val="85000"/>
                </a:lnSpc>
              </a:pPr>
              <a:r>
                <a:rPr lang="en-US" altLang="en-US" sz="1800" dirty="0">
                  <a:latin typeface="+mn-lt"/>
                </a:rPr>
                <a:t>delay</a:t>
              </a:r>
            </a:p>
          </p:txBody>
        </p:sp>
        <p:sp>
          <p:nvSpPr>
            <p:cNvPr id="151" name="TextBox 237">
              <a:extLst>
                <a:ext uri="{FF2B5EF4-FFF2-40B4-BE49-F238E27FC236}">
                  <a16:creationId xmlns:a16="http://schemas.microsoft.com/office/drawing/2014/main" id="{9CD3A186-E3CE-C042-8649-3B739F26D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9810" y="5291362"/>
              <a:ext cx="2280968" cy="1064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+mn-lt"/>
                </a:rPr>
                <a:t>time needed to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+mn-lt"/>
                </a:rPr>
                <a:t>transmit </a:t>
              </a:r>
              <a:r>
                <a:rPr lang="en-US" altLang="en-US" sz="1800" i="1" dirty="0">
                  <a:latin typeface="+mn-lt"/>
                </a:rPr>
                <a:t>L</a:t>
              </a:r>
              <a:r>
                <a:rPr lang="en-US" altLang="en-US" sz="1800" dirty="0">
                  <a:latin typeface="+mn-lt"/>
                </a:rPr>
                <a:t>-bit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+mn-lt"/>
                </a:rPr>
                <a:t>packet into link</a:t>
              </a:r>
            </a:p>
          </p:txBody>
        </p:sp>
        <p:sp>
          <p:nvSpPr>
            <p:cNvPr id="152" name="TextBox 4">
              <a:extLst>
                <a:ext uri="{FF2B5EF4-FFF2-40B4-BE49-F238E27FC236}">
                  <a16:creationId xmlns:a16="http://schemas.microsoft.com/office/drawing/2014/main" id="{B952BAFD-58AC-214C-BE5D-ADF785D9B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6019" y="5251754"/>
              <a:ext cx="1697474" cy="1107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i="1" dirty="0">
                  <a:latin typeface="+mn-lt"/>
                </a:rPr>
                <a:t>L</a:t>
              </a:r>
              <a:r>
                <a:rPr lang="en-US" altLang="en-US" dirty="0">
                  <a:latin typeface="+mn-lt"/>
                </a:rPr>
                <a:t> </a:t>
              </a:r>
              <a:r>
                <a:rPr lang="en-US" altLang="en-US" sz="1500" dirty="0">
                  <a:latin typeface="+mn-lt"/>
                </a:rPr>
                <a:t>(bits)</a:t>
              </a:r>
            </a:p>
            <a:p>
              <a:r>
                <a:rPr lang="en-US" altLang="en-US" i="1" dirty="0">
                  <a:latin typeface="+mn-lt"/>
                </a:rPr>
                <a:t>R</a:t>
              </a:r>
              <a:r>
                <a:rPr lang="en-US" altLang="en-US" dirty="0">
                  <a:latin typeface="+mn-lt"/>
                </a:rPr>
                <a:t> </a:t>
              </a:r>
              <a:r>
                <a:rPr lang="en-US" altLang="en-US" sz="1500" dirty="0">
                  <a:latin typeface="+mn-lt"/>
                </a:rPr>
                <a:t>(bits/sec)</a:t>
              </a:r>
              <a:endParaRPr lang="en-US" altLang="en-US" dirty="0">
                <a:latin typeface="+mn-lt"/>
              </a:endParaRPr>
            </a:p>
          </p:txBody>
        </p:sp>
        <p:cxnSp>
          <p:nvCxnSpPr>
            <p:cNvPr id="153" name="Straight Connector 9">
              <a:extLst>
                <a:ext uri="{FF2B5EF4-FFF2-40B4-BE49-F238E27FC236}">
                  <a16:creationId xmlns:a16="http://schemas.microsoft.com/office/drawing/2014/main" id="{67DC36C0-FB7F-C743-A67E-B459F261B2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03331" y="5796974"/>
              <a:ext cx="286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" name="TextBox 10">
              <a:extLst>
                <a:ext uri="{FF2B5EF4-FFF2-40B4-BE49-F238E27FC236}">
                  <a16:creationId xmlns:a16="http://schemas.microsoft.com/office/drawing/2014/main" id="{E6FBAEB0-9208-834B-AE45-DB91BAA9D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6507" y="5477615"/>
              <a:ext cx="485603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+mn-lt"/>
                </a:rPr>
                <a:t>=</a:t>
              </a:r>
            </a:p>
          </p:txBody>
        </p:sp>
        <p:sp>
          <p:nvSpPr>
            <p:cNvPr id="155" name="TextBox 245">
              <a:extLst>
                <a:ext uri="{FF2B5EF4-FFF2-40B4-BE49-F238E27FC236}">
                  <a16:creationId xmlns:a16="http://schemas.microsoft.com/office/drawing/2014/main" id="{46450F73-8344-8247-AF42-74BDC01EF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9120" y="5484896"/>
              <a:ext cx="485603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+mn-lt"/>
                </a:rPr>
                <a:t>=</a:t>
              </a:r>
            </a:p>
          </p:txBody>
        </p:sp>
      </p:grpSp>
      <p:sp>
        <p:nvSpPr>
          <p:cNvPr id="43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27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Packet-switching: store-and-forward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0597" y="2667845"/>
            <a:ext cx="5535519" cy="2252173"/>
          </a:xfrm>
        </p:spPr>
        <p:txBody>
          <a:bodyPr>
            <a:noAutofit/>
          </a:bodyPr>
          <a:lstStyle/>
          <a:p>
            <a:pPr marL="215504" indent="-215504" algn="just"/>
            <a:r>
              <a:rPr lang="en-US" altLang="en-US" sz="195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Transmission delay: </a:t>
            </a:r>
            <a:r>
              <a:rPr lang="en-US" altLang="en-US" sz="1950" dirty="0">
                <a:ea typeface="ＭＳ Ｐゴシック" panose="020B0600070205080204" pitchFamily="34" charset="-128"/>
              </a:rPr>
              <a:t>takes 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L</a:t>
            </a:r>
            <a:r>
              <a:rPr lang="en-US" altLang="en-US" sz="1950" dirty="0">
                <a:ea typeface="ＭＳ Ｐゴシック" panose="020B0600070205080204" pitchFamily="34" charset="-128"/>
              </a:rPr>
              <a:t>/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950" dirty="0">
                <a:ea typeface="ＭＳ Ｐゴシック" panose="020B0600070205080204" pitchFamily="34" charset="-128"/>
              </a:rPr>
              <a:t> seconds to transmit (push out) 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L</a:t>
            </a:r>
            <a:r>
              <a:rPr lang="en-US" altLang="en-US" sz="1950" dirty="0">
                <a:ea typeface="ＭＳ Ｐゴシック" panose="020B0600070205080204" pitchFamily="34" charset="-128"/>
              </a:rPr>
              <a:t>-bit packet into link at 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950" dirty="0">
                <a:ea typeface="ＭＳ Ｐゴシック" panose="020B0600070205080204" pitchFamily="34" charset="-128"/>
              </a:rPr>
              <a:t> bps</a:t>
            </a:r>
          </a:p>
          <a:p>
            <a:pPr marL="215504" indent="-215504" algn="just"/>
            <a:r>
              <a:rPr lang="en-US" altLang="en-US" sz="195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Store and forward:</a:t>
            </a:r>
            <a:r>
              <a:rPr lang="en-US" altLang="en-US" sz="195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entire</a:t>
            </a:r>
            <a:r>
              <a:rPr lang="en-US" altLang="en-US" sz="1950" dirty="0">
                <a:ea typeface="ＭＳ Ｐゴシック" panose="020B0600070205080204" pitchFamily="34" charset="-128"/>
              </a:rPr>
              <a:t> packet must  arrive at router before it can be transmitted on next link</a:t>
            </a:r>
          </a:p>
          <a:p>
            <a:pPr marL="215504" indent="-215504" algn="just"/>
            <a:r>
              <a:rPr lang="en-US" altLang="en-US" sz="195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End-end delay: </a:t>
            </a:r>
            <a:r>
              <a:rPr lang="en-US" altLang="en-US" sz="1950" dirty="0">
                <a:ea typeface="ＭＳ Ｐゴシック" panose="020B0600070205080204" pitchFamily="34" charset="-128"/>
              </a:rPr>
              <a:t>2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L/R </a:t>
            </a:r>
            <a:r>
              <a:rPr lang="en-US" altLang="en-US" sz="1950" dirty="0">
                <a:ea typeface="ＭＳ Ｐゴシック" panose="020B0600070205080204" pitchFamily="34" charset="-128"/>
              </a:rPr>
              <a:t>(above), assuming zero propagation delay (more on delay shortly)</a:t>
            </a:r>
          </a:p>
          <a:p>
            <a:pPr marL="215504" indent="-215504">
              <a:spcBef>
                <a:spcPts val="300"/>
              </a:spcBef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marL="215504" indent="-215504">
              <a:spcBef>
                <a:spcPts val="300"/>
              </a:spcBef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marL="130969" indent="0">
              <a:spcBef>
                <a:spcPts val="300"/>
              </a:spcBef>
              <a:buSzPct val="75000"/>
              <a:buNone/>
            </a:pPr>
            <a:endParaRPr lang="en-US" altLang="en-US" dirty="0"/>
          </a:p>
          <a:p>
            <a:pPr>
              <a:spcBef>
                <a:spcPts val="300"/>
              </a:spcBef>
            </a:pPr>
            <a:endParaRPr lang="en-US" dirty="0"/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1B79CF7E-9448-5544-BA0A-8BCEB44B02B9}"/>
              </a:ext>
            </a:extLst>
          </p:cNvPr>
          <p:cNvSpPr txBox="1"/>
          <p:nvPr/>
        </p:nvSpPr>
        <p:spPr>
          <a:xfrm>
            <a:off x="1747113" y="1987998"/>
            <a:ext cx="70724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prstClr val="black"/>
                </a:solidFill>
                <a:latin typeface="Calibri"/>
                <a:ea typeface="+mn-ea"/>
              </a:rPr>
              <a:t>source</a:t>
            </a:r>
          </a:p>
        </p:txBody>
      </p:sp>
      <p:grpSp>
        <p:nvGrpSpPr>
          <p:cNvPr id="445" name="Group 41">
            <a:extLst>
              <a:ext uri="{FF2B5EF4-FFF2-40B4-BE49-F238E27FC236}">
                <a16:creationId xmlns:a16="http://schemas.microsoft.com/office/drawing/2014/main" id="{D75B9901-C554-3A40-8E3F-BFD972AB9094}"/>
              </a:ext>
            </a:extLst>
          </p:cNvPr>
          <p:cNvGrpSpPr>
            <a:grpSpLocks/>
          </p:cNvGrpSpPr>
          <p:nvPr/>
        </p:nvGrpSpPr>
        <p:grpSpPr bwMode="auto">
          <a:xfrm>
            <a:off x="2364250" y="2032308"/>
            <a:ext cx="806054" cy="337881"/>
            <a:chOff x="1816230" y="6118900"/>
            <a:chExt cx="1843339" cy="739100"/>
          </a:xfrm>
        </p:grpSpPr>
        <p:pic>
          <p:nvPicPr>
            <p:cNvPr id="446" name="Picture 8">
              <a:extLst>
                <a:ext uri="{FF2B5EF4-FFF2-40B4-BE49-F238E27FC236}">
                  <a16:creationId xmlns:a16="http://schemas.microsoft.com/office/drawing/2014/main" id="{075B6782-DAD3-5940-9C66-4FAAECFA13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02711796-4BEC-494E-B327-181C4E9262BA}"/>
                </a:ext>
              </a:extLst>
            </p:cNvPr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350" dirty="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cxnSp>
        <p:nvCxnSpPr>
          <p:cNvPr id="571" name="Straight Connector 42">
            <a:extLst>
              <a:ext uri="{FF2B5EF4-FFF2-40B4-BE49-F238E27FC236}">
                <a16:creationId xmlns:a16="http://schemas.microsoft.com/office/drawing/2014/main" id="{6D359C0C-C85E-774D-B144-5FE0932788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86960" y="2134445"/>
            <a:ext cx="1303734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72" name="Group 43">
            <a:extLst>
              <a:ext uri="{FF2B5EF4-FFF2-40B4-BE49-F238E27FC236}">
                <a16:creationId xmlns:a16="http://schemas.microsoft.com/office/drawing/2014/main" id="{4A6CEE30-BDD0-7946-9B0F-803AE1C976BE}"/>
              </a:ext>
            </a:extLst>
          </p:cNvPr>
          <p:cNvGrpSpPr>
            <a:grpSpLocks/>
          </p:cNvGrpSpPr>
          <p:nvPr/>
        </p:nvGrpSpPr>
        <p:grpSpPr bwMode="auto">
          <a:xfrm>
            <a:off x="4096609" y="1993952"/>
            <a:ext cx="794147" cy="288131"/>
            <a:chOff x="5142253" y="5649029"/>
            <a:chExt cx="1304545" cy="695633"/>
          </a:xfrm>
        </p:grpSpPr>
        <p:grpSp>
          <p:nvGrpSpPr>
            <p:cNvPr id="575" name="Group 92">
              <a:extLst>
                <a:ext uri="{FF2B5EF4-FFF2-40B4-BE49-F238E27FC236}">
                  <a16:creationId xmlns:a16="http://schemas.microsoft.com/office/drawing/2014/main" id="{56AFEAE4-C1CE-3F40-AC66-240FF7FDB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610" name="Picture 95">
                <a:extLst>
                  <a:ext uri="{FF2B5EF4-FFF2-40B4-BE49-F238E27FC236}">
                    <a16:creationId xmlns:a16="http://schemas.microsoft.com/office/drawing/2014/main" id="{CEDF4319-A88D-A940-804B-AC346DEE1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2" name="Rectangle 96">
                <a:extLst>
                  <a:ext uri="{FF2B5EF4-FFF2-40B4-BE49-F238E27FC236}">
                    <a16:creationId xmlns:a16="http://schemas.microsoft.com/office/drawing/2014/main" id="{17D711C1-F78A-184C-A078-3172E5CB6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13" name="Rectangle 97">
                <a:extLst>
                  <a:ext uri="{FF2B5EF4-FFF2-40B4-BE49-F238E27FC236}">
                    <a16:creationId xmlns:a16="http://schemas.microsoft.com/office/drawing/2014/main" id="{1402FE3D-A97D-524F-8333-BD24578CB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14" name="Oval 98">
                <a:extLst>
                  <a:ext uri="{FF2B5EF4-FFF2-40B4-BE49-F238E27FC236}">
                    <a16:creationId xmlns:a16="http://schemas.microsoft.com/office/drawing/2014/main" id="{2F4C992E-03ED-7948-B43B-45D80D717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76" name="Rectangle 93">
              <a:extLst>
                <a:ext uri="{FF2B5EF4-FFF2-40B4-BE49-F238E27FC236}">
                  <a16:creationId xmlns:a16="http://schemas.microsoft.com/office/drawing/2014/main" id="{3B805206-0A18-7443-AE9C-D5984F31A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9" name="Rectangle 94">
              <a:extLst>
                <a:ext uri="{FF2B5EF4-FFF2-40B4-BE49-F238E27FC236}">
                  <a16:creationId xmlns:a16="http://schemas.microsoft.com/office/drawing/2014/main" id="{6EF03B21-1655-B64C-A29C-130E0C70C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631" name="Group 44">
            <a:extLst>
              <a:ext uri="{FF2B5EF4-FFF2-40B4-BE49-F238E27FC236}">
                <a16:creationId xmlns:a16="http://schemas.microsoft.com/office/drawing/2014/main" id="{7C2ADEA2-72C5-7D49-88A5-BE85AF82D508}"/>
              </a:ext>
            </a:extLst>
          </p:cNvPr>
          <p:cNvGrpSpPr>
            <a:grpSpLocks/>
          </p:cNvGrpSpPr>
          <p:nvPr/>
        </p:nvGrpSpPr>
        <p:grpSpPr bwMode="auto">
          <a:xfrm>
            <a:off x="4062081" y="1184327"/>
            <a:ext cx="819150" cy="227409"/>
            <a:chOff x="5128542" y="4838701"/>
            <a:chExt cx="1300833" cy="530211"/>
          </a:xfrm>
        </p:grpSpPr>
        <p:pic>
          <p:nvPicPr>
            <p:cNvPr id="632" name="Picture 2">
              <a:extLst>
                <a:ext uri="{FF2B5EF4-FFF2-40B4-BE49-F238E27FC236}">
                  <a16:creationId xmlns:a16="http://schemas.microsoft.com/office/drawing/2014/main" id="{E72DF6A2-4516-224F-8D11-E4AF1D626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3" name="Rectangle 90">
              <a:extLst>
                <a:ext uri="{FF2B5EF4-FFF2-40B4-BE49-F238E27FC236}">
                  <a16:creationId xmlns:a16="http://schemas.microsoft.com/office/drawing/2014/main" id="{3E0650D2-915C-4141-86AF-D3B267B41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4" name="Rectangle 91">
              <a:extLst>
                <a:ext uri="{FF2B5EF4-FFF2-40B4-BE49-F238E27FC236}">
                  <a16:creationId xmlns:a16="http://schemas.microsoft.com/office/drawing/2014/main" id="{B3CD2B87-5709-5A4D-BBAA-A7822A6AA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635" name="Group 45">
            <a:extLst>
              <a:ext uri="{FF2B5EF4-FFF2-40B4-BE49-F238E27FC236}">
                <a16:creationId xmlns:a16="http://schemas.microsoft.com/office/drawing/2014/main" id="{B0C3E47A-9752-C14E-96E9-78DBC0436237}"/>
              </a:ext>
            </a:extLst>
          </p:cNvPr>
          <p:cNvGrpSpPr>
            <a:grpSpLocks/>
          </p:cNvGrpSpPr>
          <p:nvPr/>
        </p:nvGrpSpPr>
        <p:grpSpPr bwMode="auto">
          <a:xfrm>
            <a:off x="2499981" y="931321"/>
            <a:ext cx="819150" cy="492320"/>
            <a:chOff x="2387973" y="4309243"/>
            <a:chExt cx="1771787" cy="1282262"/>
          </a:xfrm>
        </p:grpSpPr>
        <p:pic>
          <p:nvPicPr>
            <p:cNvPr id="636" name="Picture 9">
              <a:extLst>
                <a:ext uri="{FF2B5EF4-FFF2-40B4-BE49-F238E27FC236}">
                  <a16:creationId xmlns:a16="http://schemas.microsoft.com/office/drawing/2014/main" id="{302CBE9C-7997-784F-91BA-C204727BA4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4002DC24-F0AD-4E40-A082-62B143F95C31}"/>
                </a:ext>
              </a:extLst>
            </p:cNvPr>
            <p:cNvSpPr/>
            <p:nvPr/>
          </p:nvSpPr>
          <p:spPr>
            <a:xfrm rot="11601822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350" dirty="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sp>
        <p:nvSpPr>
          <p:cNvPr id="638" name="TextBox 637">
            <a:extLst>
              <a:ext uri="{FF2B5EF4-FFF2-40B4-BE49-F238E27FC236}">
                <a16:creationId xmlns:a16="http://schemas.microsoft.com/office/drawing/2014/main" id="{AF85F6AD-7423-A74F-BD1A-46B55A2B1C21}"/>
              </a:ext>
            </a:extLst>
          </p:cNvPr>
          <p:cNvSpPr txBox="1"/>
          <p:nvPr/>
        </p:nvSpPr>
        <p:spPr>
          <a:xfrm>
            <a:off x="3356041" y="2159448"/>
            <a:ext cx="6094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i="1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50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cxnSp>
        <p:nvCxnSpPr>
          <p:cNvPr id="639" name="Straight Connector 47">
            <a:extLst>
              <a:ext uri="{FF2B5EF4-FFF2-40B4-BE49-F238E27FC236}">
                <a16:creationId xmlns:a16="http://schemas.microsoft.com/office/drawing/2014/main" id="{28502E62-6C0C-4746-A594-30C5C1D864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80041" y="2138017"/>
            <a:ext cx="1303734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41" name="Group 100">
            <a:extLst>
              <a:ext uri="{FF2B5EF4-FFF2-40B4-BE49-F238E27FC236}">
                <a16:creationId xmlns:a16="http://schemas.microsoft.com/office/drawing/2014/main" id="{3292F663-26EC-ED4F-BCEF-CD558D1BAFCB}"/>
              </a:ext>
            </a:extLst>
          </p:cNvPr>
          <p:cNvGrpSpPr>
            <a:grpSpLocks/>
          </p:cNvGrpSpPr>
          <p:nvPr/>
        </p:nvGrpSpPr>
        <p:grpSpPr bwMode="auto">
          <a:xfrm>
            <a:off x="5613466" y="1531990"/>
            <a:ext cx="1108472" cy="963215"/>
            <a:chOff x="-44" y="1473"/>
            <a:chExt cx="981" cy="1105"/>
          </a:xfrm>
        </p:grpSpPr>
        <p:pic>
          <p:nvPicPr>
            <p:cNvPr id="642" name="Picture 101" descr="desktop_computer_stylized_medium">
              <a:extLst>
                <a:ext uri="{FF2B5EF4-FFF2-40B4-BE49-F238E27FC236}">
                  <a16:creationId xmlns:a16="http://schemas.microsoft.com/office/drawing/2014/main" id="{87AF4848-891E-F04B-B187-AD33D9D8FB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3" name="Freeform 102">
              <a:extLst>
                <a:ext uri="{FF2B5EF4-FFF2-40B4-BE49-F238E27FC236}">
                  <a16:creationId xmlns:a16="http://schemas.microsoft.com/office/drawing/2014/main" id="{F0C5CEDF-AF9D-8E40-AB03-374EC6EBEDF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80"/>
              <a:ext cx="474" cy="505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en-US" sz="1350" dirty="0"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</p:grpSp>
      <p:sp>
        <p:nvSpPr>
          <p:cNvPr id="644" name="TextBox 643">
            <a:extLst>
              <a:ext uri="{FF2B5EF4-FFF2-40B4-BE49-F238E27FC236}">
                <a16:creationId xmlns:a16="http://schemas.microsoft.com/office/drawing/2014/main" id="{EA272014-13A0-D54C-9A64-D4DFADFF846A}"/>
              </a:ext>
            </a:extLst>
          </p:cNvPr>
          <p:cNvSpPr txBox="1"/>
          <p:nvPr/>
        </p:nvSpPr>
        <p:spPr>
          <a:xfrm>
            <a:off x="6725510" y="1992367"/>
            <a:ext cx="106952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dirty="0">
                <a:solidFill>
                  <a:prstClr val="black"/>
                </a:solidFill>
                <a:latin typeface="Calibri"/>
                <a:ea typeface="+mn-ea"/>
              </a:rPr>
              <a:t>destination</a:t>
            </a:r>
            <a:endParaRPr lang="en-US" sz="1350" dirty="0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645" name="TextBox 52">
            <a:extLst>
              <a:ext uri="{FF2B5EF4-FFF2-40B4-BE49-F238E27FC236}">
                <a16:creationId xmlns:a16="http://schemas.microsoft.com/office/drawing/2014/main" id="{E422D171-4947-C94A-BE0E-147703EE2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228" y="1909417"/>
            <a:ext cx="2632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46" name="TextBox 53">
            <a:extLst>
              <a:ext uri="{FF2B5EF4-FFF2-40B4-BE49-F238E27FC236}">
                <a16:creationId xmlns:a16="http://schemas.microsoft.com/office/drawing/2014/main" id="{D37BB4E5-D54C-B346-AEBA-6A176B85D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91" y="1914180"/>
            <a:ext cx="2632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47" name="TextBox 54">
            <a:extLst>
              <a:ext uri="{FF2B5EF4-FFF2-40B4-BE49-F238E27FC236}">
                <a16:creationId xmlns:a16="http://schemas.microsoft.com/office/drawing/2014/main" id="{E3E1F346-ABA7-6940-997A-8CCE658AC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097" y="1911799"/>
            <a:ext cx="2632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</a:p>
        </p:txBody>
      </p:sp>
      <p:grpSp>
        <p:nvGrpSpPr>
          <p:cNvPr id="648" name="Group 55">
            <a:extLst>
              <a:ext uri="{FF2B5EF4-FFF2-40B4-BE49-F238E27FC236}">
                <a16:creationId xmlns:a16="http://schemas.microsoft.com/office/drawing/2014/main" id="{2E7741F3-2FE7-BA49-B72C-20AD1F1DE51B}"/>
              </a:ext>
            </a:extLst>
          </p:cNvPr>
          <p:cNvGrpSpPr>
            <a:grpSpLocks/>
          </p:cNvGrpSpPr>
          <p:nvPr/>
        </p:nvGrpSpPr>
        <p:grpSpPr bwMode="auto">
          <a:xfrm>
            <a:off x="2463073" y="1383161"/>
            <a:ext cx="2201465" cy="631031"/>
            <a:chOff x="593766" y="5264055"/>
            <a:chExt cx="3597129" cy="1011695"/>
          </a:xfrm>
        </p:grpSpPr>
        <p:grpSp>
          <p:nvGrpSpPr>
            <p:cNvPr id="649" name="Group 56">
              <a:extLst>
                <a:ext uri="{FF2B5EF4-FFF2-40B4-BE49-F238E27FC236}">
                  <a16:creationId xmlns:a16="http://schemas.microsoft.com/office/drawing/2014/main" id="{44B633EE-7AA3-B744-A7A9-478E5F6A6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7077" y="5264055"/>
              <a:ext cx="617671" cy="927313"/>
              <a:chOff x="2105936" y="5387204"/>
              <a:chExt cx="617671" cy="927313"/>
            </a:xfrm>
          </p:grpSpPr>
          <p:sp>
            <p:nvSpPr>
              <p:cNvPr id="674" name="Rectangle 77">
                <a:extLst>
                  <a:ext uri="{FF2B5EF4-FFF2-40B4-BE49-F238E27FC236}">
                    <a16:creationId xmlns:a16="http://schemas.microsoft.com/office/drawing/2014/main" id="{4422B562-DF60-A945-828A-2082F790F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75" name="Freeform 674">
                <a:extLst>
                  <a:ext uri="{FF2B5EF4-FFF2-40B4-BE49-F238E27FC236}">
                    <a16:creationId xmlns:a16="http://schemas.microsoft.com/office/drawing/2014/main" id="{F6D00EDF-29D0-5A40-BF0F-575802DDF3F2}"/>
                  </a:ext>
                </a:extLst>
              </p:cNvPr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76" name="Freeform 675">
                <a:extLst>
                  <a:ext uri="{FF2B5EF4-FFF2-40B4-BE49-F238E27FC236}">
                    <a16:creationId xmlns:a16="http://schemas.microsoft.com/office/drawing/2014/main" id="{9C8ACF1B-C011-104F-BA26-14933C6E952A}"/>
                  </a:ext>
                </a:extLst>
              </p:cNvPr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77" name="Freeform 676">
                <a:extLst>
                  <a:ext uri="{FF2B5EF4-FFF2-40B4-BE49-F238E27FC236}">
                    <a16:creationId xmlns:a16="http://schemas.microsoft.com/office/drawing/2014/main" id="{8EDE706E-408F-E541-8404-8860138BC4FC}"/>
                  </a:ext>
                </a:extLst>
              </p:cNvPr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678" name="Straight Connector 81">
                <a:extLst>
                  <a:ext uri="{FF2B5EF4-FFF2-40B4-BE49-F238E27FC236}">
                    <a16:creationId xmlns:a16="http://schemas.microsoft.com/office/drawing/2014/main" id="{89FBE44D-B292-AB4C-A5AA-BA7902F75FC7}"/>
                  </a:ext>
                </a:extLst>
              </p:cNvPr>
              <p:cNvCxnSpPr>
                <a:cxnSpLocks noChangeShapeType="1"/>
                <a:stCxn id="677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9" name="Straight Connector 82">
                <a:extLst>
                  <a:ext uri="{FF2B5EF4-FFF2-40B4-BE49-F238E27FC236}">
                    <a16:creationId xmlns:a16="http://schemas.microsoft.com/office/drawing/2014/main" id="{8AA99D0F-0CA4-A248-95F8-F4BD9A31B155}"/>
                  </a:ext>
                </a:extLst>
              </p:cNvPr>
              <p:cNvCxnSpPr>
                <a:cxnSpLocks noChangeShapeType="1"/>
                <a:endCxn id="677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0" name="Straight Connector 83">
                <a:extLst>
                  <a:ext uri="{FF2B5EF4-FFF2-40B4-BE49-F238E27FC236}">
                    <a16:creationId xmlns:a16="http://schemas.microsoft.com/office/drawing/2014/main" id="{2218DF9C-65AB-484F-8B42-75408C04D711}"/>
                  </a:ext>
                </a:extLst>
              </p:cNvPr>
              <p:cNvCxnSpPr>
                <a:cxnSpLocks noChangeShapeType="1"/>
                <a:endCxn id="677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1" name="Straight Connector 84">
                <a:extLst>
                  <a:ext uri="{FF2B5EF4-FFF2-40B4-BE49-F238E27FC236}">
                    <a16:creationId xmlns:a16="http://schemas.microsoft.com/office/drawing/2014/main" id="{3F8AAD6A-D940-0F45-855C-045DA5CAEC2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50" name="Group 57">
              <a:extLst>
                <a:ext uri="{FF2B5EF4-FFF2-40B4-BE49-F238E27FC236}">
                  <a16:creationId xmlns:a16="http://schemas.microsoft.com/office/drawing/2014/main" id="{29D54BB0-A3C9-4B4A-B19D-3E60D4DC8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6802" y="5273580"/>
              <a:ext cx="617671" cy="927313"/>
              <a:chOff x="2105936" y="5387204"/>
              <a:chExt cx="617671" cy="927313"/>
            </a:xfrm>
          </p:grpSpPr>
          <p:sp>
            <p:nvSpPr>
              <p:cNvPr id="666" name="Freeform 665">
                <a:extLst>
                  <a:ext uri="{FF2B5EF4-FFF2-40B4-BE49-F238E27FC236}">
                    <a16:creationId xmlns:a16="http://schemas.microsoft.com/office/drawing/2014/main" id="{B344A0D7-D463-F54E-BB9B-140C2EB9553B}"/>
                  </a:ext>
                </a:extLst>
              </p:cNvPr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67" name="Freeform 666">
                <a:extLst>
                  <a:ext uri="{FF2B5EF4-FFF2-40B4-BE49-F238E27FC236}">
                    <a16:creationId xmlns:a16="http://schemas.microsoft.com/office/drawing/2014/main" id="{831DF4B3-37F5-B845-8B81-10FE47EDD5D3}"/>
                  </a:ext>
                </a:extLst>
              </p:cNvPr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68" name="Rectangle 71">
                <a:extLst>
                  <a:ext uri="{FF2B5EF4-FFF2-40B4-BE49-F238E27FC236}">
                    <a16:creationId xmlns:a16="http://schemas.microsoft.com/office/drawing/2014/main" id="{3D6B9985-58A7-084E-A3C9-C3A092800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69" name="Freeform 668">
                <a:extLst>
                  <a:ext uri="{FF2B5EF4-FFF2-40B4-BE49-F238E27FC236}">
                    <a16:creationId xmlns:a16="http://schemas.microsoft.com/office/drawing/2014/main" id="{8503FBC4-0C65-9E42-B2E4-D4EDDF503058}"/>
                  </a:ext>
                </a:extLst>
              </p:cNvPr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670" name="Straight Connector 73">
                <a:extLst>
                  <a:ext uri="{FF2B5EF4-FFF2-40B4-BE49-F238E27FC236}">
                    <a16:creationId xmlns:a16="http://schemas.microsoft.com/office/drawing/2014/main" id="{A95C64C2-C9AA-594B-9B23-F0210A0746BF}"/>
                  </a:ext>
                </a:extLst>
              </p:cNvPr>
              <p:cNvCxnSpPr>
                <a:cxnSpLocks noChangeShapeType="1"/>
                <a:stCxn id="669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1" name="Straight Connector 74">
                <a:extLst>
                  <a:ext uri="{FF2B5EF4-FFF2-40B4-BE49-F238E27FC236}">
                    <a16:creationId xmlns:a16="http://schemas.microsoft.com/office/drawing/2014/main" id="{C16C1385-948D-FC4F-8743-4D24D5EC9901}"/>
                  </a:ext>
                </a:extLst>
              </p:cNvPr>
              <p:cNvCxnSpPr>
                <a:cxnSpLocks noChangeShapeType="1"/>
                <a:endCxn id="669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2" name="Straight Connector 75">
                <a:extLst>
                  <a:ext uri="{FF2B5EF4-FFF2-40B4-BE49-F238E27FC236}">
                    <a16:creationId xmlns:a16="http://schemas.microsoft.com/office/drawing/2014/main" id="{005797F3-09C9-704D-BF8B-ED3224D83120}"/>
                  </a:ext>
                </a:extLst>
              </p:cNvPr>
              <p:cNvCxnSpPr>
                <a:cxnSpLocks noChangeShapeType="1"/>
                <a:endCxn id="669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3" name="Straight Connector 76">
                <a:extLst>
                  <a:ext uri="{FF2B5EF4-FFF2-40B4-BE49-F238E27FC236}">
                    <a16:creationId xmlns:a16="http://schemas.microsoft.com/office/drawing/2014/main" id="{5CCCDFF4-0612-8A41-9E29-00C0051D843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51" name="Group 58">
              <a:extLst>
                <a:ext uri="{FF2B5EF4-FFF2-40B4-BE49-F238E27FC236}">
                  <a16:creationId xmlns:a16="http://schemas.microsoft.com/office/drawing/2014/main" id="{2BC7E688-1666-9E48-9D35-8A3B7F6B60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1797" y="5294415"/>
              <a:ext cx="605641" cy="915203"/>
              <a:chOff x="335231" y="4405745"/>
              <a:chExt cx="1252537" cy="2138362"/>
            </a:xfrm>
          </p:grpSpPr>
          <p:sp>
            <p:nvSpPr>
              <p:cNvPr id="663" name="Freeform 662">
                <a:extLst>
                  <a:ext uri="{FF2B5EF4-FFF2-40B4-BE49-F238E27FC236}">
                    <a16:creationId xmlns:a16="http://schemas.microsoft.com/office/drawing/2014/main" id="{87A34BD8-BCFA-7346-8219-00975B8E1A4E}"/>
                  </a:ext>
                </a:extLst>
              </p:cNvPr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64" name="Freeform 663">
                <a:extLst>
                  <a:ext uri="{FF2B5EF4-FFF2-40B4-BE49-F238E27FC236}">
                    <a16:creationId xmlns:a16="http://schemas.microsoft.com/office/drawing/2014/main" id="{5B686D4B-605F-204E-AF3D-DA46E1A20C49}"/>
                  </a:ext>
                </a:extLst>
              </p:cNvPr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65" name="Rectangle 68">
                <a:extLst>
                  <a:ext uri="{FF2B5EF4-FFF2-40B4-BE49-F238E27FC236}">
                    <a16:creationId xmlns:a16="http://schemas.microsoft.com/office/drawing/2014/main" id="{D50147F5-2DBD-594D-B7F5-9539ABC12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52" name="Rectangle 59">
              <a:extLst>
                <a:ext uri="{FF2B5EF4-FFF2-40B4-BE49-F238E27FC236}">
                  <a16:creationId xmlns:a16="http://schemas.microsoft.com/office/drawing/2014/main" id="{18CC1E0B-4825-0B49-8E20-1A4B35EAB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54" name="Right Arrow 60">
              <a:extLst>
                <a:ext uri="{FF2B5EF4-FFF2-40B4-BE49-F238E27FC236}">
                  <a16:creationId xmlns:a16="http://schemas.microsoft.com/office/drawing/2014/main" id="{C9ADCAE3-D54A-7944-A5C3-75177D484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656" name="Group 61">
              <a:extLst>
                <a:ext uri="{FF2B5EF4-FFF2-40B4-BE49-F238E27FC236}">
                  <a16:creationId xmlns:a16="http://schemas.microsoft.com/office/drawing/2014/main" id="{3B5D61CE-4118-DA4C-82DD-0044DDF65B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766" y="5284519"/>
              <a:ext cx="605641" cy="915203"/>
              <a:chOff x="335231" y="4405745"/>
              <a:chExt cx="1252537" cy="2138362"/>
            </a:xfrm>
          </p:grpSpPr>
          <p:sp>
            <p:nvSpPr>
              <p:cNvPr id="660" name="Freeform 659">
                <a:extLst>
                  <a:ext uri="{FF2B5EF4-FFF2-40B4-BE49-F238E27FC236}">
                    <a16:creationId xmlns:a16="http://schemas.microsoft.com/office/drawing/2014/main" id="{AF33AD4E-6341-CD45-92D6-302AE475AE22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61" name="Freeform 660">
                <a:extLst>
                  <a:ext uri="{FF2B5EF4-FFF2-40B4-BE49-F238E27FC236}">
                    <a16:creationId xmlns:a16="http://schemas.microsoft.com/office/drawing/2014/main" id="{F59CEEAB-304C-0A4F-A6A1-3B9DA87D8743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 sz="1350" dirty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62" name="Rectangle 65">
                <a:extLst>
                  <a:ext uri="{FF2B5EF4-FFF2-40B4-BE49-F238E27FC236}">
                    <a16:creationId xmlns:a16="http://schemas.microsoft.com/office/drawing/2014/main" id="{6C69B056-F95C-664B-8B83-B7E5D4344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59" name="Right Arrow 62">
              <a:extLst>
                <a:ext uri="{FF2B5EF4-FFF2-40B4-BE49-F238E27FC236}">
                  <a16:creationId xmlns:a16="http://schemas.microsoft.com/office/drawing/2014/main" id="{D83CCDED-CE88-C34F-B2B8-73878CCD3B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682" name="TextBox 681">
            <a:extLst>
              <a:ext uri="{FF2B5EF4-FFF2-40B4-BE49-F238E27FC236}">
                <a16:creationId xmlns:a16="http://schemas.microsoft.com/office/drawing/2014/main" id="{D97E2904-AD6B-3943-9660-32B38BA8B0D1}"/>
              </a:ext>
            </a:extLst>
          </p:cNvPr>
          <p:cNvSpPr txBox="1"/>
          <p:nvPr/>
        </p:nvSpPr>
        <p:spPr>
          <a:xfrm>
            <a:off x="1448487" y="1439329"/>
            <a:ext cx="1015021" cy="425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275"/>
              </a:lnSpc>
              <a:defRPr/>
            </a:pPr>
            <a:r>
              <a:rPr lang="en-US" sz="1500" i="1" dirty="0">
                <a:solidFill>
                  <a:prstClr val="black"/>
                </a:solidFill>
                <a:latin typeface="Calibri"/>
                <a:ea typeface="+mn-ea"/>
              </a:rPr>
              <a:t>L</a:t>
            </a:r>
            <a:r>
              <a:rPr lang="en-US" sz="1500" dirty="0">
                <a:solidFill>
                  <a:prstClr val="black"/>
                </a:solidFill>
                <a:latin typeface="Calibri"/>
                <a:ea typeface="+mn-ea"/>
              </a:rPr>
              <a:t> bits</a:t>
            </a:r>
          </a:p>
          <a:p>
            <a:pPr>
              <a:lnSpc>
                <a:spcPts val="1275"/>
              </a:lnSpc>
              <a:defRPr/>
            </a:pPr>
            <a:r>
              <a:rPr lang="en-US" sz="1500" dirty="0">
                <a:solidFill>
                  <a:prstClr val="black"/>
                </a:solidFill>
                <a:latin typeface="Calibri"/>
                <a:ea typeface="+mn-ea"/>
              </a:rPr>
              <a:t>per packet</a:t>
            </a: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26793204-F087-2E4B-B5FE-0B276FE5FCEC}"/>
              </a:ext>
            </a:extLst>
          </p:cNvPr>
          <p:cNvSpPr txBox="1"/>
          <p:nvPr/>
        </p:nvSpPr>
        <p:spPr>
          <a:xfrm>
            <a:off x="5155075" y="2152305"/>
            <a:ext cx="6094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i="1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50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89A616-088C-F944-A5D8-5B43B9716886}"/>
              </a:ext>
            </a:extLst>
          </p:cNvPr>
          <p:cNvGrpSpPr/>
          <p:nvPr/>
        </p:nvGrpSpPr>
        <p:grpSpPr>
          <a:xfrm>
            <a:off x="5851003" y="2985286"/>
            <a:ext cx="2891459" cy="1721460"/>
            <a:chOff x="7836061" y="3795186"/>
            <a:chExt cx="3855279" cy="229528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460DE1-A912-9A4F-A2FA-4D3A70344BA6}"/>
                </a:ext>
              </a:extLst>
            </p:cNvPr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85" name="Rectangle 4">
              <a:extLst>
                <a:ext uri="{FF2B5EF4-FFF2-40B4-BE49-F238E27FC236}">
                  <a16:creationId xmlns:a16="http://schemas.microsoft.com/office/drawing/2014/main" id="{32BCE5D7-9636-A94A-AC39-ECE5D72B6B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255985">
                <a:buNone/>
                <a:defRPr/>
              </a:pPr>
              <a:r>
                <a:rPr lang="en-US" sz="1800" i="1" dirty="0">
                  <a:solidFill>
                    <a:srgbClr val="000099"/>
                  </a:solidFill>
                </a:rPr>
                <a:t>One-hop numerical example:</a:t>
              </a:r>
            </a:p>
            <a:p>
              <a:pPr marL="173831" indent="-173831">
                <a:spcBef>
                  <a:spcPts val="300"/>
                </a:spcBef>
                <a:buFont typeface="Wingdings" charset="0"/>
                <a:buChar char="§"/>
                <a:defRPr/>
              </a:pPr>
              <a:r>
                <a:rPr lang="en-US" sz="1800" i="1" dirty="0"/>
                <a:t>L</a:t>
              </a:r>
              <a:r>
                <a:rPr lang="en-US" sz="1800" dirty="0"/>
                <a:t> = 10 Kbits</a:t>
              </a:r>
            </a:p>
            <a:p>
              <a:pPr marL="173831" indent="-173831">
                <a:spcBef>
                  <a:spcPts val="300"/>
                </a:spcBef>
                <a:buFont typeface="Wingdings" charset="0"/>
                <a:buChar char="§"/>
                <a:defRPr/>
              </a:pPr>
              <a:r>
                <a:rPr lang="en-US" sz="1800" i="1" dirty="0"/>
                <a:t>R</a:t>
              </a:r>
              <a:r>
                <a:rPr lang="en-US" sz="1800" dirty="0"/>
                <a:t> = 100 Mbps</a:t>
              </a:r>
            </a:p>
            <a:p>
              <a:pPr marL="173831" indent="-173831">
                <a:spcBef>
                  <a:spcPts val="300"/>
                </a:spcBef>
                <a:buFont typeface="Wingdings" charset="0"/>
                <a:buChar char="§"/>
                <a:defRPr/>
              </a:pPr>
              <a:r>
                <a:rPr lang="en-US" sz="1800" dirty="0"/>
                <a:t>one-hop transmission delay = 0.1 </a:t>
              </a:r>
              <a:r>
                <a:rPr lang="en-US" sz="1800" dirty="0" err="1"/>
                <a:t>msec</a:t>
              </a:r>
              <a:endParaRPr lang="en-US" sz="1800" dirty="0"/>
            </a:p>
          </p:txBody>
        </p:sp>
      </p:grpSp>
      <p:sp>
        <p:nvSpPr>
          <p:cNvPr id="69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65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/>
              <a:t>Packet </a:t>
            </a:r>
            <a:r>
              <a:rPr lang="en-US" altLang="ja-JP" dirty="0"/>
              <a:t>switching: </a:t>
            </a:r>
            <a:r>
              <a:rPr lang="en-US" altLang="ja-JP" dirty="0" smtClean="0"/>
              <a:t>store and forward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37" y="1082254"/>
            <a:ext cx="8348913" cy="3750063"/>
          </a:xfrm>
          <a:prstGeom prst="rect">
            <a:avLst/>
          </a:prstGeom>
        </p:spPr>
      </p:pic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1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/>
              <a:t>Packet </a:t>
            </a:r>
            <a:r>
              <a:rPr lang="en-US" altLang="ja-JP" dirty="0"/>
              <a:t>switching: </a:t>
            </a:r>
            <a:r>
              <a:rPr lang="en-US" altLang="ja-JP" dirty="0" smtClean="0"/>
              <a:t>store and forward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82" y="923110"/>
            <a:ext cx="8368446" cy="3909207"/>
          </a:xfrm>
          <a:prstGeom prst="rect">
            <a:avLst/>
          </a:prstGeom>
        </p:spPr>
      </p:pic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23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Packet-switching: queueing delay, loss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978" y="2973943"/>
            <a:ext cx="7320313" cy="18754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Packet queuing and loss: </a:t>
            </a:r>
            <a:r>
              <a:rPr lang="en-US" altLang="en-US" sz="1800" dirty="0">
                <a:ea typeface="ＭＳ Ｐゴシック" panose="020B0600070205080204" pitchFamily="34" charset="-128"/>
              </a:rPr>
              <a:t>if arrival rate (in bps) to link exceeds transmission rate (bps) of link for a period of time:</a:t>
            </a:r>
          </a:p>
          <a:p>
            <a:pPr marL="215504" indent="-172641"/>
            <a:r>
              <a:rPr lang="en-US" altLang="en-US" sz="1800" dirty="0">
                <a:ea typeface="ＭＳ Ｐゴシック" panose="020B0600070205080204" pitchFamily="34" charset="-128"/>
              </a:rPr>
              <a:t>packets will queue, waiting to be transmitted on output link </a:t>
            </a:r>
          </a:p>
          <a:p>
            <a:pPr marL="215504" indent="-172641"/>
            <a:r>
              <a:rPr lang="en-US" altLang="en-US" sz="1800" dirty="0">
                <a:ea typeface="ＭＳ Ｐゴシック" panose="020B0600070205080204" pitchFamily="34" charset="-128"/>
              </a:rPr>
              <a:t>packets can be dropped (lost) if memory (buffer) in router fills up</a:t>
            </a:r>
          </a:p>
          <a:p>
            <a:pPr marL="215504" indent="-215504"/>
            <a:endParaRPr lang="en-US" altLang="en-US" dirty="0">
              <a:ea typeface="ＭＳ Ｐゴシック" panose="020B0600070205080204" pitchFamily="34" charset="-128"/>
            </a:endParaRPr>
          </a:p>
          <a:p>
            <a:pPr marL="130969" indent="0">
              <a:buSzPct val="75000"/>
              <a:buNone/>
            </a:pPr>
            <a:endParaRPr lang="en-US" altLang="en-US" dirty="0"/>
          </a:p>
          <a:p>
            <a:endParaRPr lang="en-US" dirty="0"/>
          </a:p>
        </p:txBody>
      </p:sp>
      <p:grpSp>
        <p:nvGrpSpPr>
          <p:cNvPr id="275" name="Group 105">
            <a:extLst>
              <a:ext uri="{FF2B5EF4-FFF2-40B4-BE49-F238E27FC236}">
                <a16:creationId xmlns:a16="http://schemas.microsoft.com/office/drawing/2014/main" id="{F34E87DA-3B8D-6640-B193-5B62D7B3EF48}"/>
              </a:ext>
            </a:extLst>
          </p:cNvPr>
          <p:cNvGrpSpPr>
            <a:grpSpLocks/>
          </p:cNvGrpSpPr>
          <p:nvPr/>
        </p:nvGrpSpPr>
        <p:grpSpPr bwMode="auto">
          <a:xfrm>
            <a:off x="6627154" y="1743912"/>
            <a:ext cx="584597" cy="509588"/>
            <a:chOff x="-44" y="1473"/>
            <a:chExt cx="981" cy="1105"/>
          </a:xfrm>
        </p:grpSpPr>
        <p:pic>
          <p:nvPicPr>
            <p:cNvPr id="276" name="Picture 106" descr="desktop_computer_stylized_medium">
              <a:extLst>
                <a:ext uri="{FF2B5EF4-FFF2-40B4-BE49-F238E27FC236}">
                  <a16:creationId xmlns:a16="http://schemas.microsoft.com/office/drawing/2014/main" id="{E88711D7-A9FD-F746-A832-BB5DB88FF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7" name="Freeform 107">
              <a:extLst>
                <a:ext uri="{FF2B5EF4-FFF2-40B4-BE49-F238E27FC236}">
                  <a16:creationId xmlns:a16="http://schemas.microsoft.com/office/drawing/2014/main" id="{EFDDE8B0-B296-DF47-AC1D-13986353D8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79" name="Line 276">
            <a:extLst>
              <a:ext uri="{FF2B5EF4-FFF2-40B4-BE49-F238E27FC236}">
                <a16:creationId xmlns:a16="http://schemas.microsoft.com/office/drawing/2014/main" id="{9DC8420F-6FED-9E4A-9003-4D53AC5D0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6967" y="1452763"/>
            <a:ext cx="738344" cy="3232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280" name="Line 277">
            <a:extLst>
              <a:ext uri="{FF2B5EF4-FFF2-40B4-BE49-F238E27FC236}">
                <a16:creationId xmlns:a16="http://schemas.microsoft.com/office/drawing/2014/main" id="{825EEE7A-C48E-7E45-9D02-0472E54320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5254" y="1871938"/>
            <a:ext cx="541630" cy="35774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281" name="Line 278">
            <a:extLst>
              <a:ext uri="{FF2B5EF4-FFF2-40B4-BE49-F238E27FC236}">
                <a16:creationId xmlns:a16="http://schemas.microsoft.com/office/drawing/2014/main" id="{7472BE77-3691-A64A-9D97-5E6D5271B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8032" y="1807016"/>
            <a:ext cx="1715376" cy="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282" name="Line 279">
            <a:extLst>
              <a:ext uri="{FF2B5EF4-FFF2-40B4-BE49-F238E27FC236}">
                <a16:creationId xmlns:a16="http://schemas.microsoft.com/office/drawing/2014/main" id="{FEAD7E75-DCE4-5348-BE6B-AF5B7F022A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24064" y="1943937"/>
            <a:ext cx="7144" cy="27265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283" name="Line 280">
            <a:extLst>
              <a:ext uri="{FF2B5EF4-FFF2-40B4-BE49-F238E27FC236}">
                <a16:creationId xmlns:a16="http://schemas.microsoft.com/office/drawing/2014/main" id="{2831F7A9-2F0F-8643-AA95-303E1AF9A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3595" y="1530791"/>
            <a:ext cx="453629" cy="23098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284" name="Rectangle 287">
            <a:extLst>
              <a:ext uri="{FF2B5EF4-FFF2-40B4-BE49-F238E27FC236}">
                <a16:creationId xmlns:a16="http://schemas.microsoft.com/office/drawing/2014/main" id="{8B0A5911-8670-7545-8347-3C226F681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861" y="1647472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85" name="Rectangle 288">
            <a:extLst>
              <a:ext uri="{FF2B5EF4-FFF2-40B4-BE49-F238E27FC236}">
                <a16:creationId xmlns:a16="http://schemas.microsoft.com/office/drawing/2014/main" id="{D262208C-E5D3-224C-B1CE-C8701D3CC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305" y="1647472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86" name="Rectangle 289">
            <a:extLst>
              <a:ext uri="{FF2B5EF4-FFF2-40B4-BE49-F238E27FC236}">
                <a16:creationId xmlns:a16="http://schemas.microsoft.com/office/drawing/2014/main" id="{39F5499D-2B7E-A343-AE94-288D88B72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749" y="1647472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87" name="Rectangle 290">
            <a:extLst>
              <a:ext uri="{FF2B5EF4-FFF2-40B4-BE49-F238E27FC236}">
                <a16:creationId xmlns:a16="http://schemas.microsoft.com/office/drawing/2014/main" id="{2B5D01EF-066C-1A48-8E4C-1E80A58E1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192" y="1647472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88" name="Rectangle 291">
            <a:extLst>
              <a:ext uri="{FF2B5EF4-FFF2-40B4-BE49-F238E27FC236}">
                <a16:creationId xmlns:a16="http://schemas.microsoft.com/office/drawing/2014/main" id="{019B14E7-A111-8B45-B672-89473571D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636" y="1647472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89" name="Rectangle 292">
            <a:extLst>
              <a:ext uri="{FF2B5EF4-FFF2-40B4-BE49-F238E27FC236}">
                <a16:creationId xmlns:a16="http://schemas.microsoft.com/office/drawing/2014/main" id="{D4848F26-5AA5-CB46-A9C1-6020BE7C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242" y="1647472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90" name="Rectangle 293">
            <a:extLst>
              <a:ext uri="{FF2B5EF4-FFF2-40B4-BE49-F238E27FC236}">
                <a16:creationId xmlns:a16="http://schemas.microsoft.com/office/drawing/2014/main" id="{58A10118-20F6-D346-ACBE-1C600CE90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986" y="1643900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97" name="Rectangle 299">
            <a:extLst>
              <a:ext uri="{FF2B5EF4-FFF2-40B4-BE49-F238E27FC236}">
                <a16:creationId xmlns:a16="http://schemas.microsoft.com/office/drawing/2014/main" id="{D17E1878-497E-2A43-A481-55CB4F917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947" y="1990352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00" name="Line 302">
            <a:extLst>
              <a:ext uri="{FF2B5EF4-FFF2-40B4-BE49-F238E27FC236}">
                <a16:creationId xmlns:a16="http://schemas.microsoft.com/office/drawing/2014/main" id="{939ADA0D-1455-884D-9357-27B446CF8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2611" y="1565318"/>
            <a:ext cx="79652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301" name="Text Box 303">
            <a:extLst>
              <a:ext uri="{FF2B5EF4-FFF2-40B4-BE49-F238E27FC236}">
                <a16:creationId xmlns:a16="http://schemas.microsoft.com/office/drawing/2014/main" id="{D05EF651-36F2-F84C-8F83-221121AD9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557" y="1252145"/>
            <a:ext cx="312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B050"/>
                </a:solidFill>
                <a:latin typeface="+mn-lt"/>
              </a:rPr>
              <a:t>A</a:t>
            </a:r>
            <a:endParaRPr lang="en-US" altLang="en-US" sz="18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02" name="Text Box 304">
            <a:extLst>
              <a:ext uri="{FF2B5EF4-FFF2-40B4-BE49-F238E27FC236}">
                <a16:creationId xmlns:a16="http://schemas.microsoft.com/office/drawing/2014/main" id="{6A48403E-84A6-DD47-B81F-166DA1F57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228" y="1964061"/>
            <a:ext cx="312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99"/>
                </a:solidFill>
                <a:latin typeface="+mn-lt"/>
              </a:rPr>
              <a:t>B</a:t>
            </a:r>
            <a:endParaRPr lang="en-US" altLang="en-US" sz="1800" dirty="0">
              <a:solidFill>
                <a:srgbClr val="000099"/>
              </a:solidFill>
              <a:latin typeface="+mn-lt"/>
            </a:endParaRPr>
          </a:p>
        </p:txBody>
      </p:sp>
      <p:sp>
        <p:nvSpPr>
          <p:cNvPr id="303" name="Text Box 305">
            <a:extLst>
              <a:ext uri="{FF2B5EF4-FFF2-40B4-BE49-F238E27FC236}">
                <a16:creationId xmlns:a16="http://schemas.microsoft.com/office/drawing/2014/main" id="{1E849109-85A5-E14E-B580-0CB3D5722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472" y="1202354"/>
            <a:ext cx="3241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B050"/>
                </a:solidFill>
                <a:latin typeface="+mn-lt"/>
              </a:rPr>
              <a:t>C</a:t>
            </a:r>
            <a:endParaRPr lang="en-US" altLang="en-US" sz="18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04" name="Text Box 308">
            <a:extLst>
              <a:ext uri="{FF2B5EF4-FFF2-40B4-BE49-F238E27FC236}">
                <a16:creationId xmlns:a16="http://schemas.microsoft.com/office/drawing/2014/main" id="{7F01473B-D3BF-EB40-A40F-58D06873F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898" y="1102281"/>
            <a:ext cx="133402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i="1" dirty="0">
                <a:solidFill>
                  <a:srgbClr val="000000"/>
                </a:solidFill>
                <a:latin typeface="+mn-lt"/>
              </a:rPr>
              <a:t>R</a:t>
            </a:r>
            <a:r>
              <a:rPr lang="en-US" altLang="en-US" sz="1500" dirty="0">
                <a:solidFill>
                  <a:srgbClr val="000000"/>
                </a:solidFill>
                <a:latin typeface="+mn-lt"/>
              </a:rPr>
              <a:t> = 100 Mb/s</a:t>
            </a:r>
          </a:p>
        </p:txBody>
      </p:sp>
      <p:sp>
        <p:nvSpPr>
          <p:cNvPr id="305" name="Text Box 309">
            <a:extLst>
              <a:ext uri="{FF2B5EF4-FFF2-40B4-BE49-F238E27FC236}">
                <a16:creationId xmlns:a16="http://schemas.microsoft.com/office/drawing/2014/main" id="{15B8B92D-43FD-C448-829C-72D56B8EC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289" y="1880187"/>
            <a:ext cx="12795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i="1" dirty="0">
                <a:solidFill>
                  <a:srgbClr val="000000"/>
                </a:solidFill>
                <a:latin typeface="+mn-lt"/>
              </a:rPr>
              <a:t>R</a:t>
            </a:r>
            <a:r>
              <a:rPr lang="en-US" altLang="en-US" sz="1500" dirty="0">
                <a:solidFill>
                  <a:srgbClr val="000000"/>
                </a:solidFill>
                <a:latin typeface="+mn-lt"/>
              </a:rPr>
              <a:t> = 1.5 Mb/s</a:t>
            </a:r>
            <a:endParaRPr lang="en-US" altLang="en-US" sz="1800" dirty="0">
              <a:solidFill>
                <a:srgbClr val="00CC99"/>
              </a:solidFill>
              <a:latin typeface="+mn-lt"/>
            </a:endParaRPr>
          </a:p>
        </p:txBody>
      </p:sp>
      <p:sp>
        <p:nvSpPr>
          <p:cNvPr id="306" name="Text Box 310">
            <a:extLst>
              <a:ext uri="{FF2B5EF4-FFF2-40B4-BE49-F238E27FC236}">
                <a16:creationId xmlns:a16="http://schemas.microsoft.com/office/drawing/2014/main" id="{1705A15E-2327-1946-A5A8-72CDB556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64" y="22535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CC99"/>
              </a:solidFill>
              <a:latin typeface="+mn-lt"/>
            </a:endParaRPr>
          </a:p>
        </p:txBody>
      </p:sp>
      <p:sp>
        <p:nvSpPr>
          <p:cNvPr id="307" name="Line 281">
            <a:extLst>
              <a:ext uri="{FF2B5EF4-FFF2-40B4-BE49-F238E27FC236}">
                <a16:creationId xmlns:a16="http://schemas.microsoft.com/office/drawing/2014/main" id="{C1196941-D337-794E-85EA-09EE18FB9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0954" y="2367800"/>
            <a:ext cx="7381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308" name="Line 283">
            <a:extLst>
              <a:ext uri="{FF2B5EF4-FFF2-40B4-BE49-F238E27FC236}">
                <a16:creationId xmlns:a16="http://schemas.microsoft.com/office/drawing/2014/main" id="{9D4A7DBD-56CD-A443-A44E-AA1C429AE9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3154" y="2145154"/>
            <a:ext cx="712631" cy="12628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309" name="Text Box 306">
            <a:extLst>
              <a:ext uri="{FF2B5EF4-FFF2-40B4-BE49-F238E27FC236}">
                <a16:creationId xmlns:a16="http://schemas.microsoft.com/office/drawing/2014/main" id="{2C51061A-E4E4-454A-BDD2-1E2F2AB72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62" y="1780634"/>
            <a:ext cx="3036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  <a:latin typeface="+mn-lt"/>
              </a:rPr>
              <a:t>D</a:t>
            </a:r>
            <a:endParaRPr lang="en-US" altLang="en-US" sz="1500" dirty="0">
              <a:solidFill>
                <a:srgbClr val="00CC99"/>
              </a:solidFill>
              <a:latin typeface="+mn-lt"/>
            </a:endParaRPr>
          </a:p>
        </p:txBody>
      </p:sp>
      <p:sp>
        <p:nvSpPr>
          <p:cNvPr id="310" name="Text Box 307">
            <a:extLst>
              <a:ext uri="{FF2B5EF4-FFF2-40B4-BE49-F238E27FC236}">
                <a16:creationId xmlns:a16="http://schemas.microsoft.com/office/drawing/2014/main" id="{63A27B73-528E-984E-8E80-1DB712E57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385" y="2067717"/>
            <a:ext cx="3129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A8"/>
                </a:solidFill>
                <a:latin typeface="+mn-lt"/>
              </a:rPr>
              <a:t>E</a:t>
            </a:r>
            <a:endParaRPr lang="en-US" altLang="en-US" sz="1800" dirty="0">
              <a:solidFill>
                <a:srgbClr val="0000A8"/>
              </a:solidFill>
              <a:latin typeface="+mn-lt"/>
            </a:endParaRPr>
          </a:p>
        </p:txBody>
      </p:sp>
      <p:sp>
        <p:nvSpPr>
          <p:cNvPr id="311" name="Text Box 330">
            <a:extLst>
              <a:ext uri="{FF2B5EF4-FFF2-40B4-BE49-F238E27FC236}">
                <a16:creationId xmlns:a16="http://schemas.microsoft.com/office/drawing/2014/main" id="{556DA9AA-BD66-E340-BB5A-0B5515A57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502" y="2342402"/>
            <a:ext cx="1765697" cy="62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solidFill>
                  <a:srgbClr val="C00000"/>
                </a:solidFill>
                <a:latin typeface="+mn-lt"/>
              </a:rPr>
              <a:t>queue</a:t>
            </a:r>
            <a:r>
              <a:rPr lang="en-US" altLang="en-US" sz="1350" dirty="0">
                <a:solidFill>
                  <a:srgbClr val="000000"/>
                </a:solidFill>
                <a:latin typeface="+mn-lt"/>
              </a:rPr>
              <a:t> of packets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solidFill>
                  <a:srgbClr val="000000"/>
                </a:solidFill>
                <a:latin typeface="+mn-lt"/>
              </a:rPr>
              <a:t>waiting for output link</a:t>
            </a:r>
            <a:endParaRPr lang="en-US" altLang="en-US" sz="1350" dirty="0">
              <a:solidFill>
                <a:srgbClr val="00CC99"/>
              </a:solidFill>
              <a:latin typeface="+mn-lt"/>
            </a:endParaRPr>
          </a:p>
        </p:txBody>
      </p:sp>
      <p:pic>
        <p:nvPicPr>
          <p:cNvPr id="314" name="Picture 97" descr="desktop_computer_stylized_medium">
            <a:extLst>
              <a:ext uri="{FF2B5EF4-FFF2-40B4-BE49-F238E27FC236}">
                <a16:creationId xmlns:a16="http://schemas.microsoft.com/office/drawing/2014/main" id="{573AA0F8-1799-5C42-906E-2606A92AB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49664" y="1246231"/>
            <a:ext cx="58459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5" name="Freeform 98">
            <a:extLst>
              <a:ext uri="{FF2B5EF4-FFF2-40B4-BE49-F238E27FC236}">
                <a16:creationId xmlns:a16="http://schemas.microsoft.com/office/drawing/2014/main" id="{7CBCC3B7-DD4B-854D-83B4-6C036898D2DC}"/>
              </a:ext>
            </a:extLst>
          </p:cNvPr>
          <p:cNvSpPr>
            <a:spLocks/>
          </p:cNvSpPr>
          <p:nvPr/>
        </p:nvSpPr>
        <p:spPr bwMode="auto">
          <a:xfrm flipH="1">
            <a:off x="2398758" y="1295115"/>
            <a:ext cx="284254" cy="233350"/>
          </a:xfrm>
          <a:custGeom>
            <a:avLst/>
            <a:gdLst>
              <a:gd name="T0" fmla="*/ 0 w 356"/>
              <a:gd name="T1" fmla="*/ 0 h 368"/>
              <a:gd name="T2" fmla="*/ 32377 w 356"/>
              <a:gd name="T3" fmla="*/ 2307 h 368"/>
              <a:gd name="T4" fmla="*/ 38409 w 356"/>
              <a:gd name="T5" fmla="*/ 48069 h 368"/>
              <a:gd name="T6" fmla="*/ 8465 w 356"/>
              <a:gd name="T7" fmla="*/ 60116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grpSp>
        <p:nvGrpSpPr>
          <p:cNvPr id="316" name="Group 99">
            <a:extLst>
              <a:ext uri="{FF2B5EF4-FFF2-40B4-BE49-F238E27FC236}">
                <a16:creationId xmlns:a16="http://schemas.microsoft.com/office/drawing/2014/main" id="{4E03F72D-983A-8649-8AB9-3BB8E480797F}"/>
              </a:ext>
            </a:extLst>
          </p:cNvPr>
          <p:cNvGrpSpPr>
            <a:grpSpLocks/>
          </p:cNvGrpSpPr>
          <p:nvPr/>
        </p:nvGrpSpPr>
        <p:grpSpPr bwMode="auto">
          <a:xfrm>
            <a:off x="2368289" y="1977274"/>
            <a:ext cx="584597" cy="509588"/>
            <a:chOff x="-44" y="1473"/>
            <a:chExt cx="981" cy="1105"/>
          </a:xfrm>
        </p:grpSpPr>
        <p:pic>
          <p:nvPicPr>
            <p:cNvPr id="317" name="Picture 100" descr="desktop_computer_stylized_medium">
              <a:extLst>
                <a:ext uri="{FF2B5EF4-FFF2-40B4-BE49-F238E27FC236}">
                  <a16:creationId xmlns:a16="http://schemas.microsoft.com/office/drawing/2014/main" id="{2EB37FAA-6E06-BE4D-94EC-382407D76A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101">
              <a:extLst>
                <a:ext uri="{FF2B5EF4-FFF2-40B4-BE49-F238E27FC236}">
                  <a16:creationId xmlns:a16="http://schemas.microsoft.com/office/drawing/2014/main" id="{6052CE21-5D5E-E843-9F98-90FE298E99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19" name="Group 102">
            <a:extLst>
              <a:ext uri="{FF2B5EF4-FFF2-40B4-BE49-F238E27FC236}">
                <a16:creationId xmlns:a16="http://schemas.microsoft.com/office/drawing/2014/main" id="{91946ED8-FFCF-5942-80E3-8AA8455B4015}"/>
              </a:ext>
            </a:extLst>
          </p:cNvPr>
          <p:cNvGrpSpPr>
            <a:grpSpLocks/>
          </p:cNvGrpSpPr>
          <p:nvPr/>
        </p:nvGrpSpPr>
        <p:grpSpPr bwMode="auto">
          <a:xfrm>
            <a:off x="7165317" y="2022518"/>
            <a:ext cx="584597" cy="509588"/>
            <a:chOff x="-44" y="1473"/>
            <a:chExt cx="981" cy="1105"/>
          </a:xfrm>
        </p:grpSpPr>
        <p:pic>
          <p:nvPicPr>
            <p:cNvPr id="320" name="Picture 103" descr="desktop_computer_stylized_medium">
              <a:extLst>
                <a:ext uri="{FF2B5EF4-FFF2-40B4-BE49-F238E27FC236}">
                  <a16:creationId xmlns:a16="http://schemas.microsoft.com/office/drawing/2014/main" id="{3CF40F07-212C-C840-8691-1733E56132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1" name="Freeform 104">
              <a:extLst>
                <a:ext uri="{FF2B5EF4-FFF2-40B4-BE49-F238E27FC236}">
                  <a16:creationId xmlns:a16="http://schemas.microsoft.com/office/drawing/2014/main" id="{E68BC373-85F3-BA4A-8434-3111094EB6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22" name="Group 108">
            <a:extLst>
              <a:ext uri="{FF2B5EF4-FFF2-40B4-BE49-F238E27FC236}">
                <a16:creationId xmlns:a16="http://schemas.microsoft.com/office/drawing/2014/main" id="{01317188-C1E0-694E-B45B-7319D79BCFE9}"/>
              </a:ext>
            </a:extLst>
          </p:cNvPr>
          <p:cNvGrpSpPr>
            <a:grpSpLocks/>
          </p:cNvGrpSpPr>
          <p:nvPr/>
        </p:nvGrpSpPr>
        <p:grpSpPr bwMode="auto">
          <a:xfrm>
            <a:off x="6689067" y="1128359"/>
            <a:ext cx="584597" cy="509588"/>
            <a:chOff x="-44" y="1473"/>
            <a:chExt cx="981" cy="1105"/>
          </a:xfrm>
        </p:grpSpPr>
        <p:pic>
          <p:nvPicPr>
            <p:cNvPr id="323" name="Picture 109" descr="desktop_computer_stylized_medium">
              <a:extLst>
                <a:ext uri="{FF2B5EF4-FFF2-40B4-BE49-F238E27FC236}">
                  <a16:creationId xmlns:a16="http://schemas.microsoft.com/office/drawing/2014/main" id="{92B110BF-10E7-BC42-AB4B-3F1A6E6A2E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4" name="Freeform 110">
              <a:extLst>
                <a:ext uri="{FF2B5EF4-FFF2-40B4-BE49-F238E27FC236}">
                  <a16:creationId xmlns:a16="http://schemas.microsoft.com/office/drawing/2014/main" id="{D02F4F44-52FE-0E4D-BB82-E10F3BD04F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173AE6D5-68CD-C54F-A308-AF4429F3910C}"/>
              </a:ext>
            </a:extLst>
          </p:cNvPr>
          <p:cNvGrpSpPr/>
          <p:nvPr/>
        </p:nvGrpSpPr>
        <p:grpSpPr>
          <a:xfrm>
            <a:off x="5696437" y="1626882"/>
            <a:ext cx="859871" cy="373909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380275CA-D809-AA4B-A952-7CDB1B77284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3E1C485-6E19-F047-AE7B-D9818E2BF9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F5E9CBAD-D03E-9341-8E23-F1280791A28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BE6F6BF5-D1B7-EA4E-8FDF-D0B255FC04D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FB7D27E2-CCF6-BC41-86BA-9A4294537E6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AEB1EF04-B0B9-0C45-8B5E-5032278125F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88FC3F1B-A4AF-2F41-9B06-1DE4ECEFB73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F1603ECD-AC1A-A544-88F1-56B46AC17A2C}"/>
              </a:ext>
            </a:extLst>
          </p:cNvPr>
          <p:cNvGrpSpPr/>
          <p:nvPr/>
        </p:nvGrpSpPr>
        <p:grpSpPr>
          <a:xfrm>
            <a:off x="5715883" y="2142833"/>
            <a:ext cx="859871" cy="373909"/>
            <a:chOff x="7493876" y="2774731"/>
            <a:chExt cx="1481958" cy="894622"/>
          </a:xfrm>
        </p:grpSpPr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482C6B14-449F-4546-9144-55F5B7C715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8C779DA2-3A8F-B145-A969-B85A812AD0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448306A3-BD95-0542-A39D-6D17237F1EB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9C8D15C0-548B-354D-8013-4AB1C8BBC99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81AE569F-4D96-D040-A279-42190FDCEE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1B1BB6FC-6713-774B-B108-5D51531F4C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04C666BA-4AE5-754E-9C1D-BACEEB8A65B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E13CF270-E1A9-ED4F-B25A-EC17F535D816}"/>
              </a:ext>
            </a:extLst>
          </p:cNvPr>
          <p:cNvGrpSpPr/>
          <p:nvPr/>
        </p:nvGrpSpPr>
        <p:grpSpPr>
          <a:xfrm>
            <a:off x="3302317" y="1610700"/>
            <a:ext cx="859871" cy="373909"/>
            <a:chOff x="7493876" y="2774731"/>
            <a:chExt cx="1481958" cy="894622"/>
          </a:xfrm>
        </p:grpSpPr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2023D9E0-8919-9D4B-BC48-DA036377D2C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417CADA6-FA0C-E84F-BD88-1D16598563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F3AA78D0-F9B2-9B49-AA7F-C6A3571E9FE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9798E1A6-8D5A-F24F-86B5-1ABF5E8BE74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3DE951C7-D515-2E44-A79A-46E790AD0E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8349890D-9571-1549-B9B7-691508C0B6B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D2E3F4C2-6014-744D-BEF5-FDB1AA1491B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78" name="Line 230">
            <a:extLst>
              <a:ext uri="{FF2B5EF4-FFF2-40B4-BE49-F238E27FC236}">
                <a16:creationId xmlns:a16="http://schemas.microsoft.com/office/drawing/2014/main" id="{C1EC7F8A-99F7-DE4B-A308-44C9696C6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226" y="1735578"/>
            <a:ext cx="0" cy="1714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ea typeface="ＭＳ Ｐゴシック" panose="020B0600070205080204" pitchFamily="34" charset="-128"/>
            </a:endParaRPr>
          </a:p>
        </p:txBody>
      </p:sp>
      <p:grpSp>
        <p:nvGrpSpPr>
          <p:cNvPr id="291" name="Group 311">
            <a:extLst>
              <a:ext uri="{FF2B5EF4-FFF2-40B4-BE49-F238E27FC236}">
                <a16:creationId xmlns:a16="http://schemas.microsoft.com/office/drawing/2014/main" id="{A06ACF3F-B97A-A64E-BD1F-CFA2CE8DE324}"/>
              </a:ext>
            </a:extLst>
          </p:cNvPr>
          <p:cNvGrpSpPr>
            <a:grpSpLocks/>
          </p:cNvGrpSpPr>
          <p:nvPr/>
        </p:nvGrpSpPr>
        <p:grpSpPr bwMode="auto">
          <a:xfrm>
            <a:off x="3643448" y="1704622"/>
            <a:ext cx="475059" cy="150019"/>
            <a:chOff x="1800" y="1425"/>
            <a:chExt cx="399" cy="126"/>
          </a:xfrm>
        </p:grpSpPr>
        <p:sp>
          <p:nvSpPr>
            <p:cNvPr id="292" name="Rectangle 294">
              <a:extLst>
                <a:ext uri="{FF2B5EF4-FFF2-40B4-BE49-F238E27FC236}">
                  <a16:creationId xmlns:a16="http://schemas.microsoft.com/office/drawing/2014/main" id="{5A57EA0A-4734-BD4C-B974-4D2EAE09F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93" name="Rectangle 295">
              <a:extLst>
                <a:ext uri="{FF2B5EF4-FFF2-40B4-BE49-F238E27FC236}">
                  <a16:creationId xmlns:a16="http://schemas.microsoft.com/office/drawing/2014/main" id="{515879DB-C7F1-BA40-BC8C-71A41345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94" name="Rectangle 296">
              <a:extLst>
                <a:ext uri="{FF2B5EF4-FFF2-40B4-BE49-F238E27FC236}">
                  <a16:creationId xmlns:a16="http://schemas.microsoft.com/office/drawing/2014/main" id="{6883F467-08DC-D149-9E36-9C80354D8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95" name="Rectangle 297">
              <a:extLst>
                <a:ext uri="{FF2B5EF4-FFF2-40B4-BE49-F238E27FC236}">
                  <a16:creationId xmlns:a16="http://schemas.microsoft.com/office/drawing/2014/main" id="{14CFBD96-CE00-4747-B1A0-49F377A9C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</p:grpSp>
      <p:sp>
        <p:nvSpPr>
          <p:cNvPr id="296" name="Rectangle 298">
            <a:extLst>
              <a:ext uri="{FF2B5EF4-FFF2-40B4-BE49-F238E27FC236}">
                <a16:creationId xmlns:a16="http://schemas.microsoft.com/office/drawing/2014/main" id="{DD538D2F-2895-0543-9865-E7D3D0EB0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774" y="1571357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98" name="Line 300">
            <a:extLst>
              <a:ext uri="{FF2B5EF4-FFF2-40B4-BE49-F238E27FC236}">
                <a16:creationId xmlns:a16="http://schemas.microsoft.com/office/drawing/2014/main" id="{85E4595A-74BC-814F-A0D6-7500F4FF6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7144" y="1692758"/>
            <a:ext cx="170332" cy="856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299" name="Line 301">
            <a:extLst>
              <a:ext uri="{FF2B5EF4-FFF2-40B4-BE49-F238E27FC236}">
                <a16:creationId xmlns:a16="http://schemas.microsoft.com/office/drawing/2014/main" id="{B85E52F2-C999-9648-8987-F5FB174023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7059" y="1957903"/>
            <a:ext cx="186177" cy="1167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312" name="Line 332">
            <a:extLst>
              <a:ext uri="{FF2B5EF4-FFF2-40B4-BE49-F238E27FC236}">
                <a16:creationId xmlns:a16="http://schemas.microsoft.com/office/drawing/2014/main" id="{6FDFA112-5209-FD44-A897-DE1B6C0B42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4195" y="1893930"/>
            <a:ext cx="12850" cy="48146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388" name="Line 332">
            <a:extLst>
              <a:ext uri="{FF2B5EF4-FFF2-40B4-BE49-F238E27FC236}">
                <a16:creationId xmlns:a16="http://schemas.microsoft.com/office/drawing/2014/main" id="{6706A516-7979-2441-9F83-47F30A5B24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7811" y="1341883"/>
            <a:ext cx="0" cy="16581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389" name="Line 332">
            <a:extLst>
              <a:ext uri="{FF2B5EF4-FFF2-40B4-BE49-F238E27FC236}">
                <a16:creationId xmlns:a16="http://schemas.microsoft.com/office/drawing/2014/main" id="{6AC0CDC5-E2A6-D048-8A7B-D6287D7ECB9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589" y="1852752"/>
            <a:ext cx="0" cy="90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8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25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3166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Packet switching versus circuit switching</a:t>
            </a:r>
            <a:endParaRPr lang="en-US" dirty="0"/>
          </a:p>
        </p:txBody>
      </p:sp>
      <p:sp>
        <p:nvSpPr>
          <p:cNvPr id="189" name="Rectangle 3">
            <a:extLst>
              <a:ext uri="{FF2B5EF4-FFF2-40B4-BE49-F238E27FC236}">
                <a16:creationId xmlns:a16="http://schemas.microsoft.com/office/drawing/2014/main" id="{17C01842-A8D9-3947-BFAD-E29BD4964F34}"/>
              </a:ext>
            </a:extLst>
          </p:cNvPr>
          <p:cNvSpPr txBox="1">
            <a:spLocks noChangeArrowheads="1"/>
          </p:cNvSpPr>
          <p:nvPr/>
        </p:nvSpPr>
        <p:spPr>
          <a:xfrm>
            <a:off x="667751" y="1483089"/>
            <a:ext cx="3703943" cy="1453639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831" indent="-173831">
              <a:spcBef>
                <a:spcPts val="450"/>
              </a:spcBef>
              <a:buSzPct val="75000"/>
              <a:buNone/>
              <a:tabLst>
                <a:tab pos="425054" algn="l"/>
              </a:tabLst>
            </a:pPr>
            <a:r>
              <a:rPr lang="en-US" altLang="en-US" sz="2100" dirty="0">
                <a:ea typeface="ＭＳ Ｐゴシック" panose="020B0600070205080204" pitchFamily="34" charset="-128"/>
              </a:rPr>
              <a:t>Example:</a:t>
            </a:r>
          </a:p>
          <a:p>
            <a:pPr marL="171450" indent="-171450">
              <a:spcBef>
                <a:spcPts val="450"/>
              </a:spcBef>
              <a:tabLst>
                <a:tab pos="425054" algn="l"/>
              </a:tabLst>
            </a:pPr>
            <a:r>
              <a:rPr lang="en-US" altLang="en-US" sz="1800" dirty="0">
                <a:ea typeface="ＭＳ Ｐゴシック" panose="020B0600070205080204" pitchFamily="34" charset="-128"/>
              </a:rPr>
              <a:t>1 Gb/s link</a:t>
            </a:r>
          </a:p>
          <a:p>
            <a:pPr marL="171450" indent="-171450">
              <a:spcBef>
                <a:spcPts val="450"/>
              </a:spcBef>
              <a:tabLst>
                <a:tab pos="425054" algn="l"/>
              </a:tabLst>
            </a:pPr>
            <a:r>
              <a:rPr lang="en-US" altLang="en-US" sz="1800" dirty="0">
                <a:ea typeface="ＭＳ Ｐゴシック" panose="020B0600070205080204" pitchFamily="34" charset="-128"/>
              </a:rPr>
              <a:t>each user: </a:t>
            </a:r>
          </a:p>
          <a:p>
            <a:pPr marL="385763" lvl="1" indent="-163116">
              <a:spcBef>
                <a:spcPts val="450"/>
              </a:spcBef>
              <a:buFontTx/>
              <a:buChar char="•"/>
              <a:tabLst>
                <a:tab pos="425054" algn="l"/>
              </a:tabLst>
            </a:pPr>
            <a:r>
              <a:rPr lang="en-US" altLang="en-US" sz="1500" dirty="0">
                <a:ea typeface="Arial" panose="020B0604020202020204" pitchFamily="34" charset="0"/>
              </a:rPr>
              <a:t>100 Mb/s when </a:t>
            </a:r>
            <a:r>
              <a:rPr lang="ja-JP" altLang="en-US" sz="1500">
                <a:ea typeface="ＭＳ Ｐゴシック" panose="020B0600070205080204" pitchFamily="34" charset="-128"/>
              </a:rPr>
              <a:t>“</a:t>
            </a:r>
            <a:r>
              <a:rPr lang="en-US" altLang="ja-JP" sz="1500" dirty="0">
                <a:ea typeface="ＭＳ Ｐゴシック" panose="020B0600070205080204" pitchFamily="34" charset="-128"/>
              </a:rPr>
              <a:t>active</a:t>
            </a:r>
            <a:r>
              <a:rPr lang="ja-JP" altLang="en-US" sz="1500">
                <a:ea typeface="ＭＳ Ｐゴシック" panose="020B0600070205080204" pitchFamily="34" charset="-128"/>
              </a:rPr>
              <a:t>”</a:t>
            </a:r>
            <a:endParaRPr lang="en-US" altLang="ja-JP" sz="1500" dirty="0">
              <a:ea typeface="ＭＳ Ｐゴシック" panose="020B0600070205080204" pitchFamily="34" charset="-128"/>
            </a:endParaRPr>
          </a:p>
          <a:p>
            <a:pPr marL="385763" lvl="1" indent="-163116">
              <a:spcBef>
                <a:spcPts val="450"/>
              </a:spcBef>
              <a:buFontTx/>
              <a:buChar char="•"/>
              <a:tabLst>
                <a:tab pos="425054" algn="l"/>
              </a:tabLst>
            </a:pPr>
            <a:r>
              <a:rPr lang="en-US" altLang="en-US" sz="1500" dirty="0">
                <a:ea typeface="Arial" panose="020B0604020202020204" pitchFamily="34" charset="0"/>
              </a:rPr>
              <a:t>active 10% of time</a:t>
            </a:r>
          </a:p>
          <a:p>
            <a:pPr marL="425054" lvl="1" indent="-164306">
              <a:tabLst>
                <a:tab pos="425054" algn="l"/>
              </a:tabLst>
            </a:pPr>
            <a:endParaRPr lang="en-US" altLang="en-US" sz="1500" dirty="0">
              <a:ea typeface="Arial" panose="020B0604020202020204" pitchFamily="34" charset="0"/>
            </a:endParaRPr>
          </a:p>
          <a:p>
            <a:pPr marL="173831" indent="-173831">
              <a:tabLst>
                <a:tab pos="425054" algn="l"/>
              </a:tabLst>
            </a:pP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sp>
        <p:nvSpPr>
          <p:cNvPr id="190" name="Rectangle 4">
            <a:extLst>
              <a:ext uri="{FF2B5EF4-FFF2-40B4-BE49-F238E27FC236}">
                <a16:creationId xmlns:a16="http://schemas.microsoft.com/office/drawing/2014/main" id="{7C386600-7D5F-2A48-8322-A74286FEE874}"/>
              </a:ext>
            </a:extLst>
          </p:cNvPr>
          <p:cNvSpPr txBox="1">
            <a:spLocks noChangeArrowheads="1"/>
          </p:cNvSpPr>
          <p:nvPr/>
        </p:nvSpPr>
        <p:spPr>
          <a:xfrm>
            <a:off x="1477566" y="936909"/>
            <a:ext cx="6536531" cy="4572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 switching allows more users to use network!</a:t>
            </a:r>
          </a:p>
        </p:txBody>
      </p:sp>
      <p:sp>
        <p:nvSpPr>
          <p:cNvPr id="191" name="Line 15">
            <a:extLst>
              <a:ext uri="{FF2B5EF4-FFF2-40B4-BE49-F238E27FC236}">
                <a16:creationId xmlns:a16="http://schemas.microsoft.com/office/drawing/2014/main" id="{8D3CAF60-F994-A546-AAAD-47571FD48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948" y="2022327"/>
            <a:ext cx="628650" cy="3429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92" name="Line 16">
            <a:extLst>
              <a:ext uri="{FF2B5EF4-FFF2-40B4-BE49-F238E27FC236}">
                <a16:creationId xmlns:a16="http://schemas.microsoft.com/office/drawing/2014/main" id="{DAFDB301-9C22-7E40-AB5C-B1019D11D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6598" y="2365227"/>
            <a:ext cx="1528763" cy="0"/>
          </a:xfrm>
          <a:prstGeom prst="line">
            <a:avLst/>
          </a:prstGeom>
          <a:noFill/>
          <a:ln w="28575">
            <a:solidFill>
              <a:srgbClr val="0000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93" name="Line 17">
            <a:extLst>
              <a:ext uri="{FF2B5EF4-FFF2-40B4-BE49-F238E27FC236}">
                <a16:creationId xmlns:a16="http://schemas.microsoft.com/office/drawing/2014/main" id="{08D96691-67D0-164A-8B20-0A8F49D82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6598" y="2479527"/>
            <a:ext cx="1528763" cy="0"/>
          </a:xfrm>
          <a:prstGeom prst="line">
            <a:avLst/>
          </a:prstGeom>
          <a:noFill/>
          <a:ln w="28575">
            <a:solidFill>
              <a:srgbClr val="0000A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94" name="Line 18">
            <a:extLst>
              <a:ext uri="{FF2B5EF4-FFF2-40B4-BE49-F238E27FC236}">
                <a16:creationId xmlns:a16="http://schemas.microsoft.com/office/drawing/2014/main" id="{5E60CA0C-29AD-554D-BDE3-8F41053E47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55098" y="2479527"/>
            <a:ext cx="571500" cy="4572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95" name="Text Box 19">
            <a:extLst>
              <a:ext uri="{FF2B5EF4-FFF2-40B4-BE49-F238E27FC236}">
                <a16:creationId xmlns:a16="http://schemas.microsoft.com/office/drawing/2014/main" id="{4727766D-8865-024A-9422-01733ADE9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022" y="2182083"/>
            <a:ext cx="74892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800" i="1" dirty="0">
                <a:solidFill>
                  <a:srgbClr val="000099"/>
                </a:solidFill>
                <a:latin typeface="+mn-lt"/>
              </a:rPr>
              <a:t>N</a:t>
            </a:r>
            <a:r>
              <a:rPr lang="en-US" altLang="en-US" sz="1800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altLang="en-US" sz="1800" dirty="0">
                <a:solidFill>
                  <a:srgbClr val="000099"/>
                </a:solidFill>
                <a:latin typeface="+mn-lt"/>
              </a:rPr>
              <a:t>users</a:t>
            </a:r>
          </a:p>
        </p:txBody>
      </p:sp>
      <p:sp>
        <p:nvSpPr>
          <p:cNvPr id="196" name="Text Box 20">
            <a:extLst>
              <a:ext uri="{FF2B5EF4-FFF2-40B4-BE49-F238E27FC236}">
                <a16:creationId xmlns:a16="http://schemas.microsoft.com/office/drawing/2014/main" id="{02F193D8-1895-D243-9C9D-86059DDF4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754" y="2438874"/>
            <a:ext cx="114807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 dirty="0">
                <a:latin typeface="+mn-lt"/>
              </a:rPr>
              <a:t>1 Gbps link</a:t>
            </a:r>
          </a:p>
        </p:txBody>
      </p:sp>
      <p:sp>
        <p:nvSpPr>
          <p:cNvPr id="197" name="Line 47">
            <a:extLst>
              <a:ext uri="{FF2B5EF4-FFF2-40B4-BE49-F238E27FC236}">
                <a16:creationId xmlns:a16="http://schemas.microsoft.com/office/drawing/2014/main" id="{562BF16C-2907-8C4D-B28F-D8B95C2C2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1479" y="2425949"/>
            <a:ext cx="1057275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01" name="Text Box 34">
            <a:extLst>
              <a:ext uri="{FF2B5EF4-FFF2-40B4-BE49-F238E27FC236}">
                <a16:creationId xmlns:a16="http://schemas.microsoft.com/office/drawing/2014/main" id="{C6727030-4F85-B845-B014-77B365B7FD45}"/>
              </a:ext>
            </a:extLst>
          </p:cNvPr>
          <p:cNvSpPr txBox="1">
            <a:spLocks noChangeArrowheads="1"/>
          </p:cNvSpPr>
          <p:nvPr/>
        </p:nvSpPr>
        <p:spPr bwMode="auto">
          <a:xfrm rot="5273514">
            <a:off x="4939675" y="2164654"/>
            <a:ext cx="6046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b="1" dirty="0"/>
              <a:t>…..</a:t>
            </a:r>
          </a:p>
        </p:txBody>
      </p:sp>
      <p:grpSp>
        <p:nvGrpSpPr>
          <p:cNvPr id="202" name="Group 37">
            <a:extLst>
              <a:ext uri="{FF2B5EF4-FFF2-40B4-BE49-F238E27FC236}">
                <a16:creationId xmlns:a16="http://schemas.microsoft.com/office/drawing/2014/main" id="{FC6117E2-B5D0-3248-96A0-171CEAC333D8}"/>
              </a:ext>
            </a:extLst>
          </p:cNvPr>
          <p:cNvGrpSpPr>
            <a:grpSpLocks/>
          </p:cNvGrpSpPr>
          <p:nvPr/>
        </p:nvGrpSpPr>
        <p:grpSpPr bwMode="auto">
          <a:xfrm>
            <a:off x="4847879" y="1650852"/>
            <a:ext cx="584597" cy="509588"/>
            <a:chOff x="-44" y="1473"/>
            <a:chExt cx="981" cy="1105"/>
          </a:xfrm>
        </p:grpSpPr>
        <p:pic>
          <p:nvPicPr>
            <p:cNvPr id="203" name="Picture 38" descr="desktop_computer_stylized_medium">
              <a:extLst>
                <a:ext uri="{FF2B5EF4-FFF2-40B4-BE49-F238E27FC236}">
                  <a16:creationId xmlns:a16="http://schemas.microsoft.com/office/drawing/2014/main" id="{02935161-CCBE-2A48-BC18-CA296B258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" name="Freeform 39">
              <a:extLst>
                <a:ext uri="{FF2B5EF4-FFF2-40B4-BE49-F238E27FC236}">
                  <a16:creationId xmlns:a16="http://schemas.microsoft.com/office/drawing/2014/main" id="{5B7E3C12-D98B-2E49-A821-F85CB5D7880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205" name="Group 40">
            <a:extLst>
              <a:ext uri="{FF2B5EF4-FFF2-40B4-BE49-F238E27FC236}">
                <a16:creationId xmlns:a16="http://schemas.microsoft.com/office/drawing/2014/main" id="{0E3BE850-C184-E14C-9842-3CBC3C7E1737}"/>
              </a:ext>
            </a:extLst>
          </p:cNvPr>
          <p:cNvGrpSpPr>
            <a:grpSpLocks/>
          </p:cNvGrpSpPr>
          <p:nvPr/>
        </p:nvGrpSpPr>
        <p:grpSpPr bwMode="auto">
          <a:xfrm>
            <a:off x="4851451" y="2645024"/>
            <a:ext cx="584597" cy="509588"/>
            <a:chOff x="-44" y="1473"/>
            <a:chExt cx="981" cy="1105"/>
          </a:xfrm>
        </p:grpSpPr>
        <p:pic>
          <p:nvPicPr>
            <p:cNvPr id="206" name="Picture 41" descr="desktop_computer_stylized_medium">
              <a:extLst>
                <a:ext uri="{FF2B5EF4-FFF2-40B4-BE49-F238E27FC236}">
                  <a16:creationId xmlns:a16="http://schemas.microsoft.com/office/drawing/2014/main" id="{34A00C7E-9612-B241-9898-B49B514E6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" name="Freeform 42">
              <a:extLst>
                <a:ext uri="{FF2B5EF4-FFF2-40B4-BE49-F238E27FC236}">
                  <a16:creationId xmlns:a16="http://schemas.microsoft.com/office/drawing/2014/main" id="{02AA78CC-14BC-8743-BD3C-4017C62F7E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208" name="TextBox 1">
            <a:extLst>
              <a:ext uri="{FF2B5EF4-FFF2-40B4-BE49-F238E27FC236}">
                <a16:creationId xmlns:a16="http://schemas.microsoft.com/office/drawing/2014/main" id="{7FA05B00-8070-F844-B8CC-0195B065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536" y="4709366"/>
            <a:ext cx="686038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50" dirty="0"/>
              <a:t>* Check out the online interactive exercises for more examples: h</a:t>
            </a:r>
            <a:r>
              <a:rPr lang="en-US" altLang="en-US" sz="900" dirty="0"/>
              <a:t>ttp://</a:t>
            </a:r>
            <a:r>
              <a:rPr lang="en-US" altLang="en-US" sz="900" dirty="0" err="1"/>
              <a:t>gaia.cs.umass.edu</a:t>
            </a:r>
            <a:r>
              <a:rPr lang="en-US" altLang="en-US" sz="900" dirty="0"/>
              <a:t>/</a:t>
            </a:r>
            <a:r>
              <a:rPr lang="en-US" altLang="en-US" sz="900" dirty="0" err="1"/>
              <a:t>kurose_ross</a:t>
            </a:r>
            <a:r>
              <a:rPr lang="en-US" altLang="en-US" sz="900" dirty="0"/>
              <a:t>/interactive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B3A0818-19B8-9E49-8541-BB1E767B23AC}"/>
              </a:ext>
            </a:extLst>
          </p:cNvPr>
          <p:cNvGrpSpPr/>
          <p:nvPr/>
        </p:nvGrpSpPr>
        <p:grpSpPr>
          <a:xfrm>
            <a:off x="6204856" y="2219148"/>
            <a:ext cx="869088" cy="429309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CF8F931D-76DE-FE49-9C97-0EB9F8B3CE9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9BACE013-EB36-8F4C-858D-8A49A2D9AB1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CAA52B1D-D65D-CA48-9107-33F16F5843B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AA4C5BCE-82B8-0048-8448-58CACF31A5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8CE4538-1F7C-F447-B65D-F903F168741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BD10D606-81D5-2A4F-98EC-DD366D0D485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91356B23-1026-5749-BCDE-A884E53177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8C03B010-69E6-1B42-A828-F93C63189906}"/>
              </a:ext>
            </a:extLst>
          </p:cNvPr>
          <p:cNvSpPr txBox="1">
            <a:spLocks noChangeArrowheads="1"/>
          </p:cNvSpPr>
          <p:nvPr/>
        </p:nvSpPr>
        <p:spPr>
          <a:xfrm>
            <a:off x="657102" y="2883220"/>
            <a:ext cx="3703943" cy="72319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054" lvl="1" indent="-164306">
              <a:tabLst>
                <a:tab pos="425054" algn="l"/>
              </a:tabLst>
            </a:pPr>
            <a:endParaRPr lang="en-US" altLang="en-US" sz="1500" dirty="0">
              <a:ea typeface="Arial" panose="020B0604020202020204" pitchFamily="34" charset="0"/>
            </a:endParaRPr>
          </a:p>
          <a:p>
            <a:pPr marL="173831" indent="-173831">
              <a:tabLst>
                <a:tab pos="425054" algn="l"/>
              </a:tabLst>
            </a:pPr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circuit-switching:</a:t>
            </a:r>
            <a:r>
              <a:rPr lang="en-US" altLang="en-US" sz="2100" dirty="0"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ea typeface="Arial" panose="020B0604020202020204" pitchFamily="34" charset="0"/>
              </a:rPr>
              <a:t>10 users</a:t>
            </a:r>
          </a:p>
          <a:p>
            <a:pPr marL="173831" indent="-173831">
              <a:tabLst>
                <a:tab pos="425054" algn="l"/>
              </a:tabLst>
            </a:pP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5DB36C-372C-7849-A383-A0D110333457}"/>
              </a:ext>
            </a:extLst>
          </p:cNvPr>
          <p:cNvGrpSpPr/>
          <p:nvPr/>
        </p:nvGrpSpPr>
        <p:grpSpPr>
          <a:xfrm>
            <a:off x="664398" y="3263396"/>
            <a:ext cx="8229279" cy="1247190"/>
            <a:chOff x="873391" y="4754243"/>
            <a:chExt cx="10972373" cy="1662919"/>
          </a:xfrm>
        </p:grpSpPr>
        <p:grpSp>
          <p:nvGrpSpPr>
            <p:cNvPr id="198" name="Group 35">
              <a:extLst>
                <a:ext uri="{FF2B5EF4-FFF2-40B4-BE49-F238E27FC236}">
                  <a16:creationId xmlns:a16="http://schemas.microsoft.com/office/drawing/2014/main" id="{A49C0A36-CC03-E845-B104-1E5E28C28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0001" y="4823403"/>
              <a:ext cx="5465763" cy="1082673"/>
              <a:chOff x="3016" y="3097"/>
              <a:chExt cx="3443" cy="682"/>
            </a:xfrm>
          </p:grpSpPr>
          <p:sp>
            <p:nvSpPr>
              <p:cNvPr id="199" name="Text Box 48">
                <a:extLst>
                  <a:ext uri="{FF2B5EF4-FFF2-40B4-BE49-F238E27FC236}">
                    <a16:creationId xmlns:a16="http://schemas.microsoft.com/office/drawing/2014/main" id="{9E10FA5A-2003-7947-A8C2-B7FD6785FC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6" y="3097"/>
                <a:ext cx="3443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100" i="1" dirty="0">
                    <a:solidFill>
                      <a:srgbClr val="CC0000"/>
                    </a:solidFill>
                    <a:latin typeface="+mn-lt"/>
                  </a:rPr>
                  <a:t>Q:</a:t>
                </a:r>
                <a:r>
                  <a:rPr lang="en-US" altLang="en-US" sz="2100" dirty="0">
                    <a:latin typeface="+mn-lt"/>
                  </a:rPr>
                  <a:t> how did we get value 0.0004?</a:t>
                </a:r>
              </a:p>
            </p:txBody>
          </p:sp>
          <p:sp>
            <p:nvSpPr>
              <p:cNvPr id="200" name="Text Box 48">
                <a:extLst>
                  <a:ext uri="{FF2B5EF4-FFF2-40B4-BE49-F238E27FC236}">
                    <a16:creationId xmlns:a16="http://schemas.microsoft.com/office/drawing/2014/main" id="{8EB381AD-3137-AD48-AB59-379F215355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1" y="3430"/>
                <a:ext cx="3351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100" i="1">
                    <a:solidFill>
                      <a:srgbClr val="CC0000"/>
                    </a:solidFill>
                    <a:latin typeface="+mn-lt"/>
                  </a:rPr>
                  <a:t>Q:</a:t>
                </a:r>
                <a:r>
                  <a:rPr lang="en-US" altLang="en-US" sz="2100">
                    <a:latin typeface="+mn-lt"/>
                  </a:rPr>
                  <a:t> what happens if &gt; 35 users ?</a:t>
                </a:r>
              </a:p>
            </p:txBody>
          </p:sp>
        </p:grpSp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0E79ECB0-50CE-C240-AF72-D00F8514346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3391" y="4754243"/>
              <a:ext cx="5228334" cy="1662919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25054" lvl="1" indent="-164306">
                <a:tabLst>
                  <a:tab pos="425054" algn="l"/>
                </a:tabLst>
              </a:pPr>
              <a:endParaRPr lang="en-US" altLang="en-US" sz="1500" dirty="0">
                <a:ea typeface="Arial" panose="020B0604020202020204" pitchFamily="34" charset="0"/>
              </a:endParaRPr>
            </a:p>
            <a:p>
              <a:pPr marL="173831" indent="-173831">
                <a:tabLst>
                  <a:tab pos="425054" algn="l"/>
                </a:tabLst>
              </a:pPr>
              <a:r>
                <a:rPr lang="en-US" altLang="en-US" sz="2100" i="1" dirty="0">
                  <a:solidFill>
                    <a:srgbClr val="CC0000"/>
                  </a:solidFill>
                  <a:ea typeface="ＭＳ Ｐゴシック" panose="020B0600070205080204" pitchFamily="34" charset="-128"/>
                </a:rPr>
                <a:t>packet switching:</a:t>
              </a:r>
              <a:r>
                <a:rPr lang="en-US" altLang="en-US" sz="2100" dirty="0">
                  <a:ea typeface="ＭＳ Ｐゴシック" panose="020B0600070205080204" pitchFamily="34" charset="-128"/>
                </a:rPr>
                <a:t>  </a:t>
              </a:r>
              <a:r>
                <a:rPr lang="en-US" altLang="en-US" sz="1800" dirty="0">
                  <a:ea typeface="Arial" panose="020B0604020202020204" pitchFamily="34" charset="0"/>
                </a:rPr>
                <a:t>with 35 users, probability &gt; 10 active at same time is less than .0004 *</a:t>
              </a:r>
            </a:p>
            <a:p>
              <a:pPr marL="173831" indent="-173831">
                <a:tabLst>
                  <a:tab pos="425054" algn="l"/>
                </a:tabLst>
              </a:pPr>
              <a:endParaRPr lang="en-US" altLang="en-US" sz="1800" dirty="0"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35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3166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Packet switching versus circuit switching</a:t>
            </a:r>
            <a:endParaRPr lang="en-US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1E1E91E4-C791-1C4D-B1E2-869BEEE107FE}"/>
              </a:ext>
            </a:extLst>
          </p:cNvPr>
          <p:cNvSpPr txBox="1">
            <a:spLocks noChangeArrowheads="1"/>
          </p:cNvSpPr>
          <p:nvPr/>
        </p:nvSpPr>
        <p:spPr>
          <a:xfrm>
            <a:off x="662409" y="1297475"/>
            <a:ext cx="8044863" cy="34861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1800" dirty="0">
                <a:ea typeface="ＭＳ Ｐゴシック" panose="020B0600070205080204" pitchFamily="34" charset="-128"/>
              </a:rPr>
              <a:t>great for “</a:t>
            </a:r>
            <a:r>
              <a:rPr lang="en-US" altLang="en-US" sz="1800" dirty="0" err="1">
                <a:ea typeface="ＭＳ Ｐゴシック" panose="020B0600070205080204" pitchFamily="34" charset="-128"/>
              </a:rPr>
              <a:t>bursty</a:t>
            </a:r>
            <a:r>
              <a:rPr lang="en-US" altLang="en-US" sz="1800" dirty="0">
                <a:ea typeface="ＭＳ Ｐゴシック" panose="020B0600070205080204" pitchFamily="34" charset="-128"/>
              </a:rPr>
              <a:t>” data – sometimes has data to send, but at other times not</a:t>
            </a:r>
          </a:p>
          <a:p>
            <a:pPr marL="511969" lvl="1" indent="-169069"/>
            <a:r>
              <a:rPr lang="en-US" altLang="en-US" sz="1800" dirty="0">
                <a:ea typeface="Arial" panose="020B0604020202020204" pitchFamily="34" charset="0"/>
              </a:rPr>
              <a:t>resource sharing</a:t>
            </a:r>
          </a:p>
          <a:p>
            <a:pPr marL="511969" lvl="1" indent="-169069"/>
            <a:r>
              <a:rPr lang="en-US" altLang="en-US" sz="1800" dirty="0">
                <a:ea typeface="Arial" panose="020B0604020202020204" pitchFamily="34" charset="0"/>
              </a:rPr>
              <a:t>simpler, no call setup</a:t>
            </a:r>
            <a:endParaRPr lang="en-US" altLang="en-US" sz="1500" dirty="0">
              <a:ea typeface="Arial" panose="020B0604020202020204" pitchFamily="34" charset="0"/>
            </a:endParaRPr>
          </a:p>
          <a:p>
            <a:pPr marL="215504" indent="-215504"/>
            <a:r>
              <a:rPr lang="en-US" altLang="en-US" sz="18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excessive congestion possible:</a:t>
            </a:r>
            <a:r>
              <a:rPr lang="en-US" altLang="en-US" sz="1800" dirty="0">
                <a:ea typeface="ＭＳ Ｐゴシック" panose="020B0600070205080204" pitchFamily="34" charset="-128"/>
              </a:rPr>
              <a:t> packet delay and loss due to buffer overflow</a:t>
            </a:r>
          </a:p>
          <a:p>
            <a:pPr marL="511969" lvl="1" indent="-169069"/>
            <a:r>
              <a:rPr lang="en-US" altLang="en-US" sz="1800" dirty="0">
                <a:ea typeface="Arial" panose="020B0604020202020204" pitchFamily="34" charset="0"/>
              </a:rPr>
              <a:t>protocols needed for reliable data transfer, congestion control</a:t>
            </a:r>
            <a:endParaRPr lang="en-US" altLang="en-US" sz="1500" dirty="0">
              <a:ea typeface="Arial" panose="020B0604020202020204" pitchFamily="34" charset="0"/>
            </a:endParaRPr>
          </a:p>
          <a:p>
            <a:pPr marL="215504" indent="-215504"/>
            <a:r>
              <a:rPr lang="en-US" altLang="en-US" sz="1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en-US" sz="18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How to provide circuit-like behavior?</a:t>
            </a:r>
          </a:p>
          <a:p>
            <a:pPr marL="511969" lvl="1" indent="-169069"/>
            <a:r>
              <a:rPr lang="en-US" altLang="en-US" sz="1800" dirty="0">
                <a:ea typeface="Arial" panose="020B0604020202020204" pitchFamily="34" charset="0"/>
              </a:rPr>
              <a:t>bandwidth guarantees traditionally used for audio/video applications</a:t>
            </a: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9C2D0C7C-93C1-5F4F-9441-5CB1AFCF31E3}"/>
              </a:ext>
            </a:extLst>
          </p:cNvPr>
          <p:cNvSpPr txBox="1">
            <a:spLocks noChangeArrowheads="1"/>
          </p:cNvSpPr>
          <p:nvPr/>
        </p:nvSpPr>
        <p:spPr>
          <a:xfrm>
            <a:off x="544538" y="904568"/>
            <a:ext cx="5715000" cy="4572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Is packet switching a “</a:t>
            </a:r>
            <a:r>
              <a:rPr lang="en-US" altLang="ja-JP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slam dunk winner”?</a:t>
            </a:r>
            <a:endParaRPr lang="en-US" altLang="en-US" sz="2100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4" name="Text Box 20">
            <a:extLst>
              <a:ext uri="{FF2B5EF4-FFF2-40B4-BE49-F238E27FC236}">
                <a16:creationId xmlns:a16="http://schemas.microsoft.com/office/drawing/2014/main" id="{64D1D8C4-8925-DF49-90D8-9254DA1FD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93" y="3980707"/>
            <a:ext cx="738365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 human analogies of reserved resources (circuit switching) versus on-demand allocation (packet switching)?</a:t>
            </a:r>
          </a:p>
        </p:txBody>
      </p:sp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54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683" y="1160358"/>
            <a:ext cx="8360429" cy="3463098"/>
          </a:xfrm>
        </p:spPr>
        <p:txBody>
          <a:bodyPr>
            <a:normAutofit/>
          </a:bodyPr>
          <a:lstStyle/>
          <a:p>
            <a:pPr marL="350044" indent="-2524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1800" dirty="0"/>
              <a:t>Hosts connect to Internet via </a:t>
            </a:r>
            <a:r>
              <a:rPr lang="en-US" altLang="en-US" sz="1800" dirty="0">
                <a:solidFill>
                  <a:srgbClr val="C00000"/>
                </a:solidFill>
              </a:rPr>
              <a:t>access </a:t>
            </a:r>
            <a:r>
              <a:rPr lang="en-US" altLang="en-US" sz="1800" dirty="0"/>
              <a:t>Internet Service Providers (ISPs)</a:t>
            </a:r>
          </a:p>
          <a:p>
            <a:pPr marL="635794" lvl="2" indent="-202406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1800" dirty="0"/>
              <a:t>residential, enterprise (company, university, commercial) </a:t>
            </a:r>
            <a:r>
              <a:rPr lang="en-US" altLang="en-US" sz="1800" dirty="0" smtClean="0"/>
              <a:t>ISPs</a:t>
            </a:r>
          </a:p>
          <a:p>
            <a:pPr marL="433388" lvl="2" indent="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None/>
            </a:pPr>
            <a:endParaRPr lang="en-US" altLang="en-US" sz="1800" dirty="0"/>
          </a:p>
          <a:p>
            <a:pPr marL="350044" indent="-2524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1800" dirty="0"/>
              <a:t>Access ISPs in turn must be interconnected</a:t>
            </a:r>
          </a:p>
          <a:p>
            <a:pPr marL="635794" lvl="2" indent="-202406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1800" dirty="0"/>
              <a:t>so that any two hosts can send packets to each </a:t>
            </a:r>
            <a:r>
              <a:rPr lang="en-US" altLang="en-US" sz="1800" dirty="0" smtClean="0"/>
              <a:t>other</a:t>
            </a:r>
          </a:p>
          <a:p>
            <a:pPr marL="433388" lvl="2" indent="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None/>
            </a:pPr>
            <a:endParaRPr lang="en-US" altLang="en-US" sz="1800" dirty="0"/>
          </a:p>
          <a:p>
            <a:pPr marL="350044" indent="-2524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1800" dirty="0"/>
              <a:t>Resulting network of networks is very complex</a:t>
            </a:r>
          </a:p>
          <a:p>
            <a:pPr marL="635794" lvl="2" indent="-202406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1800" dirty="0"/>
              <a:t>evolution was driven by </a:t>
            </a:r>
            <a:r>
              <a:rPr lang="en-US" altLang="en-US" sz="1800" dirty="0">
                <a:solidFill>
                  <a:srgbClr val="C00000"/>
                </a:solidFill>
              </a:rPr>
              <a:t>economics</a:t>
            </a:r>
            <a:r>
              <a:rPr lang="en-US" altLang="en-US" sz="1800" dirty="0"/>
              <a:t> and </a:t>
            </a:r>
            <a:r>
              <a:rPr lang="en-US" altLang="en-US" sz="1800" dirty="0">
                <a:solidFill>
                  <a:srgbClr val="C00000"/>
                </a:solidFill>
              </a:rPr>
              <a:t>national </a:t>
            </a:r>
            <a:r>
              <a:rPr lang="en-US" altLang="en-US" sz="1800" dirty="0" smtClean="0">
                <a:solidFill>
                  <a:srgbClr val="C00000"/>
                </a:solidFill>
              </a:rPr>
              <a:t>policies</a:t>
            </a:r>
          </a:p>
          <a:p>
            <a:pPr marL="433388" lvl="2" indent="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None/>
            </a:pPr>
            <a:endParaRPr lang="en-US" altLang="en-US" sz="1800" dirty="0">
              <a:solidFill>
                <a:srgbClr val="C00000"/>
              </a:solidFill>
            </a:endParaRPr>
          </a:p>
          <a:p>
            <a:pPr marL="350044" indent="-2524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1800" dirty="0"/>
              <a:t>Let’</a:t>
            </a:r>
            <a:r>
              <a:rPr lang="en-US" altLang="ja-JP" sz="1800" dirty="0"/>
              <a:t>s take a stepwise approach to describe current Internet structure</a:t>
            </a:r>
            <a:endParaRPr lang="en-US" altLang="en-US" sz="1800" dirty="0"/>
          </a:p>
          <a:p>
            <a:pPr marL="130969" indent="0">
              <a:buSzPct val="7500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79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532C006-CBD6-AB4E-B92E-9235A7892E77}"/>
              </a:ext>
            </a:extLst>
          </p:cNvPr>
          <p:cNvSpPr txBox="1">
            <a:spLocks noChangeArrowheads="1"/>
          </p:cNvSpPr>
          <p:nvPr/>
        </p:nvSpPr>
        <p:spPr>
          <a:xfrm>
            <a:off x="726164" y="943186"/>
            <a:ext cx="7744579" cy="385826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75000"/>
              <a:buNone/>
            </a:pPr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Question: </a:t>
            </a:r>
            <a:r>
              <a:rPr lang="en-US" altLang="en-US" sz="2100" dirty="0">
                <a:ea typeface="ＭＳ Ｐゴシック" panose="020B0600070205080204" pitchFamily="34" charset="-128"/>
              </a:rPr>
              <a:t>given </a:t>
            </a:r>
            <a:r>
              <a:rPr lang="en-US" altLang="en-US" sz="2100" i="1" dirty="0">
                <a:ea typeface="ＭＳ Ｐゴシック" panose="020B0600070205080204" pitchFamily="34" charset="-128"/>
              </a:rPr>
              <a:t>millions</a:t>
            </a:r>
            <a:r>
              <a:rPr lang="en-US" altLang="en-US" sz="2100" dirty="0">
                <a:ea typeface="ＭＳ Ｐゴシック" panose="020B0600070205080204" pitchFamily="34" charset="-128"/>
              </a:rPr>
              <a:t> of access ISPs, how to connect them together?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46642623-D12F-244E-880B-721FA1B9DBED}"/>
              </a:ext>
            </a:extLst>
          </p:cNvPr>
          <p:cNvGrpSpPr>
            <a:grpSpLocks/>
          </p:cNvGrpSpPr>
          <p:nvPr/>
        </p:nvGrpSpPr>
        <p:grpSpPr bwMode="auto">
          <a:xfrm>
            <a:off x="1203404" y="1427330"/>
            <a:ext cx="6362152" cy="3442588"/>
            <a:chOff x="139538" y="1890271"/>
            <a:chExt cx="8481726" cy="4590472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30BB6B1D-0B22-BA43-AA01-2EC564369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>
                <a:extLst>
                  <a:ext uri="{FF2B5EF4-FFF2-40B4-BE49-F238E27FC236}">
                    <a16:creationId xmlns:a16="http://schemas.microsoft.com/office/drawing/2014/main" id="{B60A3DA3-256B-8E43-9575-8F1327BC5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2" name="TextBox 1">
                <a:extLst>
                  <a:ext uri="{FF2B5EF4-FFF2-40B4-BE49-F238E27FC236}">
                    <a16:creationId xmlns:a16="http://schemas.microsoft.com/office/drawing/2014/main" id="{F1EBE77F-A331-1B49-AD54-E7C5C36B2A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0" name="Group 131">
              <a:extLst>
                <a:ext uri="{FF2B5EF4-FFF2-40B4-BE49-F238E27FC236}">
                  <a16:creationId xmlns:a16="http://schemas.microsoft.com/office/drawing/2014/main" id="{15FE5D2D-CFDD-2545-AD30-9375E330E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>
                <a:extLst>
                  <a:ext uri="{FF2B5EF4-FFF2-40B4-BE49-F238E27FC236}">
                    <a16:creationId xmlns:a16="http://schemas.microsoft.com/office/drawing/2014/main" id="{0C318F62-493F-244E-9A3D-74FDA424F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0" name="TextBox 133">
                <a:extLst>
                  <a:ext uri="{FF2B5EF4-FFF2-40B4-BE49-F238E27FC236}">
                    <a16:creationId xmlns:a16="http://schemas.microsoft.com/office/drawing/2014/main" id="{45ED4CFD-305F-FD49-AB6C-BC96E8D76D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1" name="Group 135">
              <a:extLst>
                <a:ext uri="{FF2B5EF4-FFF2-40B4-BE49-F238E27FC236}">
                  <a16:creationId xmlns:a16="http://schemas.microsoft.com/office/drawing/2014/main" id="{0041D52F-4091-A944-8003-ED442384CB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078145B8-5D76-7B44-95E4-711130D97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8" name="TextBox 137">
                <a:extLst>
                  <a:ext uri="{FF2B5EF4-FFF2-40B4-BE49-F238E27FC236}">
                    <a16:creationId xmlns:a16="http://schemas.microsoft.com/office/drawing/2014/main" id="{5CA3BADE-216F-2843-9D81-CE5E9D20B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2" name="Group 138">
              <a:extLst>
                <a:ext uri="{FF2B5EF4-FFF2-40B4-BE49-F238E27FC236}">
                  <a16:creationId xmlns:a16="http://schemas.microsoft.com/office/drawing/2014/main" id="{F1C6BD9A-0B39-B244-94E8-678C50D1EC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7E729DEF-3587-F14B-AE03-C52CF3B01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6" name="TextBox 140">
                <a:extLst>
                  <a:ext uri="{FF2B5EF4-FFF2-40B4-BE49-F238E27FC236}">
                    <a16:creationId xmlns:a16="http://schemas.microsoft.com/office/drawing/2014/main" id="{DA418C0A-2209-A942-A859-5ECE8083B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3" name="Group 141">
              <a:extLst>
                <a:ext uri="{FF2B5EF4-FFF2-40B4-BE49-F238E27FC236}">
                  <a16:creationId xmlns:a16="http://schemas.microsoft.com/office/drawing/2014/main" id="{F1A8927C-3AF4-D742-848C-35E15D25B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E8F8A0DF-7843-7E4A-8EBF-A24CA907C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4" name="TextBox 143">
                <a:extLst>
                  <a:ext uri="{FF2B5EF4-FFF2-40B4-BE49-F238E27FC236}">
                    <a16:creationId xmlns:a16="http://schemas.microsoft.com/office/drawing/2014/main" id="{D97DC0BC-584A-AC4F-835D-B981DD67CC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4" name="Group 144">
              <a:extLst>
                <a:ext uri="{FF2B5EF4-FFF2-40B4-BE49-F238E27FC236}">
                  <a16:creationId xmlns:a16="http://schemas.microsoft.com/office/drawing/2014/main" id="{937AB14A-1B92-0C4D-9DB7-3A65A35F7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72BD96B2-8C8B-A34A-A0B1-8A56E080B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2" name="TextBox 146">
                <a:extLst>
                  <a:ext uri="{FF2B5EF4-FFF2-40B4-BE49-F238E27FC236}">
                    <a16:creationId xmlns:a16="http://schemas.microsoft.com/office/drawing/2014/main" id="{2E687D8E-E3CE-F949-BB94-C8F32F4339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5" name="Group 147">
              <a:extLst>
                <a:ext uri="{FF2B5EF4-FFF2-40B4-BE49-F238E27FC236}">
                  <a16:creationId xmlns:a16="http://schemas.microsoft.com/office/drawing/2014/main" id="{417DAC5F-2573-4743-9127-36524340F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E9F7E8C6-F700-614F-9F9F-0A88C85D7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0" name="TextBox 149">
                <a:extLst>
                  <a:ext uri="{FF2B5EF4-FFF2-40B4-BE49-F238E27FC236}">
                    <a16:creationId xmlns:a16="http://schemas.microsoft.com/office/drawing/2014/main" id="{59E18F13-5C5C-4049-B258-FAF65F9B26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6" name="Group 150">
              <a:extLst>
                <a:ext uri="{FF2B5EF4-FFF2-40B4-BE49-F238E27FC236}">
                  <a16:creationId xmlns:a16="http://schemas.microsoft.com/office/drawing/2014/main" id="{B1724044-B1C6-934B-8868-30D0FD038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44CA58B7-16C9-C241-8F79-C6964EA2B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8" name="TextBox 152">
                <a:extLst>
                  <a:ext uri="{FF2B5EF4-FFF2-40B4-BE49-F238E27FC236}">
                    <a16:creationId xmlns:a16="http://schemas.microsoft.com/office/drawing/2014/main" id="{766583C3-B9DB-094A-A09E-A4BC2FBDE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7" name="Group 153">
              <a:extLst>
                <a:ext uri="{FF2B5EF4-FFF2-40B4-BE49-F238E27FC236}">
                  <a16:creationId xmlns:a16="http://schemas.microsoft.com/office/drawing/2014/main" id="{D3F39309-4CCA-1346-A4B3-93C528C3A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07DE4F60-83A5-0341-A9C1-1548C4278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" name="TextBox 155">
                <a:extLst>
                  <a:ext uri="{FF2B5EF4-FFF2-40B4-BE49-F238E27FC236}">
                    <a16:creationId xmlns:a16="http://schemas.microsoft.com/office/drawing/2014/main" id="{661C5E06-AA77-3D42-A208-2104FCC9B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8" name="Group 156">
              <a:extLst>
                <a:ext uri="{FF2B5EF4-FFF2-40B4-BE49-F238E27FC236}">
                  <a16:creationId xmlns:a16="http://schemas.microsoft.com/office/drawing/2014/main" id="{DE67CACE-BA9C-4F49-9CCC-2A95DDABF7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8AD1749B-4C4E-DE45-96BC-98F1585D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4" name="TextBox 158">
                <a:extLst>
                  <a:ext uri="{FF2B5EF4-FFF2-40B4-BE49-F238E27FC236}">
                    <a16:creationId xmlns:a16="http://schemas.microsoft.com/office/drawing/2014/main" id="{0ADF884B-3F6F-8145-B641-9A429A34A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9" name="Group 160">
              <a:extLst>
                <a:ext uri="{FF2B5EF4-FFF2-40B4-BE49-F238E27FC236}">
                  <a16:creationId xmlns:a16="http://schemas.microsoft.com/office/drawing/2014/main" id="{CF0A8E3D-09B1-214E-99FD-B5570442C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EDDB4269-F7AA-7240-B093-B37270418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2" name="TextBox 162">
                <a:extLst>
                  <a:ext uri="{FF2B5EF4-FFF2-40B4-BE49-F238E27FC236}">
                    <a16:creationId xmlns:a16="http://schemas.microsoft.com/office/drawing/2014/main" id="{0403D7D4-9E2C-F94E-924D-8574777C7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0" name="Group 163">
              <a:extLst>
                <a:ext uri="{FF2B5EF4-FFF2-40B4-BE49-F238E27FC236}">
                  <a16:creationId xmlns:a16="http://schemas.microsoft.com/office/drawing/2014/main" id="{4FD3E459-AF79-0B45-B5D3-3CA1740A2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3CAEF347-FE90-E949-A631-0171A060E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0" name="TextBox 165">
                <a:extLst>
                  <a:ext uri="{FF2B5EF4-FFF2-40B4-BE49-F238E27FC236}">
                    <a16:creationId xmlns:a16="http://schemas.microsoft.com/office/drawing/2014/main" id="{0B914A90-A394-6F45-B155-CCE12CEFEC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1" name="Group 166">
              <a:extLst>
                <a:ext uri="{FF2B5EF4-FFF2-40B4-BE49-F238E27FC236}">
                  <a16:creationId xmlns:a16="http://schemas.microsoft.com/office/drawing/2014/main" id="{5FECB796-EB1A-6941-942C-2C77B9305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583D705A-27D6-7742-A076-4DD3D0002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8" name="TextBox 168">
                <a:extLst>
                  <a:ext uri="{FF2B5EF4-FFF2-40B4-BE49-F238E27FC236}">
                    <a16:creationId xmlns:a16="http://schemas.microsoft.com/office/drawing/2014/main" id="{B52DEC78-1030-A54E-8A0F-BCB9B6D6B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2" name="Group 169">
              <a:extLst>
                <a:ext uri="{FF2B5EF4-FFF2-40B4-BE49-F238E27FC236}">
                  <a16:creationId xmlns:a16="http://schemas.microsoft.com/office/drawing/2014/main" id="{188C2074-F159-A84A-BA68-5AB530475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BDC6D0EF-413A-9E4D-9647-D0D2FE444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6" name="TextBox 171">
                <a:extLst>
                  <a:ext uri="{FF2B5EF4-FFF2-40B4-BE49-F238E27FC236}">
                    <a16:creationId xmlns:a16="http://schemas.microsoft.com/office/drawing/2014/main" id="{FE5336A0-2A38-3C4B-B598-A66CCCFD5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3" name="Group 172">
              <a:extLst>
                <a:ext uri="{FF2B5EF4-FFF2-40B4-BE49-F238E27FC236}">
                  <a16:creationId xmlns:a16="http://schemas.microsoft.com/office/drawing/2014/main" id="{7C2A35D0-56CA-3641-A6F1-6B3B15ECC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8AAD2739-378D-9246-AF78-87DAEF7F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4" name="TextBox 174">
                <a:extLst>
                  <a:ext uri="{FF2B5EF4-FFF2-40B4-BE49-F238E27FC236}">
                    <a16:creationId xmlns:a16="http://schemas.microsoft.com/office/drawing/2014/main" id="{E7F13F8B-3A00-D34F-9D41-965BF8458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4" name="Group 175">
              <a:extLst>
                <a:ext uri="{FF2B5EF4-FFF2-40B4-BE49-F238E27FC236}">
                  <a16:creationId xmlns:a16="http://schemas.microsoft.com/office/drawing/2014/main" id="{134DD520-7978-5747-B557-6216C572D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C577F5FD-5D66-CF43-8149-2A5429C89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2" name="TextBox 177">
                <a:extLst>
                  <a:ext uri="{FF2B5EF4-FFF2-40B4-BE49-F238E27FC236}">
                    <a16:creationId xmlns:a16="http://schemas.microsoft.com/office/drawing/2014/main" id="{AA8FB1A9-24AA-6944-82EC-BE9D926267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4EBE302E-6B07-964E-B474-2379BF38E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6" name="TextBox 179">
              <a:extLst>
                <a:ext uri="{FF2B5EF4-FFF2-40B4-BE49-F238E27FC236}">
                  <a16:creationId xmlns:a16="http://schemas.microsoft.com/office/drawing/2014/main" id="{5687370B-669A-6440-92DE-16AFFBA3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7" name="TextBox 180">
              <a:extLst>
                <a:ext uri="{FF2B5EF4-FFF2-40B4-BE49-F238E27FC236}">
                  <a16:creationId xmlns:a16="http://schemas.microsoft.com/office/drawing/2014/main" id="{DDCB7942-CF63-0E41-965D-4990C91E3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8" name="TextBox 181">
              <a:extLst>
                <a:ext uri="{FF2B5EF4-FFF2-40B4-BE49-F238E27FC236}">
                  <a16:creationId xmlns:a16="http://schemas.microsoft.com/office/drawing/2014/main" id="{14DD3F3C-E274-2D4E-83D9-E679452E9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9" name="TextBox 182">
              <a:extLst>
                <a:ext uri="{FF2B5EF4-FFF2-40B4-BE49-F238E27FC236}">
                  <a16:creationId xmlns:a16="http://schemas.microsoft.com/office/drawing/2014/main" id="{99FAE186-77C6-3F42-AB05-E0FF7C6CB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30" name="TextBox 183">
              <a:extLst>
                <a:ext uri="{FF2B5EF4-FFF2-40B4-BE49-F238E27FC236}">
                  <a16:creationId xmlns:a16="http://schemas.microsoft.com/office/drawing/2014/main" id="{1CE3A2E2-820D-D645-BBA3-0C3089DE6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63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11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25">
            <a:extLst>
              <a:ext uri="{FF2B5EF4-FFF2-40B4-BE49-F238E27FC236}">
                <a16:creationId xmlns:a16="http://schemas.microsoft.com/office/drawing/2014/main" id="{2855AE7B-0E8C-A246-875F-1E8B1C71FEE0}"/>
              </a:ext>
            </a:extLst>
          </p:cNvPr>
          <p:cNvGrpSpPr>
            <a:grpSpLocks/>
          </p:cNvGrpSpPr>
          <p:nvPr/>
        </p:nvGrpSpPr>
        <p:grpSpPr bwMode="auto">
          <a:xfrm>
            <a:off x="1625588" y="1770460"/>
            <a:ext cx="5532478" cy="2849662"/>
            <a:chOff x="872724" y="2295063"/>
            <a:chExt cx="7377172" cy="3800521"/>
          </a:xfrm>
        </p:grpSpPr>
        <p:cxnSp>
          <p:nvCxnSpPr>
            <p:cNvPr id="96" name="Straight Connector 7">
              <a:extLst>
                <a:ext uri="{FF2B5EF4-FFF2-40B4-BE49-F238E27FC236}">
                  <a16:creationId xmlns:a16="http://schemas.microsoft.com/office/drawing/2014/main" id="{653D63CC-AACD-4343-B543-C3F3E19D2E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61409" y="2570969"/>
              <a:ext cx="577293" cy="2802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Straight Connector 188">
              <a:extLst>
                <a:ext uri="{FF2B5EF4-FFF2-40B4-BE49-F238E27FC236}">
                  <a16:creationId xmlns:a16="http://schemas.microsoft.com/office/drawing/2014/main" id="{B3506920-4C7F-A64F-B057-5B549EC245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509155" y="3032403"/>
              <a:ext cx="171469" cy="2327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Straight Connector 190">
              <a:extLst>
                <a:ext uri="{FF2B5EF4-FFF2-40B4-BE49-F238E27FC236}">
                  <a16:creationId xmlns:a16="http://schemas.microsoft.com/office/drawing/2014/main" id="{6002264B-B6B6-C643-B7C2-C03D0F0680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185287" y="3451504"/>
              <a:ext cx="495337" cy="1908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Straight Connector 192">
              <a:extLst>
                <a:ext uri="{FF2B5EF4-FFF2-40B4-BE49-F238E27FC236}">
                  <a16:creationId xmlns:a16="http://schemas.microsoft.com/office/drawing/2014/main" id="{05D6B89E-46AD-0447-A5AB-88A2E21833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181567" y="4298698"/>
              <a:ext cx="499057" cy="1060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Straight Connector 195">
              <a:extLst>
                <a:ext uri="{FF2B5EF4-FFF2-40B4-BE49-F238E27FC236}">
                  <a16:creationId xmlns:a16="http://schemas.microsoft.com/office/drawing/2014/main" id="{FD9BA8A5-08DC-B94C-B233-92658DFEA7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386886" y="4980292"/>
              <a:ext cx="293738" cy="379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Straight Connector 197">
              <a:extLst>
                <a:ext uri="{FF2B5EF4-FFF2-40B4-BE49-F238E27FC236}">
                  <a16:creationId xmlns:a16="http://schemas.microsoft.com/office/drawing/2014/main" id="{462B970E-F1C1-BA45-A384-3A083B8724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661409" y="5373637"/>
              <a:ext cx="1526432" cy="593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" name="Straight Connector 199">
              <a:extLst>
                <a:ext uri="{FF2B5EF4-FFF2-40B4-BE49-F238E27FC236}">
                  <a16:creationId xmlns:a16="http://schemas.microsoft.com/office/drawing/2014/main" id="{962BEB4A-1CD6-D74C-91D0-F0DD0624E0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680624" y="5359527"/>
              <a:ext cx="2723702" cy="703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" name="Straight Connector 201">
              <a:extLst>
                <a:ext uri="{FF2B5EF4-FFF2-40B4-BE49-F238E27FC236}">
                  <a16:creationId xmlns:a16="http://schemas.microsoft.com/office/drawing/2014/main" id="{BC671380-5938-2E42-8967-F109E9E7FF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680624" y="5359527"/>
              <a:ext cx="3605885" cy="619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Straight Connector 203">
              <a:extLst>
                <a:ext uri="{FF2B5EF4-FFF2-40B4-BE49-F238E27FC236}">
                  <a16:creationId xmlns:a16="http://schemas.microsoft.com/office/drawing/2014/main" id="{C52200FA-90E5-A240-96B1-B50FD5169C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80624" y="5184745"/>
              <a:ext cx="6569272" cy="1747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Straight Connector 204">
              <a:extLst>
                <a:ext uri="{FF2B5EF4-FFF2-40B4-BE49-F238E27FC236}">
                  <a16:creationId xmlns:a16="http://schemas.microsoft.com/office/drawing/2014/main" id="{53D111CE-AD32-444C-B066-97A86CA24A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680624" y="5359527"/>
              <a:ext cx="5742435" cy="4867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6" name="Straight Connector 207">
              <a:extLst>
                <a:ext uri="{FF2B5EF4-FFF2-40B4-BE49-F238E27FC236}">
                  <a16:creationId xmlns:a16="http://schemas.microsoft.com/office/drawing/2014/main" id="{500BF630-9137-1045-949A-B0B2D2A690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80624" y="4311835"/>
              <a:ext cx="6338019" cy="1047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" name="Straight Connector 209">
              <a:extLst>
                <a:ext uri="{FF2B5EF4-FFF2-40B4-BE49-F238E27FC236}">
                  <a16:creationId xmlns:a16="http://schemas.microsoft.com/office/drawing/2014/main" id="{21B5B2A9-53D8-E747-91BA-3D00363CDA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80624" y="3273553"/>
              <a:ext cx="5749312" cy="2085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Straight Connector 211">
              <a:extLst>
                <a:ext uri="{FF2B5EF4-FFF2-40B4-BE49-F238E27FC236}">
                  <a16:creationId xmlns:a16="http://schemas.microsoft.com/office/drawing/2014/main" id="{EC19387C-AC75-DF48-B465-3EA66DBDD3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80624" y="2784308"/>
              <a:ext cx="4942318" cy="2575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Straight Connector 213">
              <a:extLst>
                <a:ext uri="{FF2B5EF4-FFF2-40B4-BE49-F238E27FC236}">
                  <a16:creationId xmlns:a16="http://schemas.microsoft.com/office/drawing/2014/main" id="{58A4B33A-CADE-9945-9C1A-5FAD8C5A8B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80624" y="2295063"/>
              <a:ext cx="2971398" cy="3064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" name="Straight Connector 215">
              <a:extLst>
                <a:ext uri="{FF2B5EF4-FFF2-40B4-BE49-F238E27FC236}">
                  <a16:creationId xmlns:a16="http://schemas.microsoft.com/office/drawing/2014/main" id="{DD919E7C-901C-8248-B5AD-8C5EFD0D62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80624" y="2295321"/>
              <a:ext cx="2025496" cy="3064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1" name="TextBox 24">
              <a:extLst>
                <a:ext uri="{FF2B5EF4-FFF2-40B4-BE49-F238E27FC236}">
                  <a16:creationId xmlns:a16="http://schemas.microsoft.com/office/drawing/2014/main" id="{50FBE992-0261-D24C-89CA-C21BABB65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710989">
              <a:off x="829081" y="4099067"/>
              <a:ext cx="425866" cy="338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50"/>
                <a:t>…</a:t>
              </a:r>
            </a:p>
          </p:txBody>
        </p:sp>
        <p:sp>
          <p:nvSpPr>
            <p:cNvPr id="112" name="TextBox 218">
              <a:extLst>
                <a:ext uri="{FF2B5EF4-FFF2-40B4-BE49-F238E27FC236}">
                  <a16:creationId xmlns:a16="http://schemas.microsoft.com/office/drawing/2014/main" id="{9C61B721-0F8A-B442-A321-E83CBCC6C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7515077">
              <a:off x="4480660" y="5713361"/>
              <a:ext cx="425866" cy="338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50"/>
                <a:t>…</a:t>
              </a:r>
            </a:p>
          </p:txBody>
        </p:sp>
        <p:sp>
          <p:nvSpPr>
            <p:cNvPr id="113" name="TextBox 219">
              <a:extLst>
                <a:ext uri="{FF2B5EF4-FFF2-40B4-BE49-F238E27FC236}">
                  <a16:creationId xmlns:a16="http://schemas.microsoft.com/office/drawing/2014/main" id="{25FAB6B1-9D77-AE40-88F4-05EBAEB1C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940343">
              <a:off x="6361506" y="3830805"/>
              <a:ext cx="554139" cy="492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/>
                <a:t>…</a:t>
              </a:r>
            </a:p>
          </p:txBody>
        </p:sp>
        <p:sp>
          <p:nvSpPr>
            <p:cNvPr id="114" name="TextBox 220">
              <a:extLst>
                <a:ext uri="{FF2B5EF4-FFF2-40B4-BE49-F238E27FC236}">
                  <a16:creationId xmlns:a16="http://schemas.microsoft.com/office/drawing/2014/main" id="{F2BD82DE-F704-D345-A732-31992A8F6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48420">
              <a:off x="4452195" y="2669232"/>
              <a:ext cx="554037" cy="492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/>
                <a:t>…</a:t>
              </a:r>
            </a:p>
          </p:txBody>
        </p:sp>
        <p:sp>
          <p:nvSpPr>
            <p:cNvPr id="115" name="TextBox 221">
              <a:extLst>
                <a:ext uri="{FF2B5EF4-FFF2-40B4-BE49-F238E27FC236}">
                  <a16:creationId xmlns:a16="http://schemas.microsoft.com/office/drawing/2014/main" id="{43A18984-5F81-3248-9F3E-E0F858030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83864">
              <a:off x="2159183" y="2671930"/>
              <a:ext cx="554037" cy="492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/>
                <a:t>…</a:t>
              </a:r>
            </a:p>
          </p:txBody>
        </p:sp>
      </p:grpSp>
      <p:grpSp>
        <p:nvGrpSpPr>
          <p:cNvPr id="79" name="Group 223">
            <a:extLst>
              <a:ext uri="{FF2B5EF4-FFF2-40B4-BE49-F238E27FC236}">
                <a16:creationId xmlns:a16="http://schemas.microsoft.com/office/drawing/2014/main" id="{9C261853-EDB6-EF42-B177-F21531E243AA}"/>
              </a:ext>
            </a:extLst>
          </p:cNvPr>
          <p:cNvGrpSpPr>
            <a:grpSpLocks/>
          </p:cNvGrpSpPr>
          <p:nvPr/>
        </p:nvGrpSpPr>
        <p:grpSpPr bwMode="auto">
          <a:xfrm>
            <a:off x="1781683" y="1753382"/>
            <a:ext cx="5320904" cy="2771775"/>
            <a:chOff x="862570" y="2361120"/>
            <a:chExt cx="7094553" cy="3695520"/>
          </a:xfrm>
        </p:grpSpPr>
        <p:cxnSp>
          <p:nvCxnSpPr>
            <p:cNvPr id="80" name="Straight Connector 224">
              <a:extLst>
                <a:ext uri="{FF2B5EF4-FFF2-40B4-BE49-F238E27FC236}">
                  <a16:creationId xmlns:a16="http://schemas.microsoft.com/office/drawing/2014/main" id="{1C54A5A2-7426-884D-AE73-7FBD260783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46332" y="2897188"/>
              <a:ext cx="4736982" cy="2535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Straight Connector 225">
              <a:extLst>
                <a:ext uri="{FF2B5EF4-FFF2-40B4-BE49-F238E27FC236}">
                  <a16:creationId xmlns:a16="http://schemas.microsoft.com/office/drawing/2014/main" id="{728AD1FA-6864-E44F-9B9E-CFA36193F1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972043" y="2885760"/>
              <a:ext cx="3213953" cy="304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Straight Connector 226">
              <a:extLst>
                <a:ext uri="{FF2B5EF4-FFF2-40B4-BE49-F238E27FC236}">
                  <a16:creationId xmlns:a16="http://schemas.microsoft.com/office/drawing/2014/main" id="{997A6343-AB29-1249-BFBC-C0480474DD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28465" y="2877120"/>
              <a:ext cx="1866171" cy="3179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Straight Connector 227">
              <a:extLst>
                <a:ext uri="{FF2B5EF4-FFF2-40B4-BE49-F238E27FC236}">
                  <a16:creationId xmlns:a16="http://schemas.microsoft.com/office/drawing/2014/main" id="{33566ED1-C96E-6E4E-A360-BB2A7FA72F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70184" y="2877120"/>
              <a:ext cx="915812" cy="3058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Straight Connector 228">
              <a:extLst>
                <a:ext uri="{FF2B5EF4-FFF2-40B4-BE49-F238E27FC236}">
                  <a16:creationId xmlns:a16="http://schemas.microsoft.com/office/drawing/2014/main" id="{18585745-C71F-DC4C-B961-4F991AC786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67438" y="2901156"/>
              <a:ext cx="1141702" cy="2801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Straight Connector 229">
              <a:extLst>
                <a:ext uri="{FF2B5EF4-FFF2-40B4-BE49-F238E27FC236}">
                  <a16:creationId xmlns:a16="http://schemas.microsoft.com/office/drawing/2014/main" id="{E1C90CB4-5542-8741-A858-24D6D8DD05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71406" y="2889250"/>
              <a:ext cx="1785717" cy="2355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Straight Connector 230">
              <a:extLst>
                <a:ext uri="{FF2B5EF4-FFF2-40B4-BE49-F238E27FC236}">
                  <a16:creationId xmlns:a16="http://schemas.microsoft.com/office/drawing/2014/main" id="{450C7DE1-7EF6-B445-98B6-B1219BD282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79344" y="2881313"/>
              <a:ext cx="1587707" cy="1386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Straight Connector 231">
              <a:extLst>
                <a:ext uri="{FF2B5EF4-FFF2-40B4-BE49-F238E27FC236}">
                  <a16:creationId xmlns:a16="http://schemas.microsoft.com/office/drawing/2014/main" id="{DE977FE3-D7B7-1741-BFB6-043D829040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79344" y="2897188"/>
              <a:ext cx="602786" cy="2909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Straight Connector 232">
              <a:extLst>
                <a:ext uri="{FF2B5EF4-FFF2-40B4-BE49-F238E27FC236}">
                  <a16:creationId xmlns:a16="http://schemas.microsoft.com/office/drawing/2014/main" id="{4B58FEB3-D3BD-5849-A8F4-437A3602EE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84546" y="2364240"/>
              <a:ext cx="1558252" cy="51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Straight Connector 233">
              <a:extLst>
                <a:ext uri="{FF2B5EF4-FFF2-40B4-BE49-F238E27FC236}">
                  <a16:creationId xmlns:a16="http://schemas.microsoft.com/office/drawing/2014/main" id="{550D2902-009B-274F-A3B6-F539B45F51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1549" y="2361120"/>
              <a:ext cx="2485808" cy="533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Straight Connector 234">
              <a:extLst>
                <a:ext uri="{FF2B5EF4-FFF2-40B4-BE49-F238E27FC236}">
                  <a16:creationId xmlns:a16="http://schemas.microsoft.com/office/drawing/2014/main" id="{FD7C2B42-FD55-4042-B06E-A299136D28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81460" y="2548080"/>
              <a:ext cx="4078617" cy="33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Straight Connector 235">
              <a:extLst>
                <a:ext uri="{FF2B5EF4-FFF2-40B4-BE49-F238E27FC236}">
                  <a16:creationId xmlns:a16="http://schemas.microsoft.com/office/drawing/2014/main" id="{DED54489-A2E8-AD4A-AF75-C4C8C3E888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09418" y="2903040"/>
              <a:ext cx="4842020" cy="30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Straight Connector 236">
              <a:extLst>
                <a:ext uri="{FF2B5EF4-FFF2-40B4-BE49-F238E27FC236}">
                  <a16:creationId xmlns:a16="http://schemas.microsoft.com/office/drawing/2014/main" id="{EF0B5639-D872-6A46-A6D6-2CDC7F2389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4801" y="2894400"/>
              <a:ext cx="5242556" cy="377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" name="Straight Connector 237">
              <a:extLst>
                <a:ext uri="{FF2B5EF4-FFF2-40B4-BE49-F238E27FC236}">
                  <a16:creationId xmlns:a16="http://schemas.microsoft.com/office/drawing/2014/main" id="{6140258E-E8E2-9147-9DA3-46E071DE62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2570" y="2901156"/>
              <a:ext cx="5296930" cy="13866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Straight Connector 238">
              <a:extLst>
                <a:ext uri="{FF2B5EF4-FFF2-40B4-BE49-F238E27FC236}">
                  <a16:creationId xmlns:a16="http://schemas.microsoft.com/office/drawing/2014/main" id="{EE74154C-072B-2E4F-9A27-85B3659B00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01367" y="2901156"/>
              <a:ext cx="5077977" cy="2026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3" name="Group 239">
            <a:extLst>
              <a:ext uri="{FF2B5EF4-FFF2-40B4-BE49-F238E27FC236}">
                <a16:creationId xmlns:a16="http://schemas.microsoft.com/office/drawing/2014/main" id="{A4D6E270-9638-AA43-B6F6-487AF8BD5F0C}"/>
              </a:ext>
            </a:extLst>
          </p:cNvPr>
          <p:cNvGrpSpPr>
            <a:grpSpLocks/>
          </p:cNvGrpSpPr>
          <p:nvPr/>
        </p:nvGrpSpPr>
        <p:grpSpPr bwMode="auto">
          <a:xfrm>
            <a:off x="1731452" y="1672516"/>
            <a:ext cx="5368529" cy="2849165"/>
            <a:chOff x="799176" y="2251902"/>
            <a:chExt cx="7158126" cy="3799069"/>
          </a:xfrm>
        </p:grpSpPr>
        <p:cxnSp>
          <p:nvCxnSpPr>
            <p:cNvPr id="64" name="Straight Connector 240">
              <a:extLst>
                <a:ext uri="{FF2B5EF4-FFF2-40B4-BE49-F238E27FC236}">
                  <a16:creationId xmlns:a16="http://schemas.microsoft.com/office/drawing/2014/main" id="{998A6BCE-B64F-3C42-83F4-881B783501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12365" y="2732956"/>
              <a:ext cx="3121627" cy="3204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Straight Connector 241">
              <a:extLst>
                <a:ext uri="{FF2B5EF4-FFF2-40B4-BE49-F238E27FC236}">
                  <a16:creationId xmlns:a16="http://schemas.microsoft.com/office/drawing/2014/main" id="{0A0AA082-60F8-134F-A5E8-BFF451D5F5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09682" y="2721528"/>
              <a:ext cx="2384511" cy="3329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Straight Connector 242">
              <a:extLst>
                <a:ext uri="{FF2B5EF4-FFF2-40B4-BE49-F238E27FC236}">
                  <a16:creationId xmlns:a16="http://schemas.microsoft.com/office/drawing/2014/main" id="{05D0B576-B935-E148-A896-08D8C7CB18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01042" y="2712888"/>
              <a:ext cx="1091382" cy="3197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Straight Connector 243">
              <a:extLst>
                <a:ext uri="{FF2B5EF4-FFF2-40B4-BE49-F238E27FC236}">
                  <a16:creationId xmlns:a16="http://schemas.microsoft.com/office/drawing/2014/main" id="{CF828317-C579-0C4F-AA8B-6922E45731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71306" y="2712888"/>
              <a:ext cx="538376" cy="269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Straight Connector 244">
              <a:extLst>
                <a:ext uri="{FF2B5EF4-FFF2-40B4-BE49-F238E27FC236}">
                  <a16:creationId xmlns:a16="http://schemas.microsoft.com/office/drawing/2014/main" id="{831FCD1E-92F8-444E-80C8-6AA05EACD4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007181" y="2736924"/>
              <a:ext cx="1021059" cy="2069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Straight Connector 245">
              <a:extLst>
                <a:ext uri="{FF2B5EF4-FFF2-40B4-BE49-F238E27FC236}">
                  <a16:creationId xmlns:a16="http://schemas.microsoft.com/office/drawing/2014/main" id="{4E90A842-1CCA-B54C-A757-86ECDAEC0E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9176" y="2725018"/>
              <a:ext cx="1225097" cy="1413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Connector 246">
              <a:extLst>
                <a:ext uri="{FF2B5EF4-FFF2-40B4-BE49-F238E27FC236}">
                  <a16:creationId xmlns:a16="http://schemas.microsoft.com/office/drawing/2014/main" id="{6155B15E-DBFF-D241-BB68-58B8E6198A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32218" y="2704755"/>
              <a:ext cx="1107153" cy="588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Straight Connector 247">
              <a:extLst>
                <a:ext uri="{FF2B5EF4-FFF2-40B4-BE49-F238E27FC236}">
                  <a16:creationId xmlns:a16="http://schemas.microsoft.com/office/drawing/2014/main" id="{6A0EA3B0-E0F3-CE46-9A69-845242CAF3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93642" y="2704755"/>
              <a:ext cx="745729" cy="216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248">
              <a:extLst>
                <a:ext uri="{FF2B5EF4-FFF2-40B4-BE49-F238E27FC236}">
                  <a16:creationId xmlns:a16="http://schemas.microsoft.com/office/drawing/2014/main" id="{653656A0-0B3E-FD44-B12B-CF20B6D6B8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52880" y="2251902"/>
              <a:ext cx="1141349" cy="460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Straight Connector 249">
              <a:extLst>
                <a:ext uri="{FF2B5EF4-FFF2-40B4-BE49-F238E27FC236}">
                  <a16:creationId xmlns:a16="http://schemas.microsoft.com/office/drawing/2014/main" id="{5E7C7752-5A2D-E64A-B5F1-FDA0F54372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018321" y="2332076"/>
              <a:ext cx="2284094" cy="398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Straight Connector 250">
              <a:extLst>
                <a:ext uri="{FF2B5EF4-FFF2-40B4-BE49-F238E27FC236}">
                  <a16:creationId xmlns:a16="http://schemas.microsoft.com/office/drawing/2014/main" id="{09632402-2B07-7A4F-A261-2AAB34FEC8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35602" y="2721528"/>
              <a:ext cx="4016700" cy="14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Straight Connector 251">
              <a:extLst>
                <a:ext uri="{FF2B5EF4-FFF2-40B4-BE49-F238E27FC236}">
                  <a16:creationId xmlns:a16="http://schemas.microsoft.com/office/drawing/2014/main" id="{3E03473E-6C1E-1847-8E69-C1F128580D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44240" y="2738808"/>
              <a:ext cx="4755057" cy="529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Straight Connector 252">
              <a:extLst>
                <a:ext uri="{FF2B5EF4-FFF2-40B4-BE49-F238E27FC236}">
                  <a16:creationId xmlns:a16="http://schemas.microsoft.com/office/drawing/2014/main" id="{D9610D1E-EEE6-BB41-A65B-36AB17A24D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18321" y="2730168"/>
              <a:ext cx="5710381" cy="15549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Straight Connector 253">
              <a:extLst>
                <a:ext uri="{FF2B5EF4-FFF2-40B4-BE49-F238E27FC236}">
                  <a16:creationId xmlns:a16="http://schemas.microsoft.com/office/drawing/2014/main" id="{9151E501-C735-124A-8E24-107AFE3849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36178" y="2736924"/>
              <a:ext cx="5921124" cy="2462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Straight Connector 254">
              <a:extLst>
                <a:ext uri="{FF2B5EF4-FFF2-40B4-BE49-F238E27FC236}">
                  <a16:creationId xmlns:a16="http://schemas.microsoft.com/office/drawing/2014/main" id="{AEF177DA-49E4-4548-A47E-8EC94800F4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016335" y="2736924"/>
              <a:ext cx="5165304" cy="3000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532C006-CBD6-AB4E-B92E-9235A7892E77}"/>
              </a:ext>
            </a:extLst>
          </p:cNvPr>
          <p:cNvSpPr txBox="1">
            <a:spLocks noChangeArrowheads="1"/>
          </p:cNvSpPr>
          <p:nvPr/>
        </p:nvSpPr>
        <p:spPr>
          <a:xfrm>
            <a:off x="726164" y="943186"/>
            <a:ext cx="7744579" cy="385826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75000"/>
              <a:buNone/>
            </a:pPr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Question: </a:t>
            </a:r>
            <a:r>
              <a:rPr lang="en-US" altLang="en-US" sz="2100" dirty="0">
                <a:ea typeface="ＭＳ Ｐゴシック" panose="020B0600070205080204" pitchFamily="34" charset="-128"/>
              </a:rPr>
              <a:t>given </a:t>
            </a:r>
            <a:r>
              <a:rPr lang="en-US" altLang="en-US" sz="2100" i="1" dirty="0">
                <a:ea typeface="ＭＳ Ｐゴシック" panose="020B0600070205080204" pitchFamily="34" charset="-128"/>
              </a:rPr>
              <a:t>millions</a:t>
            </a:r>
            <a:r>
              <a:rPr lang="en-US" altLang="en-US" sz="2100" dirty="0">
                <a:ea typeface="ＭＳ Ｐゴシック" panose="020B0600070205080204" pitchFamily="34" charset="-128"/>
              </a:rPr>
              <a:t> of access ISPs, how to connect them together?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46642623-D12F-244E-880B-721FA1B9DBED}"/>
              </a:ext>
            </a:extLst>
          </p:cNvPr>
          <p:cNvGrpSpPr>
            <a:grpSpLocks/>
          </p:cNvGrpSpPr>
          <p:nvPr/>
        </p:nvGrpSpPr>
        <p:grpSpPr bwMode="auto">
          <a:xfrm>
            <a:off x="1203404" y="1427330"/>
            <a:ext cx="6362152" cy="3442588"/>
            <a:chOff x="139538" y="1890271"/>
            <a:chExt cx="8481726" cy="4590472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30BB6B1D-0B22-BA43-AA01-2EC564369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>
                <a:extLst>
                  <a:ext uri="{FF2B5EF4-FFF2-40B4-BE49-F238E27FC236}">
                    <a16:creationId xmlns:a16="http://schemas.microsoft.com/office/drawing/2014/main" id="{B60A3DA3-256B-8E43-9575-8F1327BC5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2" name="TextBox 1">
                <a:extLst>
                  <a:ext uri="{FF2B5EF4-FFF2-40B4-BE49-F238E27FC236}">
                    <a16:creationId xmlns:a16="http://schemas.microsoft.com/office/drawing/2014/main" id="{F1EBE77F-A331-1B49-AD54-E7C5C36B2A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0" name="Group 131">
              <a:extLst>
                <a:ext uri="{FF2B5EF4-FFF2-40B4-BE49-F238E27FC236}">
                  <a16:creationId xmlns:a16="http://schemas.microsoft.com/office/drawing/2014/main" id="{15FE5D2D-CFDD-2545-AD30-9375E330E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>
                <a:extLst>
                  <a:ext uri="{FF2B5EF4-FFF2-40B4-BE49-F238E27FC236}">
                    <a16:creationId xmlns:a16="http://schemas.microsoft.com/office/drawing/2014/main" id="{0C318F62-493F-244E-9A3D-74FDA424F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0" name="TextBox 133">
                <a:extLst>
                  <a:ext uri="{FF2B5EF4-FFF2-40B4-BE49-F238E27FC236}">
                    <a16:creationId xmlns:a16="http://schemas.microsoft.com/office/drawing/2014/main" id="{45ED4CFD-305F-FD49-AB6C-BC96E8D76D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1" name="Group 135">
              <a:extLst>
                <a:ext uri="{FF2B5EF4-FFF2-40B4-BE49-F238E27FC236}">
                  <a16:creationId xmlns:a16="http://schemas.microsoft.com/office/drawing/2014/main" id="{0041D52F-4091-A944-8003-ED442384CB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078145B8-5D76-7B44-95E4-711130D97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8" name="TextBox 137">
                <a:extLst>
                  <a:ext uri="{FF2B5EF4-FFF2-40B4-BE49-F238E27FC236}">
                    <a16:creationId xmlns:a16="http://schemas.microsoft.com/office/drawing/2014/main" id="{5CA3BADE-216F-2843-9D81-CE5E9D20B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2" name="Group 138">
              <a:extLst>
                <a:ext uri="{FF2B5EF4-FFF2-40B4-BE49-F238E27FC236}">
                  <a16:creationId xmlns:a16="http://schemas.microsoft.com/office/drawing/2014/main" id="{F1C6BD9A-0B39-B244-94E8-678C50D1EC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7E729DEF-3587-F14B-AE03-C52CF3B01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6" name="TextBox 140">
                <a:extLst>
                  <a:ext uri="{FF2B5EF4-FFF2-40B4-BE49-F238E27FC236}">
                    <a16:creationId xmlns:a16="http://schemas.microsoft.com/office/drawing/2014/main" id="{DA418C0A-2209-A942-A859-5ECE8083B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3" name="Group 141">
              <a:extLst>
                <a:ext uri="{FF2B5EF4-FFF2-40B4-BE49-F238E27FC236}">
                  <a16:creationId xmlns:a16="http://schemas.microsoft.com/office/drawing/2014/main" id="{F1A8927C-3AF4-D742-848C-35E15D25B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E8F8A0DF-7843-7E4A-8EBF-A24CA907C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4" name="TextBox 143">
                <a:extLst>
                  <a:ext uri="{FF2B5EF4-FFF2-40B4-BE49-F238E27FC236}">
                    <a16:creationId xmlns:a16="http://schemas.microsoft.com/office/drawing/2014/main" id="{D97DC0BC-584A-AC4F-835D-B981DD67CC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4" name="Group 144">
              <a:extLst>
                <a:ext uri="{FF2B5EF4-FFF2-40B4-BE49-F238E27FC236}">
                  <a16:creationId xmlns:a16="http://schemas.microsoft.com/office/drawing/2014/main" id="{937AB14A-1B92-0C4D-9DB7-3A65A35F7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72BD96B2-8C8B-A34A-A0B1-8A56E080B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2" name="TextBox 146">
                <a:extLst>
                  <a:ext uri="{FF2B5EF4-FFF2-40B4-BE49-F238E27FC236}">
                    <a16:creationId xmlns:a16="http://schemas.microsoft.com/office/drawing/2014/main" id="{2E687D8E-E3CE-F949-BB94-C8F32F4339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5" name="Group 147">
              <a:extLst>
                <a:ext uri="{FF2B5EF4-FFF2-40B4-BE49-F238E27FC236}">
                  <a16:creationId xmlns:a16="http://schemas.microsoft.com/office/drawing/2014/main" id="{417DAC5F-2573-4743-9127-36524340F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E9F7E8C6-F700-614F-9F9F-0A88C85D7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0" name="TextBox 149">
                <a:extLst>
                  <a:ext uri="{FF2B5EF4-FFF2-40B4-BE49-F238E27FC236}">
                    <a16:creationId xmlns:a16="http://schemas.microsoft.com/office/drawing/2014/main" id="{59E18F13-5C5C-4049-B258-FAF65F9B26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6" name="Group 150">
              <a:extLst>
                <a:ext uri="{FF2B5EF4-FFF2-40B4-BE49-F238E27FC236}">
                  <a16:creationId xmlns:a16="http://schemas.microsoft.com/office/drawing/2014/main" id="{B1724044-B1C6-934B-8868-30D0FD038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44CA58B7-16C9-C241-8F79-C6964EA2B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8" name="TextBox 152">
                <a:extLst>
                  <a:ext uri="{FF2B5EF4-FFF2-40B4-BE49-F238E27FC236}">
                    <a16:creationId xmlns:a16="http://schemas.microsoft.com/office/drawing/2014/main" id="{766583C3-B9DB-094A-A09E-A4BC2FBDE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7" name="Group 153">
              <a:extLst>
                <a:ext uri="{FF2B5EF4-FFF2-40B4-BE49-F238E27FC236}">
                  <a16:creationId xmlns:a16="http://schemas.microsoft.com/office/drawing/2014/main" id="{D3F39309-4CCA-1346-A4B3-93C528C3A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07DE4F60-83A5-0341-A9C1-1548C4278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" name="TextBox 155">
                <a:extLst>
                  <a:ext uri="{FF2B5EF4-FFF2-40B4-BE49-F238E27FC236}">
                    <a16:creationId xmlns:a16="http://schemas.microsoft.com/office/drawing/2014/main" id="{661C5E06-AA77-3D42-A208-2104FCC9B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8" name="Group 156">
              <a:extLst>
                <a:ext uri="{FF2B5EF4-FFF2-40B4-BE49-F238E27FC236}">
                  <a16:creationId xmlns:a16="http://schemas.microsoft.com/office/drawing/2014/main" id="{DE67CACE-BA9C-4F49-9CCC-2A95DDABF7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8AD1749B-4C4E-DE45-96BC-98F1585D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4" name="TextBox 158">
                <a:extLst>
                  <a:ext uri="{FF2B5EF4-FFF2-40B4-BE49-F238E27FC236}">
                    <a16:creationId xmlns:a16="http://schemas.microsoft.com/office/drawing/2014/main" id="{0ADF884B-3F6F-8145-B641-9A429A34A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9" name="Group 160">
              <a:extLst>
                <a:ext uri="{FF2B5EF4-FFF2-40B4-BE49-F238E27FC236}">
                  <a16:creationId xmlns:a16="http://schemas.microsoft.com/office/drawing/2014/main" id="{CF0A8E3D-09B1-214E-99FD-B5570442C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EDDB4269-F7AA-7240-B093-B37270418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2" name="TextBox 162">
                <a:extLst>
                  <a:ext uri="{FF2B5EF4-FFF2-40B4-BE49-F238E27FC236}">
                    <a16:creationId xmlns:a16="http://schemas.microsoft.com/office/drawing/2014/main" id="{0403D7D4-9E2C-F94E-924D-8574777C7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0" name="Group 163">
              <a:extLst>
                <a:ext uri="{FF2B5EF4-FFF2-40B4-BE49-F238E27FC236}">
                  <a16:creationId xmlns:a16="http://schemas.microsoft.com/office/drawing/2014/main" id="{4FD3E459-AF79-0B45-B5D3-3CA1740A2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3CAEF347-FE90-E949-A631-0171A060E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0" name="TextBox 165">
                <a:extLst>
                  <a:ext uri="{FF2B5EF4-FFF2-40B4-BE49-F238E27FC236}">
                    <a16:creationId xmlns:a16="http://schemas.microsoft.com/office/drawing/2014/main" id="{0B914A90-A394-6F45-B155-CCE12CEFEC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1" name="Group 166">
              <a:extLst>
                <a:ext uri="{FF2B5EF4-FFF2-40B4-BE49-F238E27FC236}">
                  <a16:creationId xmlns:a16="http://schemas.microsoft.com/office/drawing/2014/main" id="{5FECB796-EB1A-6941-942C-2C77B9305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583D705A-27D6-7742-A076-4DD3D0002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8" name="TextBox 168">
                <a:extLst>
                  <a:ext uri="{FF2B5EF4-FFF2-40B4-BE49-F238E27FC236}">
                    <a16:creationId xmlns:a16="http://schemas.microsoft.com/office/drawing/2014/main" id="{B52DEC78-1030-A54E-8A0F-BCB9B6D6B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2" name="Group 169">
              <a:extLst>
                <a:ext uri="{FF2B5EF4-FFF2-40B4-BE49-F238E27FC236}">
                  <a16:creationId xmlns:a16="http://schemas.microsoft.com/office/drawing/2014/main" id="{188C2074-F159-A84A-BA68-5AB530475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BDC6D0EF-413A-9E4D-9647-D0D2FE444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6" name="TextBox 171">
                <a:extLst>
                  <a:ext uri="{FF2B5EF4-FFF2-40B4-BE49-F238E27FC236}">
                    <a16:creationId xmlns:a16="http://schemas.microsoft.com/office/drawing/2014/main" id="{FE5336A0-2A38-3C4B-B598-A66CCCFD5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3" name="Group 172">
              <a:extLst>
                <a:ext uri="{FF2B5EF4-FFF2-40B4-BE49-F238E27FC236}">
                  <a16:creationId xmlns:a16="http://schemas.microsoft.com/office/drawing/2014/main" id="{7C2A35D0-56CA-3641-A6F1-6B3B15ECC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8AAD2739-378D-9246-AF78-87DAEF7F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4" name="TextBox 174">
                <a:extLst>
                  <a:ext uri="{FF2B5EF4-FFF2-40B4-BE49-F238E27FC236}">
                    <a16:creationId xmlns:a16="http://schemas.microsoft.com/office/drawing/2014/main" id="{E7F13F8B-3A00-D34F-9D41-965BF8458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4" name="Group 175">
              <a:extLst>
                <a:ext uri="{FF2B5EF4-FFF2-40B4-BE49-F238E27FC236}">
                  <a16:creationId xmlns:a16="http://schemas.microsoft.com/office/drawing/2014/main" id="{134DD520-7978-5747-B557-6216C572D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C577F5FD-5D66-CF43-8149-2A5429C89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2" name="TextBox 177">
                <a:extLst>
                  <a:ext uri="{FF2B5EF4-FFF2-40B4-BE49-F238E27FC236}">
                    <a16:creationId xmlns:a16="http://schemas.microsoft.com/office/drawing/2014/main" id="{AA8FB1A9-24AA-6944-82EC-BE9D926267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4EBE302E-6B07-964E-B474-2379BF38E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6" name="TextBox 179">
              <a:extLst>
                <a:ext uri="{FF2B5EF4-FFF2-40B4-BE49-F238E27FC236}">
                  <a16:creationId xmlns:a16="http://schemas.microsoft.com/office/drawing/2014/main" id="{5687370B-669A-6440-92DE-16AFFBA3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7" name="TextBox 180">
              <a:extLst>
                <a:ext uri="{FF2B5EF4-FFF2-40B4-BE49-F238E27FC236}">
                  <a16:creationId xmlns:a16="http://schemas.microsoft.com/office/drawing/2014/main" id="{DDCB7942-CF63-0E41-965D-4990C91E3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8" name="TextBox 181">
              <a:extLst>
                <a:ext uri="{FF2B5EF4-FFF2-40B4-BE49-F238E27FC236}">
                  <a16:creationId xmlns:a16="http://schemas.microsoft.com/office/drawing/2014/main" id="{14DD3F3C-E274-2D4E-83D9-E679452E9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9" name="TextBox 182">
              <a:extLst>
                <a:ext uri="{FF2B5EF4-FFF2-40B4-BE49-F238E27FC236}">
                  <a16:creationId xmlns:a16="http://schemas.microsoft.com/office/drawing/2014/main" id="{99FAE186-77C6-3F42-AB05-E0FF7C6CB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30" name="TextBox 183">
              <a:extLst>
                <a:ext uri="{FF2B5EF4-FFF2-40B4-BE49-F238E27FC236}">
                  <a16:creationId xmlns:a16="http://schemas.microsoft.com/office/drawing/2014/main" id="{1CE3A2E2-820D-D645-BBA3-0C3089DE6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7E1F117F-B525-AE48-9510-C564A7C43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657" y="2525527"/>
            <a:ext cx="3201590" cy="9233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dirty="0">
                <a:latin typeface="+mn-lt"/>
              </a:rPr>
              <a:t>connecting each access ISP to each other directly </a:t>
            </a:r>
            <a:r>
              <a:rPr lang="en-US" altLang="en-US" sz="1800" i="1" dirty="0">
                <a:solidFill>
                  <a:srgbClr val="CC0000"/>
                </a:solidFill>
                <a:latin typeface="+mn-lt"/>
              </a:rPr>
              <a:t>doesn’t scale: </a:t>
            </a:r>
            <a:r>
              <a:rPr lang="en-US" altLang="en-US" sz="1800" dirty="0">
                <a:latin typeface="+mn-lt"/>
              </a:rPr>
              <a:t>O(</a:t>
            </a:r>
            <a:r>
              <a:rPr lang="en-US" altLang="en-US" sz="1800" i="1" dirty="0">
                <a:latin typeface="+mn-lt"/>
              </a:rPr>
              <a:t>N</a:t>
            </a:r>
            <a:r>
              <a:rPr lang="en-US" altLang="en-US" sz="1800" baseline="30000" dirty="0">
                <a:latin typeface="+mn-lt"/>
              </a:rPr>
              <a:t>2</a:t>
            </a:r>
            <a:r>
              <a:rPr lang="en-US" altLang="en-US" sz="1800" dirty="0">
                <a:latin typeface="+mn-lt"/>
              </a:rPr>
              <a:t>) connections.</a:t>
            </a:r>
          </a:p>
        </p:txBody>
      </p:sp>
      <p:sp>
        <p:nvSpPr>
          <p:cNvPr id="11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07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sp>
        <p:nvSpPr>
          <p:cNvPr id="169" name="Rectangle 3">
            <a:extLst>
              <a:ext uri="{FF2B5EF4-FFF2-40B4-BE49-F238E27FC236}">
                <a16:creationId xmlns:a16="http://schemas.microsoft.com/office/drawing/2014/main" id="{9C9F34D5-8AF9-8B41-9367-16CA032E5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743" y="848519"/>
            <a:ext cx="670063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1800" i="1" dirty="0">
                <a:solidFill>
                  <a:srgbClr val="CC0000"/>
                </a:solidFill>
                <a:latin typeface="+mn-lt"/>
              </a:rPr>
              <a:t>Option: </a:t>
            </a:r>
            <a:r>
              <a:rPr lang="en-US" sz="1800" i="1" dirty="0">
                <a:latin typeface="+mn-lt"/>
              </a:rPr>
              <a:t>connect each access ISP to one global transit ISP? 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1800" i="1" dirty="0">
                <a:solidFill>
                  <a:srgbClr val="C00000"/>
                </a:solidFill>
                <a:latin typeface="+mn-lt"/>
              </a:rPr>
              <a:t>Customer</a:t>
            </a:r>
            <a:r>
              <a:rPr lang="en-US" sz="1800" i="1" dirty="0">
                <a:latin typeface="+mn-lt"/>
              </a:rPr>
              <a:t> and </a:t>
            </a:r>
            <a:r>
              <a:rPr lang="en-US" sz="1800" i="1" dirty="0">
                <a:solidFill>
                  <a:srgbClr val="C00000"/>
                </a:solidFill>
                <a:latin typeface="+mn-lt"/>
              </a:rPr>
              <a:t>provider </a:t>
            </a:r>
            <a:r>
              <a:rPr lang="en-US" sz="1800" i="1" dirty="0">
                <a:latin typeface="+mn-lt"/>
              </a:rPr>
              <a:t>ISPs have economic agreement.</a:t>
            </a:r>
            <a:endParaRPr lang="en-US" sz="180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3887F0-56F3-D640-A3CB-FB256BE2C2FE}"/>
              </a:ext>
            </a:extLst>
          </p:cNvPr>
          <p:cNvGrpSpPr/>
          <p:nvPr/>
        </p:nvGrpSpPr>
        <p:grpSpPr>
          <a:xfrm>
            <a:off x="1723700" y="1737542"/>
            <a:ext cx="5382815" cy="2812775"/>
            <a:chOff x="2298266" y="2316723"/>
            <a:chExt cx="7177087" cy="3750366"/>
          </a:xfrm>
        </p:grpSpPr>
        <p:sp>
          <p:nvSpPr>
            <p:cNvPr id="63" name="Oval 3">
              <a:extLst>
                <a:ext uri="{FF2B5EF4-FFF2-40B4-BE49-F238E27FC236}">
                  <a16:creationId xmlns:a16="http://schemas.microsoft.com/office/drawing/2014/main" id="{39DAF08E-E9D8-7B42-B68A-590215C06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4557" y="3143854"/>
              <a:ext cx="3864121" cy="1970736"/>
            </a:xfrm>
            <a:prstGeom prst="ellipse">
              <a:avLst/>
            </a:prstGeom>
            <a:solidFill>
              <a:srgbClr val="3C6CD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cxnSp>
          <p:nvCxnSpPr>
            <p:cNvPr id="64" name="Straight Connector 10">
              <a:extLst>
                <a:ext uri="{FF2B5EF4-FFF2-40B4-BE49-F238E27FC236}">
                  <a16:creationId xmlns:a16="http://schemas.microsoft.com/office/drawing/2014/main" id="{E0B7CD5B-98CD-EA45-8220-E277CD74B8A1}"/>
                </a:ext>
              </a:extLst>
            </p:cNvPr>
            <p:cNvCxnSpPr>
              <a:cxnSpLocks noChangeShapeType="1"/>
              <a:stCxn id="162" idx="7"/>
            </p:cNvCxnSpPr>
            <p:nvPr/>
          </p:nvCxnSpPr>
          <p:spPr bwMode="auto">
            <a:xfrm>
              <a:off x="5154178" y="3581064"/>
              <a:ext cx="1223963" cy="968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Straight Connector 297">
              <a:extLst>
                <a:ext uri="{FF2B5EF4-FFF2-40B4-BE49-F238E27FC236}">
                  <a16:creationId xmlns:a16="http://schemas.microsoft.com/office/drawing/2014/main" id="{BEF0278E-3E84-894C-90E1-9AFC471E8B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87591" y="3984289"/>
              <a:ext cx="139700" cy="1127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Straight Connector 298">
              <a:extLst>
                <a:ext uri="{FF2B5EF4-FFF2-40B4-BE49-F238E27FC236}">
                  <a16:creationId xmlns:a16="http://schemas.microsoft.com/office/drawing/2014/main" id="{783B9443-CE0D-8946-A78A-1A9CEC43F0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57403" y="4260514"/>
              <a:ext cx="280988" cy="619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Straight Connector 299">
              <a:extLst>
                <a:ext uri="{FF2B5EF4-FFF2-40B4-BE49-F238E27FC236}">
                  <a16:creationId xmlns:a16="http://schemas.microsoft.com/office/drawing/2014/main" id="{77D49FD0-8E68-6441-B4E2-BC869949BF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214503" y="4022389"/>
              <a:ext cx="223838" cy="14922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Straight Connector 300">
              <a:extLst>
                <a:ext uri="{FF2B5EF4-FFF2-40B4-BE49-F238E27FC236}">
                  <a16:creationId xmlns:a16="http://schemas.microsoft.com/office/drawing/2014/main" id="{FA0C044C-E1D6-7348-B915-AB0ACF94D9DE}"/>
                </a:ext>
              </a:extLst>
            </p:cNvPr>
            <p:cNvCxnSpPr>
              <a:cxnSpLocks noChangeShapeType="1"/>
              <a:stCxn id="110" idx="6"/>
            </p:cNvCxnSpPr>
            <p:nvPr/>
          </p:nvCxnSpPr>
          <p:spPr bwMode="auto">
            <a:xfrm flipV="1">
              <a:off x="4854141" y="4427202"/>
              <a:ext cx="238125" cy="13335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Straight Connector 301">
              <a:extLst>
                <a:ext uri="{FF2B5EF4-FFF2-40B4-BE49-F238E27FC236}">
                  <a16:creationId xmlns:a16="http://schemas.microsoft.com/office/drawing/2014/main" id="{1EF584B1-8D5C-A94E-B040-7E9635AEDD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06641" y="4327189"/>
              <a:ext cx="292100" cy="3429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Connector 302">
              <a:extLst>
                <a:ext uri="{FF2B5EF4-FFF2-40B4-BE49-F238E27FC236}">
                  <a16:creationId xmlns:a16="http://schemas.microsoft.com/office/drawing/2014/main" id="{75721A12-6308-4047-9837-AB7C60E969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374966" y="4308139"/>
              <a:ext cx="412750" cy="1682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Straight Connector 303">
              <a:extLst>
                <a:ext uri="{FF2B5EF4-FFF2-40B4-BE49-F238E27FC236}">
                  <a16:creationId xmlns:a16="http://schemas.microsoft.com/office/drawing/2014/main" id="{9BDCEBC2-564F-C54F-B3E8-A18588A42F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359091" y="3836652"/>
              <a:ext cx="328612" cy="2667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304">
              <a:extLst>
                <a:ext uri="{FF2B5EF4-FFF2-40B4-BE49-F238E27FC236}">
                  <a16:creationId xmlns:a16="http://schemas.microsoft.com/office/drawing/2014/main" id="{FC07CC37-5E3D-0944-AE86-D2435B67BD6A}"/>
                </a:ext>
              </a:extLst>
            </p:cNvPr>
            <p:cNvCxnSpPr>
              <a:cxnSpLocks noChangeShapeType="1"/>
              <a:endCxn id="160" idx="7"/>
            </p:cNvCxnSpPr>
            <p:nvPr/>
          </p:nvCxnSpPr>
          <p:spPr bwMode="auto">
            <a:xfrm flipH="1" flipV="1">
              <a:off x="5155766" y="3660439"/>
              <a:ext cx="261937" cy="1190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" name="TextBox 39958">
              <a:extLst>
                <a:ext uri="{FF2B5EF4-FFF2-40B4-BE49-F238E27FC236}">
                  <a16:creationId xmlns:a16="http://schemas.microsoft.com/office/drawing/2014/main" id="{08951995-D6BD-774B-9044-606D684C7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895" y="3644564"/>
              <a:ext cx="1066960" cy="86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i="1" dirty="0">
                  <a:solidFill>
                    <a:schemeClr val="bg1"/>
                  </a:solidFill>
                  <a:latin typeface="+mn-lt"/>
                </a:rPr>
                <a:t>global</a:t>
              </a:r>
              <a:br>
                <a:rPr lang="en-US" altLang="en-US" sz="1800" i="1" dirty="0">
                  <a:solidFill>
                    <a:schemeClr val="bg1"/>
                  </a:solidFill>
                  <a:latin typeface="+mn-lt"/>
                </a:rPr>
              </a:br>
              <a:r>
                <a:rPr lang="en-US" altLang="en-US" sz="1800" i="1" dirty="0">
                  <a:solidFill>
                    <a:schemeClr val="bg1"/>
                  </a:solidFill>
                  <a:latin typeface="+mn-lt"/>
                </a:rPr>
                <a:t>ISP</a:t>
              </a:r>
            </a:p>
          </p:txBody>
        </p:sp>
        <p:cxnSp>
          <p:nvCxnSpPr>
            <p:cNvPr id="104" name="Straight Connector 307">
              <a:extLst>
                <a:ext uri="{FF2B5EF4-FFF2-40B4-BE49-F238E27FC236}">
                  <a16:creationId xmlns:a16="http://schemas.microsoft.com/office/drawing/2014/main" id="{A44FB0A6-3870-1341-B86E-341F2D262C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98266" y="4320839"/>
              <a:ext cx="1971675" cy="21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Straight Connector 308">
              <a:extLst>
                <a:ext uri="{FF2B5EF4-FFF2-40B4-BE49-F238E27FC236}">
                  <a16:creationId xmlns:a16="http://schemas.microsoft.com/office/drawing/2014/main" id="{73D26D64-D8CE-B94B-844B-77A0B18300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25278" y="4633577"/>
              <a:ext cx="1744663" cy="411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6" name="Straight Connector 309">
              <a:extLst>
                <a:ext uri="{FF2B5EF4-FFF2-40B4-BE49-F238E27FC236}">
                  <a16:creationId xmlns:a16="http://schemas.microsoft.com/office/drawing/2014/main" id="{147CF42E-C79D-4A43-A07C-6F624D99F9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28503" y="4682789"/>
              <a:ext cx="1431925" cy="755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Straight Connector 310">
              <a:extLst>
                <a:ext uri="{FF2B5EF4-FFF2-40B4-BE49-F238E27FC236}">
                  <a16:creationId xmlns:a16="http://schemas.microsoft.com/office/drawing/2014/main" id="{1CD624F6-E490-5B49-8694-B3CF2ED457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520766" y="4703427"/>
              <a:ext cx="57150" cy="1211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Straight Connector 311">
              <a:extLst>
                <a:ext uri="{FF2B5EF4-FFF2-40B4-BE49-F238E27FC236}">
                  <a16:creationId xmlns:a16="http://schemas.microsoft.com/office/drawing/2014/main" id="{AA608358-EE22-BD40-8B67-8D4C8DB9A8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747903" y="4932027"/>
              <a:ext cx="6350" cy="1135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Straight Connector 312">
              <a:extLst>
                <a:ext uri="{FF2B5EF4-FFF2-40B4-BE49-F238E27FC236}">
                  <a16:creationId xmlns:a16="http://schemas.microsoft.com/office/drawing/2014/main" id="{37B9C794-C333-D147-8D43-5EF46E002A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055878" y="4881227"/>
              <a:ext cx="506413" cy="1058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Straight Connector 313">
              <a:extLst>
                <a:ext uri="{FF2B5EF4-FFF2-40B4-BE49-F238E27FC236}">
                  <a16:creationId xmlns:a16="http://schemas.microsoft.com/office/drawing/2014/main" id="{1C0EFD6D-4F46-864D-9BBD-8B254CE6BFF4}"/>
                </a:ext>
              </a:extLst>
            </p:cNvPr>
            <p:cNvCxnSpPr>
              <a:cxnSpLocks noChangeShapeType="1"/>
              <a:endCxn id="134" idx="7"/>
            </p:cNvCxnSpPr>
            <p:nvPr/>
          </p:nvCxnSpPr>
          <p:spPr bwMode="auto">
            <a:xfrm flipH="1" flipV="1">
              <a:off x="7173478" y="4646277"/>
              <a:ext cx="1512888" cy="1082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1" name="Straight Connector 314">
              <a:extLst>
                <a:ext uri="{FF2B5EF4-FFF2-40B4-BE49-F238E27FC236}">
                  <a16:creationId xmlns:a16="http://schemas.microsoft.com/office/drawing/2014/main" id="{3A5CF2BF-F999-BC43-97A2-CC9BCD73F8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30628" y="4524039"/>
              <a:ext cx="2244725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2" name="Straight Connector 315">
              <a:extLst>
                <a:ext uri="{FF2B5EF4-FFF2-40B4-BE49-F238E27FC236}">
                  <a16:creationId xmlns:a16="http://schemas.microsoft.com/office/drawing/2014/main" id="{4064FAD7-FFE1-5841-B958-CC3E3023B905}"/>
                </a:ext>
              </a:extLst>
            </p:cNvPr>
            <p:cNvCxnSpPr>
              <a:cxnSpLocks noChangeShapeType="1"/>
              <a:endCxn id="136" idx="5"/>
            </p:cNvCxnSpPr>
            <p:nvPr/>
          </p:nvCxnSpPr>
          <p:spPr bwMode="auto">
            <a:xfrm flipH="1">
              <a:off x="7171891" y="4219239"/>
              <a:ext cx="2076450" cy="193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" name="Straight Connector 316">
              <a:extLst>
                <a:ext uri="{FF2B5EF4-FFF2-40B4-BE49-F238E27FC236}">
                  <a16:creationId xmlns:a16="http://schemas.microsoft.com/office/drawing/2014/main" id="{24711AAA-BB0E-7A4B-974E-4325D88EC7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92503" y="3287377"/>
              <a:ext cx="1422400" cy="454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Straight Connector 317">
              <a:extLst>
                <a:ext uri="{FF2B5EF4-FFF2-40B4-BE49-F238E27FC236}">
                  <a16:creationId xmlns:a16="http://schemas.microsoft.com/office/drawing/2014/main" id="{69BCF3BD-863D-334E-9F97-BB51AFA329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16291" y="2863514"/>
              <a:ext cx="898525" cy="728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Straight Connector 318">
              <a:extLst>
                <a:ext uri="{FF2B5EF4-FFF2-40B4-BE49-F238E27FC236}">
                  <a16:creationId xmlns:a16="http://schemas.microsoft.com/office/drawing/2014/main" id="{B8B2DF70-94C2-634D-ABC9-F20160CA80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81266" y="2441239"/>
              <a:ext cx="555625" cy="1125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Straight Connector 22">
              <a:extLst>
                <a:ext uri="{FF2B5EF4-FFF2-40B4-BE49-F238E27FC236}">
                  <a16:creationId xmlns:a16="http://schemas.microsoft.com/office/drawing/2014/main" id="{16D1153B-5425-1647-A931-B4A2C9D853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3653" y="2638089"/>
              <a:ext cx="1230313" cy="796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Straight Connector 305">
              <a:extLst>
                <a:ext uri="{FF2B5EF4-FFF2-40B4-BE49-F238E27FC236}">
                  <a16:creationId xmlns:a16="http://schemas.microsoft.com/office/drawing/2014/main" id="{43830B39-2404-A04C-9CC7-B4124D5F56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49116" y="2969877"/>
              <a:ext cx="1885950" cy="519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Straight Connector 306">
              <a:extLst>
                <a:ext uri="{FF2B5EF4-FFF2-40B4-BE49-F238E27FC236}">
                  <a16:creationId xmlns:a16="http://schemas.microsoft.com/office/drawing/2014/main" id="{5E30D4FB-2873-9E4D-8D7A-D021BF348C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1766" y="3338177"/>
              <a:ext cx="2273300" cy="260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D3ED10C-3292-6842-BD51-5123D926C106}"/>
                </a:ext>
              </a:extLst>
            </p:cNvPr>
            <p:cNvGrpSpPr/>
            <p:nvPr/>
          </p:nvGrpSpPr>
          <p:grpSpPr>
            <a:xfrm>
              <a:off x="4279891" y="4448623"/>
              <a:ext cx="626338" cy="344849"/>
              <a:chOff x="7493876" y="2774731"/>
              <a:chExt cx="1481958" cy="894622"/>
            </a:xfrm>
          </p:grpSpPr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AF5B3F2E-DC62-A445-9CEA-1B4CC2C6F2C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A18BFFCD-8F5C-634F-9DA2-26E93BA06B3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5A77A58E-6CAF-BE4E-BE2C-AA3FF298038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26ADAFF5-7151-464F-A1D2-5B908BDFDEF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75" name="Freeform 174">
                  <a:extLst>
                    <a:ext uri="{FF2B5EF4-FFF2-40B4-BE49-F238E27FC236}">
                      <a16:creationId xmlns:a16="http://schemas.microsoft.com/office/drawing/2014/main" id="{3DF4D1D4-450D-1342-8445-0B3867D5EB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76" name="Freeform 175">
                  <a:extLst>
                    <a:ext uri="{FF2B5EF4-FFF2-40B4-BE49-F238E27FC236}">
                      <a16:creationId xmlns:a16="http://schemas.microsoft.com/office/drawing/2014/main" id="{36EBE75F-36C0-304E-AD2E-BF739CBDB6E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77" name="Freeform 176">
                  <a:extLst>
                    <a:ext uri="{FF2B5EF4-FFF2-40B4-BE49-F238E27FC236}">
                      <a16:creationId xmlns:a16="http://schemas.microsoft.com/office/drawing/2014/main" id="{0849EB5F-BD97-524E-A510-D4AEF9E68C9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249E51B-3709-8544-8EBC-8AB3241C5628}"/>
                </a:ext>
              </a:extLst>
            </p:cNvPr>
            <p:cNvGrpSpPr/>
            <p:nvPr/>
          </p:nvGrpSpPr>
          <p:grpSpPr>
            <a:xfrm>
              <a:off x="6344372" y="3546134"/>
              <a:ext cx="626338" cy="344849"/>
              <a:chOff x="7493876" y="2774731"/>
              <a:chExt cx="1481958" cy="894622"/>
            </a:xfrm>
          </p:grpSpPr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8B2B749E-82DC-A647-A925-082B5F12EB4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8235F754-60E1-8D44-BEB1-2F76405A704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7060DE65-3570-5D48-8CD1-728004D88F8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87375788-4382-AB45-B7D1-0E0571D5D78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EA797771-2310-F648-8131-96EB5DDDEA7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92" name="Freeform 191">
                  <a:extLst>
                    <a:ext uri="{FF2B5EF4-FFF2-40B4-BE49-F238E27FC236}">
                      <a16:creationId xmlns:a16="http://schemas.microsoft.com/office/drawing/2014/main" id="{34351CF5-722D-6E45-B9B4-B74CF8267CD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93" name="Freeform 192">
                  <a:extLst>
                    <a:ext uri="{FF2B5EF4-FFF2-40B4-BE49-F238E27FC236}">
                      <a16:creationId xmlns:a16="http://schemas.microsoft.com/office/drawing/2014/main" id="{D7F27777-9A21-6E43-8C43-068B6DA068D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C5668ED-718E-7149-A428-C5FDE1A8F2C2}"/>
                </a:ext>
              </a:extLst>
            </p:cNvPr>
            <p:cNvGrpSpPr/>
            <p:nvPr/>
          </p:nvGrpSpPr>
          <p:grpSpPr>
            <a:xfrm>
              <a:off x="6727154" y="4298718"/>
              <a:ext cx="626338" cy="344849"/>
              <a:chOff x="7493876" y="2774731"/>
              <a:chExt cx="1481958" cy="894622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FCAB3AFD-6DB9-C442-A62C-8A8B732A622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0EAF15E0-132D-554B-9001-06C01643B87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C58E5E7D-3560-7342-83C6-FD4806F3BF6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96474702-4E83-B140-9353-7232FED2DAD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99" name="Freeform 198">
                  <a:extLst>
                    <a:ext uri="{FF2B5EF4-FFF2-40B4-BE49-F238E27FC236}">
                      <a16:creationId xmlns:a16="http://schemas.microsoft.com/office/drawing/2014/main" id="{704FE3B4-8535-A049-8BE0-D714266137E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AD9D8A02-2060-EB4E-837D-D4075DAD5BF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01" name="Freeform 200">
                  <a:extLst>
                    <a:ext uri="{FF2B5EF4-FFF2-40B4-BE49-F238E27FC236}">
                      <a16:creationId xmlns:a16="http://schemas.microsoft.com/office/drawing/2014/main" id="{AB1E681A-CFFC-4449-8876-69516FD66E7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2A3E53DB-9306-AE4A-8DC3-72F1126238AB}"/>
                </a:ext>
              </a:extLst>
            </p:cNvPr>
            <p:cNvGrpSpPr/>
            <p:nvPr/>
          </p:nvGrpSpPr>
          <p:grpSpPr>
            <a:xfrm>
              <a:off x="5837682" y="4055837"/>
              <a:ext cx="626338" cy="344849"/>
              <a:chOff x="7493876" y="2774731"/>
              <a:chExt cx="1481958" cy="894622"/>
            </a:xfrm>
          </p:grpSpPr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23A50BEC-6839-6249-8340-553653C9F3E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139D06A7-73C5-BD45-A9F0-F14D86056FB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8E8DBC47-79AC-FA4D-BF05-3127B22237B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55A875E1-1C0C-BE48-9F7D-06A55781C19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67498647-B4D8-9746-BC44-7D18EF8D4A4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08" name="Freeform 207">
                  <a:extLst>
                    <a:ext uri="{FF2B5EF4-FFF2-40B4-BE49-F238E27FC236}">
                      <a16:creationId xmlns:a16="http://schemas.microsoft.com/office/drawing/2014/main" id="{02B1A2C2-6A3B-8343-9ACC-9BCACF74E55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09" name="Freeform 208">
                  <a:extLst>
                    <a:ext uri="{FF2B5EF4-FFF2-40B4-BE49-F238E27FC236}">
                      <a16:creationId xmlns:a16="http://schemas.microsoft.com/office/drawing/2014/main" id="{89238A76-5F43-5145-9757-5BA264DB524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C98A5EA-E7C9-6D48-B559-20AE118CA200}"/>
                </a:ext>
              </a:extLst>
            </p:cNvPr>
            <p:cNvGrpSpPr/>
            <p:nvPr/>
          </p:nvGrpSpPr>
          <p:grpSpPr>
            <a:xfrm>
              <a:off x="5550814" y="4588885"/>
              <a:ext cx="626338" cy="344849"/>
              <a:chOff x="7493876" y="2774731"/>
              <a:chExt cx="1481958" cy="894622"/>
            </a:xfrm>
          </p:grpSpPr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ED928890-6207-9F46-8A7A-01958D0F392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378B2235-D6AB-324C-8E9B-876E8789829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DE505999-AA84-A544-B8FD-7BB84F2E7EF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4" name="Freeform 213">
                  <a:extLst>
                    <a:ext uri="{FF2B5EF4-FFF2-40B4-BE49-F238E27FC236}">
                      <a16:creationId xmlns:a16="http://schemas.microsoft.com/office/drawing/2014/main" id="{25C3A460-D965-B840-891C-9DF90ECA3FF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15" name="Freeform 214">
                  <a:extLst>
                    <a:ext uri="{FF2B5EF4-FFF2-40B4-BE49-F238E27FC236}">
                      <a16:creationId xmlns:a16="http://schemas.microsoft.com/office/drawing/2014/main" id="{DD91DEED-0EBA-CE48-87EB-A1835EB8C84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16" name="Freeform 215">
                  <a:extLst>
                    <a:ext uri="{FF2B5EF4-FFF2-40B4-BE49-F238E27FC236}">
                      <a16:creationId xmlns:a16="http://schemas.microsoft.com/office/drawing/2014/main" id="{BC6939A6-8BA6-DC44-A174-DEE1D61224A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17" name="Freeform 216">
                  <a:extLst>
                    <a:ext uri="{FF2B5EF4-FFF2-40B4-BE49-F238E27FC236}">
                      <a16:creationId xmlns:a16="http://schemas.microsoft.com/office/drawing/2014/main" id="{5F1FEBF6-2BE1-D040-8F48-BCFF7C3342E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680EAB27-8941-0E46-9318-9C5485721F6A}"/>
                </a:ext>
              </a:extLst>
            </p:cNvPr>
            <p:cNvGrpSpPr/>
            <p:nvPr/>
          </p:nvGrpSpPr>
          <p:grpSpPr>
            <a:xfrm>
              <a:off x="4962853" y="4139117"/>
              <a:ext cx="626338" cy="344849"/>
              <a:chOff x="7493876" y="2774731"/>
              <a:chExt cx="1481958" cy="894622"/>
            </a:xfrm>
          </p:grpSpPr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D3130ED8-B307-CD47-9B74-80319EF67F7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9291ADAC-9C4E-9F4D-96E9-D13555EB14B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74E4CB4F-B5D0-7C47-9A28-6987D652A4C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2" name="Freeform 221">
                  <a:extLst>
                    <a:ext uri="{FF2B5EF4-FFF2-40B4-BE49-F238E27FC236}">
                      <a16:creationId xmlns:a16="http://schemas.microsoft.com/office/drawing/2014/main" id="{F870E08A-018D-1F44-8ACC-FA1F573C650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23" name="Freeform 222">
                  <a:extLst>
                    <a:ext uri="{FF2B5EF4-FFF2-40B4-BE49-F238E27FC236}">
                      <a16:creationId xmlns:a16="http://schemas.microsoft.com/office/drawing/2014/main" id="{EBE1B8CE-F23E-1A49-A516-714D15BC8A8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24" name="Freeform 223">
                  <a:extLst>
                    <a:ext uri="{FF2B5EF4-FFF2-40B4-BE49-F238E27FC236}">
                      <a16:creationId xmlns:a16="http://schemas.microsoft.com/office/drawing/2014/main" id="{D943ED8F-A614-BD4E-81BC-61373A7DDB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25" name="Freeform 224">
                  <a:extLst>
                    <a:ext uri="{FF2B5EF4-FFF2-40B4-BE49-F238E27FC236}">
                      <a16:creationId xmlns:a16="http://schemas.microsoft.com/office/drawing/2014/main" id="{81DAC616-5065-C743-888A-4F351E853AC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CDCBB0B3-22DC-2B43-8452-B329C27907E4}"/>
                </a:ext>
              </a:extLst>
            </p:cNvPr>
            <p:cNvGrpSpPr/>
            <p:nvPr/>
          </p:nvGrpSpPr>
          <p:grpSpPr>
            <a:xfrm>
              <a:off x="5243803" y="3734721"/>
              <a:ext cx="626338" cy="344849"/>
              <a:chOff x="7493876" y="2774731"/>
              <a:chExt cx="1481958" cy="894622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DB510E5F-CEA5-514D-A3A5-9AF0941483F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58E5BBB0-7153-5D4A-824A-DC05BB73CFA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CE212987-63DF-8244-A29C-CFEB2D3458B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0" name="Freeform 229">
                  <a:extLst>
                    <a:ext uri="{FF2B5EF4-FFF2-40B4-BE49-F238E27FC236}">
                      <a16:creationId xmlns:a16="http://schemas.microsoft.com/office/drawing/2014/main" id="{173793BB-A7E5-5142-A69A-3F3E7F4F07F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31" name="Freeform 230">
                  <a:extLst>
                    <a:ext uri="{FF2B5EF4-FFF2-40B4-BE49-F238E27FC236}">
                      <a16:creationId xmlns:a16="http://schemas.microsoft.com/office/drawing/2014/main" id="{0CA09D46-EB5A-4B43-BA2C-00403BFFEAE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32" name="Freeform 231">
                  <a:extLst>
                    <a:ext uri="{FF2B5EF4-FFF2-40B4-BE49-F238E27FC236}">
                      <a16:creationId xmlns:a16="http://schemas.microsoft.com/office/drawing/2014/main" id="{8B0C3147-4509-3045-9528-A46FD3A6FE1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233" name="Freeform 232">
                  <a:extLst>
                    <a:ext uri="{FF2B5EF4-FFF2-40B4-BE49-F238E27FC236}">
                      <a16:creationId xmlns:a16="http://schemas.microsoft.com/office/drawing/2014/main" id="{BF5B6EA0-DDA9-EE41-9EAB-6346C6B64B7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  <p:cxnSp>
          <p:nvCxnSpPr>
            <p:cNvPr id="234" name="Straight Connector 318">
              <a:extLst>
                <a:ext uri="{FF2B5EF4-FFF2-40B4-BE49-F238E27FC236}">
                  <a16:creationId xmlns:a16="http://schemas.microsoft.com/office/drawing/2014/main" id="{6392C9F2-F064-7B43-8D38-9751282AB69D}"/>
                </a:ext>
              </a:extLst>
            </p:cNvPr>
            <p:cNvCxnSpPr>
              <a:cxnSpLocks noChangeShapeType="1"/>
              <a:endCxn id="182" idx="9"/>
            </p:cNvCxnSpPr>
            <p:nvPr/>
          </p:nvCxnSpPr>
          <p:spPr bwMode="auto">
            <a:xfrm flipH="1">
              <a:off x="4883204" y="2316723"/>
              <a:ext cx="105898" cy="11266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A8B77585-106B-B840-A3D7-EF8EF8A926E1}"/>
                </a:ext>
              </a:extLst>
            </p:cNvPr>
            <p:cNvGrpSpPr/>
            <p:nvPr/>
          </p:nvGrpSpPr>
          <p:grpSpPr>
            <a:xfrm>
              <a:off x="4570926" y="3361080"/>
              <a:ext cx="626338" cy="344849"/>
              <a:chOff x="7493876" y="2774731"/>
              <a:chExt cx="1481958" cy="894622"/>
            </a:xfrm>
          </p:grpSpPr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886D6656-BD5A-3C4A-BD70-9C3406F00BD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     </a:t>
                </a:r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32BE4FB4-6FD4-2245-BF1D-B6537CA2C94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              </a:t>
                </a: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9B236B01-C685-F04B-8BFD-171244EDF32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7B762431-F9D6-2F40-9BC3-7E439F0E51D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6CE4F783-C3B9-5C4C-BE5B-3CC65A008A4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84" name="Freeform 183">
                  <a:extLst>
                    <a:ext uri="{FF2B5EF4-FFF2-40B4-BE49-F238E27FC236}">
                      <a16:creationId xmlns:a16="http://schemas.microsoft.com/office/drawing/2014/main" id="{7412CE03-F350-D146-87E5-5077C7F5503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E9EC2D30-9A26-A84B-BEB8-EA1DBEF0922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</p:grpSp>
      </p:grpSp>
      <p:grpSp>
        <p:nvGrpSpPr>
          <p:cNvPr id="8" name="Group 5">
            <a:extLst>
              <a:ext uri="{FF2B5EF4-FFF2-40B4-BE49-F238E27FC236}">
                <a16:creationId xmlns:a16="http://schemas.microsoft.com/office/drawing/2014/main" id="{46642623-D12F-244E-880B-721FA1B9DBED}"/>
              </a:ext>
            </a:extLst>
          </p:cNvPr>
          <p:cNvGrpSpPr>
            <a:grpSpLocks/>
          </p:cNvGrpSpPr>
          <p:nvPr/>
        </p:nvGrpSpPr>
        <p:grpSpPr bwMode="auto">
          <a:xfrm>
            <a:off x="1203404" y="1427330"/>
            <a:ext cx="6362152" cy="3442588"/>
            <a:chOff x="139538" y="1890271"/>
            <a:chExt cx="8481726" cy="4590472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30BB6B1D-0B22-BA43-AA01-2EC564369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>
                <a:extLst>
                  <a:ext uri="{FF2B5EF4-FFF2-40B4-BE49-F238E27FC236}">
                    <a16:creationId xmlns:a16="http://schemas.microsoft.com/office/drawing/2014/main" id="{B60A3DA3-256B-8E43-9575-8F1327BC5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2" name="TextBox 1">
                <a:extLst>
                  <a:ext uri="{FF2B5EF4-FFF2-40B4-BE49-F238E27FC236}">
                    <a16:creationId xmlns:a16="http://schemas.microsoft.com/office/drawing/2014/main" id="{F1EBE77F-A331-1B49-AD54-E7C5C36B2A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0" name="Group 131">
              <a:extLst>
                <a:ext uri="{FF2B5EF4-FFF2-40B4-BE49-F238E27FC236}">
                  <a16:creationId xmlns:a16="http://schemas.microsoft.com/office/drawing/2014/main" id="{15FE5D2D-CFDD-2545-AD30-9375E330E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>
                <a:extLst>
                  <a:ext uri="{FF2B5EF4-FFF2-40B4-BE49-F238E27FC236}">
                    <a16:creationId xmlns:a16="http://schemas.microsoft.com/office/drawing/2014/main" id="{0C318F62-493F-244E-9A3D-74FDA424F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0" name="TextBox 133">
                <a:extLst>
                  <a:ext uri="{FF2B5EF4-FFF2-40B4-BE49-F238E27FC236}">
                    <a16:creationId xmlns:a16="http://schemas.microsoft.com/office/drawing/2014/main" id="{45ED4CFD-305F-FD49-AB6C-BC96E8D76D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1" name="Group 135">
              <a:extLst>
                <a:ext uri="{FF2B5EF4-FFF2-40B4-BE49-F238E27FC236}">
                  <a16:creationId xmlns:a16="http://schemas.microsoft.com/office/drawing/2014/main" id="{0041D52F-4091-A944-8003-ED442384CB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078145B8-5D76-7B44-95E4-711130D97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8" name="TextBox 137">
                <a:extLst>
                  <a:ext uri="{FF2B5EF4-FFF2-40B4-BE49-F238E27FC236}">
                    <a16:creationId xmlns:a16="http://schemas.microsoft.com/office/drawing/2014/main" id="{5CA3BADE-216F-2843-9D81-CE5E9D20B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2" name="Group 138">
              <a:extLst>
                <a:ext uri="{FF2B5EF4-FFF2-40B4-BE49-F238E27FC236}">
                  <a16:creationId xmlns:a16="http://schemas.microsoft.com/office/drawing/2014/main" id="{F1C6BD9A-0B39-B244-94E8-678C50D1EC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7E729DEF-3587-F14B-AE03-C52CF3B01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6" name="TextBox 140">
                <a:extLst>
                  <a:ext uri="{FF2B5EF4-FFF2-40B4-BE49-F238E27FC236}">
                    <a16:creationId xmlns:a16="http://schemas.microsoft.com/office/drawing/2014/main" id="{DA418C0A-2209-A942-A859-5ECE8083B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3" name="Group 141">
              <a:extLst>
                <a:ext uri="{FF2B5EF4-FFF2-40B4-BE49-F238E27FC236}">
                  <a16:creationId xmlns:a16="http://schemas.microsoft.com/office/drawing/2014/main" id="{F1A8927C-3AF4-D742-848C-35E15D25B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E8F8A0DF-7843-7E4A-8EBF-A24CA907C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4" name="TextBox 143">
                <a:extLst>
                  <a:ext uri="{FF2B5EF4-FFF2-40B4-BE49-F238E27FC236}">
                    <a16:creationId xmlns:a16="http://schemas.microsoft.com/office/drawing/2014/main" id="{D97DC0BC-584A-AC4F-835D-B981DD67CC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4" name="Group 144">
              <a:extLst>
                <a:ext uri="{FF2B5EF4-FFF2-40B4-BE49-F238E27FC236}">
                  <a16:creationId xmlns:a16="http://schemas.microsoft.com/office/drawing/2014/main" id="{937AB14A-1B92-0C4D-9DB7-3A65A35F7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72BD96B2-8C8B-A34A-A0B1-8A56E080B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2" name="TextBox 146">
                <a:extLst>
                  <a:ext uri="{FF2B5EF4-FFF2-40B4-BE49-F238E27FC236}">
                    <a16:creationId xmlns:a16="http://schemas.microsoft.com/office/drawing/2014/main" id="{2E687D8E-E3CE-F949-BB94-C8F32F4339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5" name="Group 147">
              <a:extLst>
                <a:ext uri="{FF2B5EF4-FFF2-40B4-BE49-F238E27FC236}">
                  <a16:creationId xmlns:a16="http://schemas.microsoft.com/office/drawing/2014/main" id="{417DAC5F-2573-4743-9127-36524340F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E9F7E8C6-F700-614F-9F9F-0A88C85D7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0" name="TextBox 149">
                <a:extLst>
                  <a:ext uri="{FF2B5EF4-FFF2-40B4-BE49-F238E27FC236}">
                    <a16:creationId xmlns:a16="http://schemas.microsoft.com/office/drawing/2014/main" id="{59E18F13-5C5C-4049-B258-FAF65F9B26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6" name="Group 150">
              <a:extLst>
                <a:ext uri="{FF2B5EF4-FFF2-40B4-BE49-F238E27FC236}">
                  <a16:creationId xmlns:a16="http://schemas.microsoft.com/office/drawing/2014/main" id="{B1724044-B1C6-934B-8868-30D0FD038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44CA58B7-16C9-C241-8F79-C6964EA2B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8" name="TextBox 152">
                <a:extLst>
                  <a:ext uri="{FF2B5EF4-FFF2-40B4-BE49-F238E27FC236}">
                    <a16:creationId xmlns:a16="http://schemas.microsoft.com/office/drawing/2014/main" id="{766583C3-B9DB-094A-A09E-A4BC2FBDE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7" name="Group 153">
              <a:extLst>
                <a:ext uri="{FF2B5EF4-FFF2-40B4-BE49-F238E27FC236}">
                  <a16:creationId xmlns:a16="http://schemas.microsoft.com/office/drawing/2014/main" id="{D3F39309-4CCA-1346-A4B3-93C528C3A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07DE4F60-83A5-0341-A9C1-1548C4278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" name="TextBox 155">
                <a:extLst>
                  <a:ext uri="{FF2B5EF4-FFF2-40B4-BE49-F238E27FC236}">
                    <a16:creationId xmlns:a16="http://schemas.microsoft.com/office/drawing/2014/main" id="{661C5E06-AA77-3D42-A208-2104FCC9B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8" name="Group 156">
              <a:extLst>
                <a:ext uri="{FF2B5EF4-FFF2-40B4-BE49-F238E27FC236}">
                  <a16:creationId xmlns:a16="http://schemas.microsoft.com/office/drawing/2014/main" id="{DE67CACE-BA9C-4F49-9CCC-2A95DDABF7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8AD1749B-4C4E-DE45-96BC-98F1585D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4" name="TextBox 158">
                <a:extLst>
                  <a:ext uri="{FF2B5EF4-FFF2-40B4-BE49-F238E27FC236}">
                    <a16:creationId xmlns:a16="http://schemas.microsoft.com/office/drawing/2014/main" id="{0ADF884B-3F6F-8145-B641-9A429A34A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9" name="Group 160">
              <a:extLst>
                <a:ext uri="{FF2B5EF4-FFF2-40B4-BE49-F238E27FC236}">
                  <a16:creationId xmlns:a16="http://schemas.microsoft.com/office/drawing/2014/main" id="{CF0A8E3D-09B1-214E-99FD-B5570442C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EDDB4269-F7AA-7240-B093-B37270418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2" name="TextBox 162">
                <a:extLst>
                  <a:ext uri="{FF2B5EF4-FFF2-40B4-BE49-F238E27FC236}">
                    <a16:creationId xmlns:a16="http://schemas.microsoft.com/office/drawing/2014/main" id="{0403D7D4-9E2C-F94E-924D-8574777C7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0" name="Group 163">
              <a:extLst>
                <a:ext uri="{FF2B5EF4-FFF2-40B4-BE49-F238E27FC236}">
                  <a16:creationId xmlns:a16="http://schemas.microsoft.com/office/drawing/2014/main" id="{4FD3E459-AF79-0B45-B5D3-3CA1740A2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3CAEF347-FE90-E949-A631-0171A060E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0" name="TextBox 165">
                <a:extLst>
                  <a:ext uri="{FF2B5EF4-FFF2-40B4-BE49-F238E27FC236}">
                    <a16:creationId xmlns:a16="http://schemas.microsoft.com/office/drawing/2014/main" id="{0B914A90-A394-6F45-B155-CCE12CEFEC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1" name="Group 166">
              <a:extLst>
                <a:ext uri="{FF2B5EF4-FFF2-40B4-BE49-F238E27FC236}">
                  <a16:creationId xmlns:a16="http://schemas.microsoft.com/office/drawing/2014/main" id="{5FECB796-EB1A-6941-942C-2C77B9305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583D705A-27D6-7742-A076-4DD3D0002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8" name="TextBox 168">
                <a:extLst>
                  <a:ext uri="{FF2B5EF4-FFF2-40B4-BE49-F238E27FC236}">
                    <a16:creationId xmlns:a16="http://schemas.microsoft.com/office/drawing/2014/main" id="{B52DEC78-1030-A54E-8A0F-BCB9B6D6B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2" name="Group 169">
              <a:extLst>
                <a:ext uri="{FF2B5EF4-FFF2-40B4-BE49-F238E27FC236}">
                  <a16:creationId xmlns:a16="http://schemas.microsoft.com/office/drawing/2014/main" id="{188C2074-F159-A84A-BA68-5AB530475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BDC6D0EF-413A-9E4D-9647-D0D2FE444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6" name="TextBox 171">
                <a:extLst>
                  <a:ext uri="{FF2B5EF4-FFF2-40B4-BE49-F238E27FC236}">
                    <a16:creationId xmlns:a16="http://schemas.microsoft.com/office/drawing/2014/main" id="{FE5336A0-2A38-3C4B-B598-A66CCCFD5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3" name="Group 172">
              <a:extLst>
                <a:ext uri="{FF2B5EF4-FFF2-40B4-BE49-F238E27FC236}">
                  <a16:creationId xmlns:a16="http://schemas.microsoft.com/office/drawing/2014/main" id="{7C2A35D0-56CA-3641-A6F1-6B3B15ECC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8AAD2739-378D-9246-AF78-87DAEF7F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4" name="TextBox 174">
                <a:extLst>
                  <a:ext uri="{FF2B5EF4-FFF2-40B4-BE49-F238E27FC236}">
                    <a16:creationId xmlns:a16="http://schemas.microsoft.com/office/drawing/2014/main" id="{E7F13F8B-3A00-D34F-9D41-965BF8458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4" name="Group 175">
              <a:extLst>
                <a:ext uri="{FF2B5EF4-FFF2-40B4-BE49-F238E27FC236}">
                  <a16:creationId xmlns:a16="http://schemas.microsoft.com/office/drawing/2014/main" id="{134DD520-7978-5747-B557-6216C572D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C577F5FD-5D66-CF43-8149-2A5429C89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2" name="TextBox 177">
                <a:extLst>
                  <a:ext uri="{FF2B5EF4-FFF2-40B4-BE49-F238E27FC236}">
                    <a16:creationId xmlns:a16="http://schemas.microsoft.com/office/drawing/2014/main" id="{AA8FB1A9-24AA-6944-82EC-BE9D926267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4EBE302E-6B07-964E-B474-2379BF38E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6" name="TextBox 179">
              <a:extLst>
                <a:ext uri="{FF2B5EF4-FFF2-40B4-BE49-F238E27FC236}">
                  <a16:creationId xmlns:a16="http://schemas.microsoft.com/office/drawing/2014/main" id="{5687370B-669A-6440-92DE-16AFFBA3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7" name="TextBox 180">
              <a:extLst>
                <a:ext uri="{FF2B5EF4-FFF2-40B4-BE49-F238E27FC236}">
                  <a16:creationId xmlns:a16="http://schemas.microsoft.com/office/drawing/2014/main" id="{DDCB7942-CF63-0E41-965D-4990C91E3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8" name="TextBox 181">
              <a:extLst>
                <a:ext uri="{FF2B5EF4-FFF2-40B4-BE49-F238E27FC236}">
                  <a16:creationId xmlns:a16="http://schemas.microsoft.com/office/drawing/2014/main" id="{14DD3F3C-E274-2D4E-83D9-E679452E9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9" name="TextBox 182">
              <a:extLst>
                <a:ext uri="{FF2B5EF4-FFF2-40B4-BE49-F238E27FC236}">
                  <a16:creationId xmlns:a16="http://schemas.microsoft.com/office/drawing/2014/main" id="{99FAE186-77C6-3F42-AB05-E0FF7C6CB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30" name="TextBox 183">
              <a:extLst>
                <a:ext uri="{FF2B5EF4-FFF2-40B4-BE49-F238E27FC236}">
                  <a16:creationId xmlns:a16="http://schemas.microsoft.com/office/drawing/2014/main" id="{1CE3A2E2-820D-D645-BBA3-0C3089DE6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152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84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Oval 3">
            <a:extLst>
              <a:ext uri="{FF2B5EF4-FFF2-40B4-BE49-F238E27FC236}">
                <a16:creationId xmlns:a16="http://schemas.microsoft.com/office/drawing/2014/main" id="{C1E39CEB-C65D-764B-966A-D7A25B075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300" y="2087094"/>
            <a:ext cx="2606279" cy="1035844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05" name="Straight Connector 10">
            <a:extLst>
              <a:ext uri="{FF2B5EF4-FFF2-40B4-BE49-F238E27FC236}">
                <a16:creationId xmlns:a16="http://schemas.microsoft.com/office/drawing/2014/main" id="{93EBD03F-9A41-A545-84E9-9F7C7586256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81273" y="2269259"/>
            <a:ext cx="859631" cy="5476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6" name="Straight Connector 297">
            <a:extLst>
              <a:ext uri="{FF2B5EF4-FFF2-40B4-BE49-F238E27FC236}">
                <a16:creationId xmlns:a16="http://schemas.microsoft.com/office/drawing/2014/main" id="{7676F8BB-118B-B64A-92D8-85283640E5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6567" y="2494287"/>
            <a:ext cx="97631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7" name="Straight Connector 298">
            <a:extLst>
              <a:ext uri="{FF2B5EF4-FFF2-40B4-BE49-F238E27FC236}">
                <a16:creationId xmlns:a16="http://schemas.microsoft.com/office/drawing/2014/main" id="{A2DEF96B-86EE-7144-BD4A-23065D792A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64641" y="2647877"/>
            <a:ext cx="197644" cy="345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8" name="Straight Connector 299">
            <a:extLst>
              <a:ext uri="{FF2B5EF4-FFF2-40B4-BE49-F238E27FC236}">
                <a16:creationId xmlns:a16="http://schemas.microsoft.com/office/drawing/2014/main" id="{555BA90C-F55F-9A4F-9697-475AB21296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24135" y="2515719"/>
            <a:ext cx="157163" cy="8215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" name="Straight Connector 300">
            <a:extLst>
              <a:ext uri="{FF2B5EF4-FFF2-40B4-BE49-F238E27FC236}">
                <a16:creationId xmlns:a16="http://schemas.microsoft.com/office/drawing/2014/main" id="{06CA7B3A-E066-F645-A065-DE454C32D9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70531" y="2740746"/>
            <a:ext cx="166688" cy="7381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0" name="Straight Connector 301">
            <a:extLst>
              <a:ext uri="{FF2B5EF4-FFF2-40B4-BE49-F238E27FC236}">
                <a16:creationId xmlns:a16="http://schemas.microsoft.com/office/drawing/2014/main" id="{BACA8AA4-CF1D-5F48-933F-B11117821D9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39662" y="2684787"/>
            <a:ext cx="204788" cy="1905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1" name="Straight Connector 302">
            <a:extLst>
              <a:ext uri="{FF2B5EF4-FFF2-40B4-BE49-F238E27FC236}">
                <a16:creationId xmlns:a16="http://schemas.microsoft.com/office/drawing/2014/main" id="{DCD16DCF-19C7-244F-A0A1-9DB175274AC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38522" y="2674071"/>
            <a:ext cx="290513" cy="940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2" name="Straight Connector 303">
            <a:extLst>
              <a:ext uri="{FF2B5EF4-FFF2-40B4-BE49-F238E27FC236}">
                <a16:creationId xmlns:a16="http://schemas.microsoft.com/office/drawing/2014/main" id="{5D4D6C28-B196-BF48-A9D5-692E12992F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7807" y="2412133"/>
            <a:ext cx="230981" cy="1488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3" name="Straight Connector 304">
            <a:extLst>
              <a:ext uri="{FF2B5EF4-FFF2-40B4-BE49-F238E27FC236}">
                <a16:creationId xmlns:a16="http://schemas.microsoft.com/office/drawing/2014/main" id="{838A4044-BFFD-4A45-BC18-5752B084058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82463" y="2314503"/>
            <a:ext cx="184547" cy="654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4" name="TextBox 39958">
            <a:extLst>
              <a:ext uri="{FF2B5EF4-FFF2-40B4-BE49-F238E27FC236}">
                <a16:creationId xmlns:a16="http://schemas.microsoft.com/office/drawing/2014/main" id="{6F6B1677-D08C-6A47-B407-042662BB7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554" y="2345459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A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47996727-7119-574B-8617-ECC07818FEDD}"/>
              </a:ext>
            </a:extLst>
          </p:cNvPr>
          <p:cNvGrpSpPr/>
          <p:nvPr/>
        </p:nvGrpSpPr>
        <p:grpSpPr>
          <a:xfrm>
            <a:off x="3584906" y="2546386"/>
            <a:ext cx="406004" cy="167267"/>
            <a:chOff x="7493876" y="2774731"/>
            <a:chExt cx="1481958" cy="894622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3EDFEF2E-E8B6-3841-B07D-9D0CA292425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EBF872C2-5DB2-1143-8057-32D36F4F7DE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E45C82B8-7745-8345-80DF-E1551574C0B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AADF328D-9F75-D443-B009-78195511DE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CABE0F12-0414-E047-9D94-A57A4F3F8B1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61DB4664-2DC3-D243-A319-728D82FDC8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4" name="Freeform 1043">
                <a:extLst>
                  <a:ext uri="{FF2B5EF4-FFF2-40B4-BE49-F238E27FC236}">
                    <a16:creationId xmlns:a16="http://schemas.microsoft.com/office/drawing/2014/main" id="{3A39F596-0CEB-FB44-8298-3CCA7A8E5D8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6" name="Group 815">
            <a:extLst>
              <a:ext uri="{FF2B5EF4-FFF2-40B4-BE49-F238E27FC236}">
                <a16:creationId xmlns:a16="http://schemas.microsoft.com/office/drawing/2014/main" id="{5D57186B-96C6-4245-A5CD-2EC8F02FE2C5}"/>
              </a:ext>
            </a:extLst>
          </p:cNvPr>
          <p:cNvGrpSpPr/>
          <p:nvPr/>
        </p:nvGrpSpPr>
        <p:grpSpPr>
          <a:xfrm>
            <a:off x="4093303" y="2729741"/>
            <a:ext cx="406004" cy="167267"/>
            <a:chOff x="7493876" y="2774731"/>
            <a:chExt cx="1481958" cy="894622"/>
          </a:xfrm>
        </p:grpSpPr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F884C67D-5359-0D4B-92F3-51236F5721A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C3DDEC0B-9B46-6E40-AFA7-85DD71E00D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AFA389A2-1145-6742-AFF5-BBE2D79E08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D4EB8805-ED69-3A4C-B790-5B0BE9CAFC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9160B87-94D9-4746-9AB1-F94A2850C6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6" name="Freeform 1035">
                <a:extLst>
                  <a:ext uri="{FF2B5EF4-FFF2-40B4-BE49-F238E27FC236}">
                    <a16:creationId xmlns:a16="http://schemas.microsoft.com/office/drawing/2014/main" id="{AC514A69-8535-9F4F-9082-9C0664FDD7D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7" name="Freeform 1036">
                <a:extLst>
                  <a:ext uri="{FF2B5EF4-FFF2-40B4-BE49-F238E27FC236}">
                    <a16:creationId xmlns:a16="http://schemas.microsoft.com/office/drawing/2014/main" id="{16FAD8F4-5C16-3548-9F13-8A162DB18CB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FF12777F-B030-4549-A7FC-82449D14AB56}"/>
              </a:ext>
            </a:extLst>
          </p:cNvPr>
          <p:cNvGrpSpPr/>
          <p:nvPr/>
        </p:nvGrpSpPr>
        <p:grpSpPr>
          <a:xfrm>
            <a:off x="3171219" y="2363029"/>
            <a:ext cx="406004" cy="167267"/>
            <a:chOff x="7493876" y="2774731"/>
            <a:chExt cx="1481958" cy="894622"/>
          </a:xfrm>
        </p:grpSpPr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99010B44-64C2-AB4E-A534-5DD841F54CC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F609C7A8-5C64-1E46-89AE-A8782A6AB2A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67733F2-A942-984D-951B-4FC5E9704E1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9C762EC2-20E2-E34D-BF85-6154BC77A20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8" name="Freeform 1027">
                <a:extLst>
                  <a:ext uri="{FF2B5EF4-FFF2-40B4-BE49-F238E27FC236}">
                    <a16:creationId xmlns:a16="http://schemas.microsoft.com/office/drawing/2014/main" id="{816CB66E-9C37-534A-85AC-84C51BA8D5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9" name="Freeform 1028">
                <a:extLst>
                  <a:ext uri="{FF2B5EF4-FFF2-40B4-BE49-F238E27FC236}">
                    <a16:creationId xmlns:a16="http://schemas.microsoft.com/office/drawing/2014/main" id="{E4DE6B81-6776-9B45-B52B-E80CB62D179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0" name="Freeform 1029">
                <a:extLst>
                  <a:ext uri="{FF2B5EF4-FFF2-40B4-BE49-F238E27FC236}">
                    <a16:creationId xmlns:a16="http://schemas.microsoft.com/office/drawing/2014/main" id="{EAF14958-EE5D-3742-8285-298B3270B75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8" name="Group 817">
            <a:extLst>
              <a:ext uri="{FF2B5EF4-FFF2-40B4-BE49-F238E27FC236}">
                <a16:creationId xmlns:a16="http://schemas.microsoft.com/office/drawing/2014/main" id="{1EC3981A-429A-8B48-A3A4-3F38950EE426}"/>
              </a:ext>
            </a:extLst>
          </p:cNvPr>
          <p:cNvGrpSpPr/>
          <p:nvPr/>
        </p:nvGrpSpPr>
        <p:grpSpPr>
          <a:xfrm>
            <a:off x="2979474" y="2588732"/>
            <a:ext cx="406004" cy="167267"/>
            <a:chOff x="7493876" y="2774731"/>
            <a:chExt cx="1481958" cy="894622"/>
          </a:xfrm>
        </p:grpSpPr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4AD6CA35-9890-0743-96D1-73AC7E92080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18" name="Oval 1017">
              <a:extLst>
                <a:ext uri="{FF2B5EF4-FFF2-40B4-BE49-F238E27FC236}">
                  <a16:creationId xmlns:a16="http://schemas.microsoft.com/office/drawing/2014/main" id="{9C75BC85-7B77-844A-A090-98B72437D10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19" name="Group 1018">
              <a:extLst>
                <a:ext uri="{FF2B5EF4-FFF2-40B4-BE49-F238E27FC236}">
                  <a16:creationId xmlns:a16="http://schemas.microsoft.com/office/drawing/2014/main" id="{BB68491C-B2BC-5F4D-8E2D-9B5AF1FF975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0" name="Freeform 1019">
                <a:extLst>
                  <a:ext uri="{FF2B5EF4-FFF2-40B4-BE49-F238E27FC236}">
                    <a16:creationId xmlns:a16="http://schemas.microsoft.com/office/drawing/2014/main" id="{6A1C4FC8-1F5B-5C45-82B9-CE47B968AF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1" name="Freeform 1020">
                <a:extLst>
                  <a:ext uri="{FF2B5EF4-FFF2-40B4-BE49-F238E27FC236}">
                    <a16:creationId xmlns:a16="http://schemas.microsoft.com/office/drawing/2014/main" id="{726EAB2B-C360-BB43-9D51-609E86D205B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2" name="Freeform 1021">
                <a:extLst>
                  <a:ext uri="{FF2B5EF4-FFF2-40B4-BE49-F238E27FC236}">
                    <a16:creationId xmlns:a16="http://schemas.microsoft.com/office/drawing/2014/main" id="{6DC07A6D-089D-B644-A213-63263AEE673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3" name="Freeform 1022">
                <a:extLst>
                  <a:ext uri="{FF2B5EF4-FFF2-40B4-BE49-F238E27FC236}">
                    <a16:creationId xmlns:a16="http://schemas.microsoft.com/office/drawing/2014/main" id="{32E701D2-9EC5-3C41-9EF1-B1EDD98324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9" name="Group 818">
            <a:extLst>
              <a:ext uri="{FF2B5EF4-FFF2-40B4-BE49-F238E27FC236}">
                <a16:creationId xmlns:a16="http://schemas.microsoft.com/office/drawing/2014/main" id="{BC079EE2-B5B9-1946-83CA-FB5D7C12BB3C}"/>
              </a:ext>
            </a:extLst>
          </p:cNvPr>
          <p:cNvGrpSpPr/>
          <p:nvPr/>
        </p:nvGrpSpPr>
        <p:grpSpPr>
          <a:xfrm>
            <a:off x="2516650" y="2755507"/>
            <a:ext cx="406004" cy="167267"/>
            <a:chOff x="7493876" y="2774731"/>
            <a:chExt cx="1481958" cy="894622"/>
          </a:xfrm>
        </p:grpSpPr>
        <p:sp>
          <p:nvSpPr>
            <p:cNvPr id="1010" name="Freeform 1009">
              <a:extLst>
                <a:ext uri="{FF2B5EF4-FFF2-40B4-BE49-F238E27FC236}">
                  <a16:creationId xmlns:a16="http://schemas.microsoft.com/office/drawing/2014/main" id="{92DD86F6-73AF-224B-B049-218E0EE4D53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11" name="Oval 1010">
              <a:extLst>
                <a:ext uri="{FF2B5EF4-FFF2-40B4-BE49-F238E27FC236}">
                  <a16:creationId xmlns:a16="http://schemas.microsoft.com/office/drawing/2014/main" id="{620B6D4B-4DE6-3F40-A4F5-C34D0B6BA0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12" name="Group 1011">
              <a:extLst>
                <a:ext uri="{FF2B5EF4-FFF2-40B4-BE49-F238E27FC236}">
                  <a16:creationId xmlns:a16="http://schemas.microsoft.com/office/drawing/2014/main" id="{79E8750B-383B-4641-8E1B-82CF46F5FE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13" name="Freeform 1012">
                <a:extLst>
                  <a:ext uri="{FF2B5EF4-FFF2-40B4-BE49-F238E27FC236}">
                    <a16:creationId xmlns:a16="http://schemas.microsoft.com/office/drawing/2014/main" id="{1A6B8441-BBF6-4A40-BA5C-5AA0E5DC70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4" name="Freeform 1013">
                <a:extLst>
                  <a:ext uri="{FF2B5EF4-FFF2-40B4-BE49-F238E27FC236}">
                    <a16:creationId xmlns:a16="http://schemas.microsoft.com/office/drawing/2014/main" id="{30818833-5C97-7548-9F55-3C0175E588E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5" name="Freeform 1014">
                <a:extLst>
                  <a:ext uri="{FF2B5EF4-FFF2-40B4-BE49-F238E27FC236}">
                    <a16:creationId xmlns:a16="http://schemas.microsoft.com/office/drawing/2014/main" id="{9E3C655D-3A7D-E14F-A7F2-F9D4BE59CF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6" name="Freeform 1015">
                <a:extLst>
                  <a:ext uri="{FF2B5EF4-FFF2-40B4-BE49-F238E27FC236}">
                    <a16:creationId xmlns:a16="http://schemas.microsoft.com/office/drawing/2014/main" id="{4F322FCA-51A6-1E49-B553-D74D173229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20" name="Group 819">
            <a:extLst>
              <a:ext uri="{FF2B5EF4-FFF2-40B4-BE49-F238E27FC236}">
                <a16:creationId xmlns:a16="http://schemas.microsoft.com/office/drawing/2014/main" id="{381985F4-0019-534F-8CE5-AE9A089DDF51}"/>
              </a:ext>
            </a:extLst>
          </p:cNvPr>
          <p:cNvGrpSpPr/>
          <p:nvPr/>
        </p:nvGrpSpPr>
        <p:grpSpPr>
          <a:xfrm>
            <a:off x="3300215" y="2870078"/>
            <a:ext cx="406004" cy="167267"/>
            <a:chOff x="7493876" y="2774731"/>
            <a:chExt cx="1481958" cy="894622"/>
          </a:xfrm>
        </p:grpSpPr>
        <p:sp>
          <p:nvSpPr>
            <p:cNvPr id="1003" name="Freeform 1002">
              <a:extLst>
                <a:ext uri="{FF2B5EF4-FFF2-40B4-BE49-F238E27FC236}">
                  <a16:creationId xmlns:a16="http://schemas.microsoft.com/office/drawing/2014/main" id="{4CE10CC8-8336-0245-950D-7D623D68111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04" name="Oval 1003">
              <a:extLst>
                <a:ext uri="{FF2B5EF4-FFF2-40B4-BE49-F238E27FC236}">
                  <a16:creationId xmlns:a16="http://schemas.microsoft.com/office/drawing/2014/main" id="{7D977A06-C0BE-1540-88E3-7929A84F78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05" name="Group 1004">
              <a:extLst>
                <a:ext uri="{FF2B5EF4-FFF2-40B4-BE49-F238E27FC236}">
                  <a16:creationId xmlns:a16="http://schemas.microsoft.com/office/drawing/2014/main" id="{19FDDE53-D84C-8442-9D8A-CCD581A3530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6" name="Freeform 1005">
                <a:extLst>
                  <a:ext uri="{FF2B5EF4-FFF2-40B4-BE49-F238E27FC236}">
                    <a16:creationId xmlns:a16="http://schemas.microsoft.com/office/drawing/2014/main" id="{6F6E6FCB-EFD3-7540-AA59-096EB89F325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7" name="Freeform 1006">
                <a:extLst>
                  <a:ext uri="{FF2B5EF4-FFF2-40B4-BE49-F238E27FC236}">
                    <a16:creationId xmlns:a16="http://schemas.microsoft.com/office/drawing/2014/main" id="{2D261D66-4D24-274A-B7FF-FCB547B174B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F563306F-33C6-A847-92E7-649E85912A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AEB4B7BE-FCC2-3F4D-8665-4275FF1FEB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821" name="Oval 3">
            <a:extLst>
              <a:ext uri="{FF2B5EF4-FFF2-40B4-BE49-F238E27FC236}">
                <a16:creationId xmlns:a16="http://schemas.microsoft.com/office/drawing/2014/main" id="{175C21D2-17F4-1C48-AD8B-3CA2017D3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756" y="3195565"/>
            <a:ext cx="2206229" cy="992981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22" name="Straight Connector 10">
            <a:extLst>
              <a:ext uri="{FF2B5EF4-FFF2-40B4-BE49-F238E27FC236}">
                <a16:creationId xmlns:a16="http://schemas.microsoft.com/office/drawing/2014/main" id="{7DC3F383-B8A6-0D47-AA14-533688BAAE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80044" y="3370587"/>
            <a:ext cx="727472" cy="511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" name="Straight Connector 297">
            <a:extLst>
              <a:ext uri="{FF2B5EF4-FFF2-40B4-BE49-F238E27FC236}">
                <a16:creationId xmlns:a16="http://schemas.microsoft.com/office/drawing/2014/main" id="{FA2FCD93-6174-FC43-97E3-B56BA29EFE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473" y="3586090"/>
            <a:ext cx="82153" cy="59531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" name="Straight Connector 298">
            <a:extLst>
              <a:ext uri="{FF2B5EF4-FFF2-40B4-BE49-F238E27FC236}">
                <a16:creationId xmlns:a16="http://schemas.microsoft.com/office/drawing/2014/main" id="{FBA241B7-1D0B-3446-B887-DF2A60562C6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20550" y="3732537"/>
            <a:ext cx="166688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" name="Straight Connector 299">
            <a:extLst>
              <a:ext uri="{FF2B5EF4-FFF2-40B4-BE49-F238E27FC236}">
                <a16:creationId xmlns:a16="http://schemas.microsoft.com/office/drawing/2014/main" id="{9EF281DF-1EAB-9642-86CE-67F25A55ACB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15763" y="3606331"/>
            <a:ext cx="133350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6" name="Straight Connector 300">
            <a:extLst>
              <a:ext uri="{FF2B5EF4-FFF2-40B4-BE49-F238E27FC236}">
                <a16:creationId xmlns:a16="http://schemas.microsoft.com/office/drawing/2014/main" id="{CF0B6ED5-64C1-F64C-B490-65D8887CD4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01450" y="3821833"/>
            <a:ext cx="141685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7" name="Straight Connector 301">
            <a:extLst>
              <a:ext uri="{FF2B5EF4-FFF2-40B4-BE49-F238E27FC236}">
                <a16:creationId xmlns:a16="http://schemas.microsoft.com/office/drawing/2014/main" id="{6F25A2AA-9AAF-7545-A621-843340E23A8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68188" y="3768256"/>
            <a:ext cx="173831" cy="18335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8" name="Straight Connector 302">
            <a:extLst>
              <a:ext uri="{FF2B5EF4-FFF2-40B4-BE49-F238E27FC236}">
                <a16:creationId xmlns:a16="http://schemas.microsoft.com/office/drawing/2014/main" id="{A85DF839-8C92-7C4C-9E4F-95253E4F64D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06325" y="3758731"/>
            <a:ext cx="245269" cy="892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" name="Straight Connector 303">
            <a:extLst>
              <a:ext uri="{FF2B5EF4-FFF2-40B4-BE49-F238E27FC236}">
                <a16:creationId xmlns:a16="http://schemas.microsoft.com/office/drawing/2014/main" id="{F434154C-8D83-9441-B097-3BBC275FD9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6800" y="3507509"/>
            <a:ext cx="195263" cy="1416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" name="Straight Connector 304">
            <a:extLst>
              <a:ext uri="{FF2B5EF4-FFF2-40B4-BE49-F238E27FC236}">
                <a16:creationId xmlns:a16="http://schemas.microsoft.com/office/drawing/2014/main" id="{B524947B-DB9F-7D40-A706-4C17DE2A501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81235" y="3413450"/>
            <a:ext cx="155972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1" name="TextBox 39958">
            <a:extLst>
              <a:ext uri="{FF2B5EF4-FFF2-40B4-BE49-F238E27FC236}">
                <a16:creationId xmlns:a16="http://schemas.microsoft.com/office/drawing/2014/main" id="{E2B94A9A-0F9D-2848-A0CF-4BF11CF94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960" y="3443215"/>
            <a:ext cx="7873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C</a:t>
            </a:r>
          </a:p>
        </p:txBody>
      </p:sp>
      <p:sp>
        <p:nvSpPr>
          <p:cNvPr id="832" name="Oval 3">
            <a:extLst>
              <a:ext uri="{FF2B5EF4-FFF2-40B4-BE49-F238E27FC236}">
                <a16:creationId xmlns:a16="http://schemas.microsoft.com/office/drawing/2014/main" id="{A702DE6F-D4A0-8F44-AA63-D6E15375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285" y="2780037"/>
            <a:ext cx="2414588" cy="1007269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33" name="Straight Connector 10">
            <a:extLst>
              <a:ext uri="{FF2B5EF4-FFF2-40B4-BE49-F238E27FC236}">
                <a16:creationId xmlns:a16="http://schemas.microsoft.com/office/drawing/2014/main" id="{3F8196DF-0888-8E49-98D7-DA224C7BE9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74391" y="2957440"/>
            <a:ext cx="796528" cy="523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4" name="Straight Connector 297">
            <a:extLst>
              <a:ext uri="{FF2B5EF4-FFF2-40B4-BE49-F238E27FC236}">
                <a16:creationId xmlns:a16="http://schemas.microsoft.com/office/drawing/2014/main" id="{1B258AC6-D04D-9E42-938E-20E66E8095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7537" y="3175324"/>
            <a:ext cx="90488" cy="619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5" name="Straight Connector 298">
            <a:extLst>
              <a:ext uri="{FF2B5EF4-FFF2-40B4-BE49-F238E27FC236}">
                <a16:creationId xmlns:a16="http://schemas.microsoft.com/office/drawing/2014/main" id="{413995ED-2F60-8B4D-8D7F-93AD98A893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7519" y="3325343"/>
            <a:ext cx="182166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6" name="Straight Connector 299">
            <a:extLst>
              <a:ext uri="{FF2B5EF4-FFF2-40B4-BE49-F238E27FC236}">
                <a16:creationId xmlns:a16="http://schemas.microsoft.com/office/drawing/2014/main" id="{25EF67BD-6045-D34A-B976-7E209CEE56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3682" y="3196756"/>
            <a:ext cx="146447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7" name="Straight Connector 300">
            <a:extLst>
              <a:ext uri="{FF2B5EF4-FFF2-40B4-BE49-F238E27FC236}">
                <a16:creationId xmlns:a16="http://schemas.microsoft.com/office/drawing/2014/main" id="{36B4AB57-694E-3A49-B3F1-69CBFBA7E4F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79129" y="3415831"/>
            <a:ext cx="154781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8" name="Straight Connector 301">
            <a:extLst>
              <a:ext uri="{FF2B5EF4-FFF2-40B4-BE49-F238E27FC236}">
                <a16:creationId xmlns:a16="http://schemas.microsoft.com/office/drawing/2014/main" id="{327866EC-442B-E449-A507-1ADB289760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99444" y="3361062"/>
            <a:ext cx="190500" cy="1857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" name="Straight Connector 302">
            <a:extLst>
              <a:ext uri="{FF2B5EF4-FFF2-40B4-BE49-F238E27FC236}">
                <a16:creationId xmlns:a16="http://schemas.microsoft.com/office/drawing/2014/main" id="{0B9882C7-E94F-0A47-A7DE-70A6E795938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947107" y="3345583"/>
            <a:ext cx="269081" cy="904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0" name="Straight Connector 303">
            <a:extLst>
              <a:ext uri="{FF2B5EF4-FFF2-40B4-BE49-F238E27FC236}">
                <a16:creationId xmlns:a16="http://schemas.microsoft.com/office/drawing/2014/main" id="{07F3D5AB-917A-3646-B73E-0784162E7E1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59012" y="3095552"/>
            <a:ext cx="214313" cy="14406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1" name="Straight Connector 304">
            <a:extLst>
              <a:ext uri="{FF2B5EF4-FFF2-40B4-BE49-F238E27FC236}">
                <a16:creationId xmlns:a16="http://schemas.microsoft.com/office/drawing/2014/main" id="{7EE99713-0073-4441-B515-ACBBCD81E0F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75582" y="3000303"/>
            <a:ext cx="170260" cy="6429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2" name="TextBox 39958">
            <a:extLst>
              <a:ext uri="{FF2B5EF4-FFF2-40B4-BE49-F238E27FC236}">
                <a16:creationId xmlns:a16="http://schemas.microsoft.com/office/drawing/2014/main" id="{9B066AAE-482E-0B40-BE56-8CA80740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6204" y="3030068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B</a:t>
            </a:r>
          </a:p>
        </p:txBody>
      </p:sp>
      <p:cxnSp>
        <p:nvCxnSpPr>
          <p:cNvPr id="843" name="Straight Connector 12">
            <a:extLst>
              <a:ext uri="{FF2B5EF4-FFF2-40B4-BE49-F238E27FC236}">
                <a16:creationId xmlns:a16="http://schemas.microsoft.com/office/drawing/2014/main" id="{F300F1C8-847A-BE41-8774-57B1DCD8D5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50266" y="2000177"/>
            <a:ext cx="178594" cy="1964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4" name="Straight Connector 500">
            <a:extLst>
              <a:ext uri="{FF2B5EF4-FFF2-40B4-BE49-F238E27FC236}">
                <a16:creationId xmlns:a16="http://schemas.microsoft.com/office/drawing/2014/main" id="{1B992F92-593B-A846-BD86-3EA9B3B7BA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91862" y="2179962"/>
            <a:ext cx="623888" cy="46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5" name="Straight Connector 501">
            <a:extLst>
              <a:ext uri="{FF2B5EF4-FFF2-40B4-BE49-F238E27FC236}">
                <a16:creationId xmlns:a16="http://schemas.microsoft.com/office/drawing/2014/main" id="{56296F92-1F9C-784A-A6FD-76A4CAC7D08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89444" y="2272831"/>
            <a:ext cx="977504" cy="20835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6" name="Straight Connector 502">
            <a:extLst>
              <a:ext uri="{FF2B5EF4-FFF2-40B4-BE49-F238E27FC236}">
                <a16:creationId xmlns:a16="http://schemas.microsoft.com/office/drawing/2014/main" id="{3F67B9C4-4FEC-1240-9C01-EB8A6EE3CD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00410" y="1851350"/>
            <a:ext cx="230981" cy="4298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7" name="Straight Connector 503">
            <a:extLst>
              <a:ext uri="{FF2B5EF4-FFF2-40B4-BE49-F238E27FC236}">
                <a16:creationId xmlns:a16="http://schemas.microsoft.com/office/drawing/2014/main" id="{545AD480-9636-0E4B-B4B9-9B4ADC620A0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82601" y="1834681"/>
            <a:ext cx="288131" cy="4345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8" name="Straight Connector 504">
            <a:extLst>
              <a:ext uri="{FF2B5EF4-FFF2-40B4-BE49-F238E27FC236}">
                <a16:creationId xmlns:a16="http://schemas.microsoft.com/office/drawing/2014/main" id="{71581065-B12B-1A4E-BE8D-55FA0FB772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1154" y="2218062"/>
            <a:ext cx="161925" cy="78462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9" name="Straight Connector 505">
            <a:extLst>
              <a:ext uri="{FF2B5EF4-FFF2-40B4-BE49-F238E27FC236}">
                <a16:creationId xmlns:a16="http://schemas.microsoft.com/office/drawing/2014/main" id="{73C31C58-B4CF-814A-A3FD-55A6563CEF4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16188" y="2481190"/>
            <a:ext cx="180975" cy="519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" name="Straight Connector 507">
            <a:extLst>
              <a:ext uri="{FF2B5EF4-FFF2-40B4-BE49-F238E27FC236}">
                <a16:creationId xmlns:a16="http://schemas.microsoft.com/office/drawing/2014/main" id="{EC7E8528-0B6D-CF4D-8A94-85AA80C4CC8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54313" y="3472981"/>
            <a:ext cx="597694" cy="4607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1" name="Straight Connector 509">
            <a:extLst>
              <a:ext uri="{FF2B5EF4-FFF2-40B4-BE49-F238E27FC236}">
                <a16:creationId xmlns:a16="http://schemas.microsoft.com/office/drawing/2014/main" id="{711A581A-76D7-8A4E-B14E-08BFC288693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52922" y="3563468"/>
            <a:ext cx="214313" cy="87034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2" name="Straight Connector 510">
            <a:extLst>
              <a:ext uri="{FF2B5EF4-FFF2-40B4-BE49-F238E27FC236}">
                <a16:creationId xmlns:a16="http://schemas.microsoft.com/office/drawing/2014/main" id="{9625A981-0B96-9844-866B-6519CD7ED41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14710" y="3826596"/>
            <a:ext cx="278606" cy="7298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3" name="Straight Connector 511">
            <a:extLst>
              <a:ext uri="{FF2B5EF4-FFF2-40B4-BE49-F238E27FC236}">
                <a16:creationId xmlns:a16="http://schemas.microsoft.com/office/drawing/2014/main" id="{6746459F-2A00-6149-8E52-E5B91018DC0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221767" y="3937325"/>
            <a:ext cx="183356" cy="4964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4" name="Straight Connector 512">
            <a:extLst>
              <a:ext uri="{FF2B5EF4-FFF2-40B4-BE49-F238E27FC236}">
                <a16:creationId xmlns:a16="http://schemas.microsoft.com/office/drawing/2014/main" id="{3894D9DF-7CD2-5E46-A639-24D288F8333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6162" y="3913512"/>
            <a:ext cx="301229" cy="15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5" name="Straight Connector 513">
            <a:extLst>
              <a:ext uri="{FF2B5EF4-FFF2-40B4-BE49-F238E27FC236}">
                <a16:creationId xmlns:a16="http://schemas.microsoft.com/office/drawing/2014/main" id="{89BD6F64-A1F9-A841-8EE8-ACECF372CC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01362" y="3806356"/>
            <a:ext cx="338138" cy="869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6" name="Straight Connector 514">
            <a:extLst>
              <a:ext uri="{FF2B5EF4-FFF2-40B4-BE49-F238E27FC236}">
                <a16:creationId xmlns:a16="http://schemas.microsoft.com/office/drawing/2014/main" id="{B47AA23F-334E-EE4A-AD28-304C351DF1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29912" y="3325343"/>
            <a:ext cx="747713" cy="35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7" name="Straight Connector 508">
            <a:extLst>
              <a:ext uri="{FF2B5EF4-FFF2-40B4-BE49-F238E27FC236}">
                <a16:creationId xmlns:a16="http://schemas.microsoft.com/office/drawing/2014/main" id="{CBDBB96A-3635-3D49-964A-A9C290E5CAD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35175" y="3584900"/>
            <a:ext cx="785813" cy="725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8" name="Straight Connector 506">
            <a:extLst>
              <a:ext uri="{FF2B5EF4-FFF2-40B4-BE49-F238E27FC236}">
                <a16:creationId xmlns:a16="http://schemas.microsoft.com/office/drawing/2014/main" id="{AA94DB72-B450-7842-B04E-DCFB91821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37656" y="3276527"/>
            <a:ext cx="406004" cy="18692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59" name="Group 858">
            <a:extLst>
              <a:ext uri="{FF2B5EF4-FFF2-40B4-BE49-F238E27FC236}">
                <a16:creationId xmlns:a16="http://schemas.microsoft.com/office/drawing/2014/main" id="{90216148-AEBB-D045-BC04-2476960CEEA7}"/>
              </a:ext>
            </a:extLst>
          </p:cNvPr>
          <p:cNvGrpSpPr/>
          <p:nvPr/>
        </p:nvGrpSpPr>
        <p:grpSpPr>
          <a:xfrm>
            <a:off x="3894469" y="2255872"/>
            <a:ext cx="406004" cy="167267"/>
            <a:chOff x="7493876" y="2774731"/>
            <a:chExt cx="1481958" cy="894622"/>
          </a:xfrm>
        </p:grpSpPr>
        <p:sp>
          <p:nvSpPr>
            <p:cNvPr id="996" name="Freeform 995">
              <a:extLst>
                <a:ext uri="{FF2B5EF4-FFF2-40B4-BE49-F238E27FC236}">
                  <a16:creationId xmlns:a16="http://schemas.microsoft.com/office/drawing/2014/main" id="{7C739FBE-036D-994B-85E2-4440DD53038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97" name="Oval 996">
              <a:extLst>
                <a:ext uri="{FF2B5EF4-FFF2-40B4-BE49-F238E27FC236}">
                  <a16:creationId xmlns:a16="http://schemas.microsoft.com/office/drawing/2014/main" id="{33BC4048-43F2-884D-8016-9AF95DABE2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98" name="Group 997">
              <a:extLst>
                <a:ext uri="{FF2B5EF4-FFF2-40B4-BE49-F238E27FC236}">
                  <a16:creationId xmlns:a16="http://schemas.microsoft.com/office/drawing/2014/main" id="{130BCC6D-B09E-1C41-A8CF-04A2A963826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9" name="Freeform 998">
                <a:extLst>
                  <a:ext uri="{FF2B5EF4-FFF2-40B4-BE49-F238E27FC236}">
                    <a16:creationId xmlns:a16="http://schemas.microsoft.com/office/drawing/2014/main" id="{0FA93124-8744-5D4F-9E8A-8660696E5B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0" name="Freeform 999">
                <a:extLst>
                  <a:ext uri="{FF2B5EF4-FFF2-40B4-BE49-F238E27FC236}">
                    <a16:creationId xmlns:a16="http://schemas.microsoft.com/office/drawing/2014/main" id="{17571ADC-29EF-004D-A61B-676F21C86B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1" name="Freeform 1000">
                <a:extLst>
                  <a:ext uri="{FF2B5EF4-FFF2-40B4-BE49-F238E27FC236}">
                    <a16:creationId xmlns:a16="http://schemas.microsoft.com/office/drawing/2014/main" id="{36F070DE-197E-7F4B-AA78-582124C37FA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2" name="Freeform 1001">
                <a:extLst>
                  <a:ext uri="{FF2B5EF4-FFF2-40B4-BE49-F238E27FC236}">
                    <a16:creationId xmlns:a16="http://schemas.microsoft.com/office/drawing/2014/main" id="{3B0B317D-7F53-E348-81C1-4EE7DBCD590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0" name="Group 859">
            <a:extLst>
              <a:ext uri="{FF2B5EF4-FFF2-40B4-BE49-F238E27FC236}">
                <a16:creationId xmlns:a16="http://schemas.microsoft.com/office/drawing/2014/main" id="{7C41A419-299B-7A4A-A2A5-F2262956EE0F}"/>
              </a:ext>
            </a:extLst>
          </p:cNvPr>
          <p:cNvGrpSpPr/>
          <p:nvPr/>
        </p:nvGrpSpPr>
        <p:grpSpPr>
          <a:xfrm>
            <a:off x="2716404" y="2181153"/>
            <a:ext cx="406004" cy="167267"/>
            <a:chOff x="7493876" y="2774731"/>
            <a:chExt cx="1481958" cy="894622"/>
          </a:xfrm>
        </p:grpSpPr>
        <p:sp>
          <p:nvSpPr>
            <p:cNvPr id="989" name="Freeform 988">
              <a:extLst>
                <a:ext uri="{FF2B5EF4-FFF2-40B4-BE49-F238E27FC236}">
                  <a16:creationId xmlns:a16="http://schemas.microsoft.com/office/drawing/2014/main" id="{E9155573-B861-144A-AA4A-0F52588679C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90" name="Oval 989">
              <a:extLst>
                <a:ext uri="{FF2B5EF4-FFF2-40B4-BE49-F238E27FC236}">
                  <a16:creationId xmlns:a16="http://schemas.microsoft.com/office/drawing/2014/main" id="{4F83F884-BBF3-CA40-927E-3CE279B6EDF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91" name="Group 990">
              <a:extLst>
                <a:ext uri="{FF2B5EF4-FFF2-40B4-BE49-F238E27FC236}">
                  <a16:creationId xmlns:a16="http://schemas.microsoft.com/office/drawing/2014/main" id="{0753217D-6DD5-164C-ADEE-1458B0AC16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2" name="Freeform 991">
                <a:extLst>
                  <a:ext uri="{FF2B5EF4-FFF2-40B4-BE49-F238E27FC236}">
                    <a16:creationId xmlns:a16="http://schemas.microsoft.com/office/drawing/2014/main" id="{B8A25917-7DC6-5444-9682-410BA073678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3" name="Freeform 992">
                <a:extLst>
                  <a:ext uri="{FF2B5EF4-FFF2-40B4-BE49-F238E27FC236}">
                    <a16:creationId xmlns:a16="http://schemas.microsoft.com/office/drawing/2014/main" id="{CABFF5B5-945B-6C4A-890D-ACDA82006C6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4" name="Freeform 993">
                <a:extLst>
                  <a:ext uri="{FF2B5EF4-FFF2-40B4-BE49-F238E27FC236}">
                    <a16:creationId xmlns:a16="http://schemas.microsoft.com/office/drawing/2014/main" id="{8AB92421-736D-4A47-8B5A-1ACC7756D5A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5" name="Freeform 994">
                <a:extLst>
                  <a:ext uri="{FF2B5EF4-FFF2-40B4-BE49-F238E27FC236}">
                    <a16:creationId xmlns:a16="http://schemas.microsoft.com/office/drawing/2014/main" id="{F3DCCAE7-3191-354E-90E8-A6C735BF93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B86CF571-59B7-9040-88E6-ACE367964601}"/>
              </a:ext>
            </a:extLst>
          </p:cNvPr>
          <p:cNvGrpSpPr/>
          <p:nvPr/>
        </p:nvGrpSpPr>
        <p:grpSpPr>
          <a:xfrm>
            <a:off x="5947106" y="2954769"/>
            <a:ext cx="406004" cy="167267"/>
            <a:chOff x="7493876" y="2774731"/>
            <a:chExt cx="1481958" cy="894622"/>
          </a:xfrm>
        </p:grpSpPr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1999BFB5-779F-7B4E-BCBF-9040592BFB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61415BE9-66CA-0045-99BF-BA54F41E05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77" name="Group 976">
              <a:extLst>
                <a:ext uri="{FF2B5EF4-FFF2-40B4-BE49-F238E27FC236}">
                  <a16:creationId xmlns:a16="http://schemas.microsoft.com/office/drawing/2014/main" id="{390121EC-5020-DC41-8658-E7E4546EDD8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8" name="Freeform 977">
                <a:extLst>
                  <a:ext uri="{FF2B5EF4-FFF2-40B4-BE49-F238E27FC236}">
                    <a16:creationId xmlns:a16="http://schemas.microsoft.com/office/drawing/2014/main" id="{379AA28D-75A8-A345-B828-DEB6099EB1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9" name="Freeform 978">
                <a:extLst>
                  <a:ext uri="{FF2B5EF4-FFF2-40B4-BE49-F238E27FC236}">
                    <a16:creationId xmlns:a16="http://schemas.microsoft.com/office/drawing/2014/main" id="{9DDC0BF3-00A0-7C46-A0BC-285C4E950A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0" name="Freeform 979">
                <a:extLst>
                  <a:ext uri="{FF2B5EF4-FFF2-40B4-BE49-F238E27FC236}">
                    <a16:creationId xmlns:a16="http://schemas.microsoft.com/office/drawing/2014/main" id="{DECB33A6-775B-1A42-95E8-73DA8B9651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1" name="Freeform 980">
                <a:extLst>
                  <a:ext uri="{FF2B5EF4-FFF2-40B4-BE49-F238E27FC236}">
                    <a16:creationId xmlns:a16="http://schemas.microsoft.com/office/drawing/2014/main" id="{2619AA7F-A92C-BA49-876D-4FE864A189C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3" name="Group 862">
            <a:extLst>
              <a:ext uri="{FF2B5EF4-FFF2-40B4-BE49-F238E27FC236}">
                <a16:creationId xmlns:a16="http://schemas.microsoft.com/office/drawing/2014/main" id="{493E10B9-C866-154D-940F-1FA669A54572}"/>
              </a:ext>
            </a:extLst>
          </p:cNvPr>
          <p:cNvGrpSpPr/>
          <p:nvPr/>
        </p:nvGrpSpPr>
        <p:grpSpPr>
          <a:xfrm>
            <a:off x="6137011" y="3376084"/>
            <a:ext cx="406004" cy="167267"/>
            <a:chOff x="7493876" y="2774731"/>
            <a:chExt cx="1481958" cy="894622"/>
          </a:xfrm>
        </p:grpSpPr>
        <p:sp>
          <p:nvSpPr>
            <p:cNvPr id="968" name="Freeform 967">
              <a:extLst>
                <a:ext uri="{FF2B5EF4-FFF2-40B4-BE49-F238E27FC236}">
                  <a16:creationId xmlns:a16="http://schemas.microsoft.com/office/drawing/2014/main" id="{BF32E820-0FBE-E847-8B3C-9F2876D92E5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69" name="Oval 968">
              <a:extLst>
                <a:ext uri="{FF2B5EF4-FFF2-40B4-BE49-F238E27FC236}">
                  <a16:creationId xmlns:a16="http://schemas.microsoft.com/office/drawing/2014/main" id="{B3A55633-56F4-AC42-945D-1875A96B677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70" name="Group 969">
              <a:extLst>
                <a:ext uri="{FF2B5EF4-FFF2-40B4-BE49-F238E27FC236}">
                  <a16:creationId xmlns:a16="http://schemas.microsoft.com/office/drawing/2014/main" id="{E4AB8815-1B1F-544F-9602-FE11A09FB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1" name="Freeform 970">
                <a:extLst>
                  <a:ext uri="{FF2B5EF4-FFF2-40B4-BE49-F238E27FC236}">
                    <a16:creationId xmlns:a16="http://schemas.microsoft.com/office/drawing/2014/main" id="{25FA3B90-FE77-9D46-BA40-38A873C159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2" name="Freeform 971">
                <a:extLst>
                  <a:ext uri="{FF2B5EF4-FFF2-40B4-BE49-F238E27FC236}">
                    <a16:creationId xmlns:a16="http://schemas.microsoft.com/office/drawing/2014/main" id="{0F8E8660-4197-E24F-B9E2-EFC996926F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3" name="Freeform 972">
                <a:extLst>
                  <a:ext uri="{FF2B5EF4-FFF2-40B4-BE49-F238E27FC236}">
                    <a16:creationId xmlns:a16="http://schemas.microsoft.com/office/drawing/2014/main" id="{640090A1-376A-5A4C-8EBA-6CB5B79BB4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4" name="Freeform 973">
                <a:extLst>
                  <a:ext uri="{FF2B5EF4-FFF2-40B4-BE49-F238E27FC236}">
                    <a16:creationId xmlns:a16="http://schemas.microsoft.com/office/drawing/2014/main" id="{95591564-5458-114D-85FD-A7003062250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4" name="Group 863">
            <a:extLst>
              <a:ext uri="{FF2B5EF4-FFF2-40B4-BE49-F238E27FC236}">
                <a16:creationId xmlns:a16="http://schemas.microsoft.com/office/drawing/2014/main" id="{614BEF92-8E4F-D346-A4B6-7E2EA0C9DE59}"/>
              </a:ext>
            </a:extLst>
          </p:cNvPr>
          <p:cNvGrpSpPr/>
          <p:nvPr/>
        </p:nvGrpSpPr>
        <p:grpSpPr>
          <a:xfrm>
            <a:off x="5602255" y="3208968"/>
            <a:ext cx="406004" cy="167267"/>
            <a:chOff x="7493876" y="2774731"/>
            <a:chExt cx="1481958" cy="894622"/>
          </a:xfrm>
        </p:grpSpPr>
        <p:sp>
          <p:nvSpPr>
            <p:cNvPr id="961" name="Freeform 960">
              <a:extLst>
                <a:ext uri="{FF2B5EF4-FFF2-40B4-BE49-F238E27FC236}">
                  <a16:creationId xmlns:a16="http://schemas.microsoft.com/office/drawing/2014/main" id="{8EF1D860-B711-3743-A475-0C6DB2BAB3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62" name="Oval 961">
              <a:extLst>
                <a:ext uri="{FF2B5EF4-FFF2-40B4-BE49-F238E27FC236}">
                  <a16:creationId xmlns:a16="http://schemas.microsoft.com/office/drawing/2014/main" id="{37A0AB5E-D9CC-724B-855A-A8218863578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63" name="Group 962">
              <a:extLst>
                <a:ext uri="{FF2B5EF4-FFF2-40B4-BE49-F238E27FC236}">
                  <a16:creationId xmlns:a16="http://schemas.microsoft.com/office/drawing/2014/main" id="{8F6005C9-9B60-8748-86C0-D3E6A08036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4" name="Freeform 963">
                <a:extLst>
                  <a:ext uri="{FF2B5EF4-FFF2-40B4-BE49-F238E27FC236}">
                    <a16:creationId xmlns:a16="http://schemas.microsoft.com/office/drawing/2014/main" id="{DE0F8D72-5786-D54F-93E4-C3C9C54159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5" name="Freeform 964">
                <a:extLst>
                  <a:ext uri="{FF2B5EF4-FFF2-40B4-BE49-F238E27FC236}">
                    <a16:creationId xmlns:a16="http://schemas.microsoft.com/office/drawing/2014/main" id="{5464F08B-BD83-8A44-BBFA-F4EE1966C4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6" name="Freeform 965">
                <a:extLst>
                  <a:ext uri="{FF2B5EF4-FFF2-40B4-BE49-F238E27FC236}">
                    <a16:creationId xmlns:a16="http://schemas.microsoft.com/office/drawing/2014/main" id="{09ECF1C0-ACB1-8540-969F-7EA711FE8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7" name="Freeform 966">
                <a:extLst>
                  <a:ext uri="{FF2B5EF4-FFF2-40B4-BE49-F238E27FC236}">
                    <a16:creationId xmlns:a16="http://schemas.microsoft.com/office/drawing/2014/main" id="{F98EB79D-440D-CA4F-A9C3-BD9212D3EDD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5" name="Group 864">
            <a:extLst>
              <a:ext uri="{FF2B5EF4-FFF2-40B4-BE49-F238E27FC236}">
                <a16:creationId xmlns:a16="http://schemas.microsoft.com/office/drawing/2014/main" id="{B7E7D103-F268-674F-B3C3-92EA88673276}"/>
              </a:ext>
            </a:extLst>
          </p:cNvPr>
          <p:cNvGrpSpPr/>
          <p:nvPr/>
        </p:nvGrpSpPr>
        <p:grpSpPr>
          <a:xfrm>
            <a:off x="5234517" y="3044677"/>
            <a:ext cx="406004" cy="167267"/>
            <a:chOff x="7493876" y="2774731"/>
            <a:chExt cx="1481958" cy="894622"/>
          </a:xfrm>
        </p:grpSpPr>
        <p:sp>
          <p:nvSpPr>
            <p:cNvPr id="954" name="Freeform 953">
              <a:extLst>
                <a:ext uri="{FF2B5EF4-FFF2-40B4-BE49-F238E27FC236}">
                  <a16:creationId xmlns:a16="http://schemas.microsoft.com/office/drawing/2014/main" id="{EB728D85-B436-E54F-874C-34B0042A866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946A835F-BA3F-764B-B186-F72E0110BE6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56" name="Group 955">
              <a:extLst>
                <a:ext uri="{FF2B5EF4-FFF2-40B4-BE49-F238E27FC236}">
                  <a16:creationId xmlns:a16="http://schemas.microsoft.com/office/drawing/2014/main" id="{BE4F084A-E9A5-3044-A2FF-F78EBF4D712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7" name="Freeform 956">
                <a:extLst>
                  <a:ext uri="{FF2B5EF4-FFF2-40B4-BE49-F238E27FC236}">
                    <a16:creationId xmlns:a16="http://schemas.microsoft.com/office/drawing/2014/main" id="{3731CD43-1F76-FC4C-B577-47908AE83FD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8" name="Freeform 957">
                <a:extLst>
                  <a:ext uri="{FF2B5EF4-FFF2-40B4-BE49-F238E27FC236}">
                    <a16:creationId xmlns:a16="http://schemas.microsoft.com/office/drawing/2014/main" id="{E5922D92-CE3B-F444-BBBB-094EE443F8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9" name="Freeform 958">
                <a:extLst>
                  <a:ext uri="{FF2B5EF4-FFF2-40B4-BE49-F238E27FC236}">
                    <a16:creationId xmlns:a16="http://schemas.microsoft.com/office/drawing/2014/main" id="{FFCCE373-6CD7-CF42-892E-CA621687B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0" name="Freeform 959">
                <a:extLst>
                  <a:ext uri="{FF2B5EF4-FFF2-40B4-BE49-F238E27FC236}">
                    <a16:creationId xmlns:a16="http://schemas.microsoft.com/office/drawing/2014/main" id="{E3119A7D-B722-F548-9954-AA327EFAED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6" name="Group 865">
            <a:extLst>
              <a:ext uri="{FF2B5EF4-FFF2-40B4-BE49-F238E27FC236}">
                <a16:creationId xmlns:a16="http://schemas.microsoft.com/office/drawing/2014/main" id="{25847F9D-CFF7-5643-B6B5-34AC8A619763}"/>
              </a:ext>
            </a:extLst>
          </p:cNvPr>
          <p:cNvGrpSpPr/>
          <p:nvPr/>
        </p:nvGrpSpPr>
        <p:grpSpPr>
          <a:xfrm>
            <a:off x="5042712" y="3275047"/>
            <a:ext cx="406004" cy="167267"/>
            <a:chOff x="7493876" y="2774731"/>
            <a:chExt cx="1481958" cy="894622"/>
          </a:xfrm>
        </p:grpSpPr>
        <p:sp>
          <p:nvSpPr>
            <p:cNvPr id="947" name="Freeform 946">
              <a:extLst>
                <a:ext uri="{FF2B5EF4-FFF2-40B4-BE49-F238E27FC236}">
                  <a16:creationId xmlns:a16="http://schemas.microsoft.com/office/drawing/2014/main" id="{4A82214C-8C1F-BB49-8FC4-CFEE6481F4E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C6DB8AC9-820A-504A-9670-7CEE5BB4E00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49" name="Group 948">
              <a:extLst>
                <a:ext uri="{FF2B5EF4-FFF2-40B4-BE49-F238E27FC236}">
                  <a16:creationId xmlns:a16="http://schemas.microsoft.com/office/drawing/2014/main" id="{A0C3804C-D799-0B4C-89DF-FC0B44C2096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0" name="Freeform 949">
                <a:extLst>
                  <a:ext uri="{FF2B5EF4-FFF2-40B4-BE49-F238E27FC236}">
                    <a16:creationId xmlns:a16="http://schemas.microsoft.com/office/drawing/2014/main" id="{00F71241-1388-C540-9F11-AA43DC1BD9C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1" name="Freeform 950">
                <a:extLst>
                  <a:ext uri="{FF2B5EF4-FFF2-40B4-BE49-F238E27FC236}">
                    <a16:creationId xmlns:a16="http://schemas.microsoft.com/office/drawing/2014/main" id="{B892CC6B-D497-9946-B2FE-18A16FA7524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2" name="Freeform 951">
                <a:extLst>
                  <a:ext uri="{FF2B5EF4-FFF2-40B4-BE49-F238E27FC236}">
                    <a16:creationId xmlns:a16="http://schemas.microsoft.com/office/drawing/2014/main" id="{DAA7BCA0-C4BF-774A-9DB8-B5D24C8A02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3" name="Freeform 952">
                <a:extLst>
                  <a:ext uri="{FF2B5EF4-FFF2-40B4-BE49-F238E27FC236}">
                    <a16:creationId xmlns:a16="http://schemas.microsoft.com/office/drawing/2014/main" id="{7D6DF0F5-5284-2048-85DC-C4B7C1D0C8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58E5558D-3D33-544A-9618-E00C8D6923C7}"/>
              </a:ext>
            </a:extLst>
          </p:cNvPr>
          <p:cNvGrpSpPr/>
          <p:nvPr/>
        </p:nvGrpSpPr>
        <p:grpSpPr>
          <a:xfrm>
            <a:off x="4683634" y="3455262"/>
            <a:ext cx="406004" cy="167267"/>
            <a:chOff x="7493876" y="2774731"/>
            <a:chExt cx="1481958" cy="894622"/>
          </a:xfrm>
        </p:grpSpPr>
        <p:sp>
          <p:nvSpPr>
            <p:cNvPr id="940" name="Freeform 939">
              <a:extLst>
                <a:ext uri="{FF2B5EF4-FFF2-40B4-BE49-F238E27FC236}">
                  <a16:creationId xmlns:a16="http://schemas.microsoft.com/office/drawing/2014/main" id="{CE49F0E8-4CAB-264C-AC25-083099BD35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41" name="Oval 940">
              <a:extLst>
                <a:ext uri="{FF2B5EF4-FFF2-40B4-BE49-F238E27FC236}">
                  <a16:creationId xmlns:a16="http://schemas.microsoft.com/office/drawing/2014/main" id="{FDB92030-8F0D-8048-BA6F-8E94CCC52E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42" name="Group 941">
              <a:extLst>
                <a:ext uri="{FF2B5EF4-FFF2-40B4-BE49-F238E27FC236}">
                  <a16:creationId xmlns:a16="http://schemas.microsoft.com/office/drawing/2014/main" id="{E584775B-EF39-E641-9296-62D0E98EBD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3" name="Freeform 942">
                <a:extLst>
                  <a:ext uri="{FF2B5EF4-FFF2-40B4-BE49-F238E27FC236}">
                    <a16:creationId xmlns:a16="http://schemas.microsoft.com/office/drawing/2014/main" id="{5FDEF6E3-E3EE-6C46-9470-4C6034153E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4" name="Freeform 943">
                <a:extLst>
                  <a:ext uri="{FF2B5EF4-FFF2-40B4-BE49-F238E27FC236}">
                    <a16:creationId xmlns:a16="http://schemas.microsoft.com/office/drawing/2014/main" id="{F09DCEA1-EA74-5942-A863-43EE3356891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5" name="Freeform 944">
                <a:extLst>
                  <a:ext uri="{FF2B5EF4-FFF2-40B4-BE49-F238E27FC236}">
                    <a16:creationId xmlns:a16="http://schemas.microsoft.com/office/drawing/2014/main" id="{7E4A31FF-3937-8145-99B6-C539859E71D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6" name="Freeform 945">
                <a:extLst>
                  <a:ext uri="{FF2B5EF4-FFF2-40B4-BE49-F238E27FC236}">
                    <a16:creationId xmlns:a16="http://schemas.microsoft.com/office/drawing/2014/main" id="{AE42ABD3-20A1-3A47-A5A0-6B9BD70524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1E439E8A-6D0D-A947-88AE-13F395EF741B}"/>
              </a:ext>
            </a:extLst>
          </p:cNvPr>
          <p:cNvGrpSpPr/>
          <p:nvPr/>
        </p:nvGrpSpPr>
        <p:grpSpPr>
          <a:xfrm>
            <a:off x="5468278" y="3493507"/>
            <a:ext cx="406004" cy="167267"/>
            <a:chOff x="7493876" y="2774731"/>
            <a:chExt cx="1481958" cy="894622"/>
          </a:xfrm>
        </p:grpSpPr>
        <p:sp>
          <p:nvSpPr>
            <p:cNvPr id="933" name="Freeform 932">
              <a:extLst>
                <a:ext uri="{FF2B5EF4-FFF2-40B4-BE49-F238E27FC236}">
                  <a16:creationId xmlns:a16="http://schemas.microsoft.com/office/drawing/2014/main" id="{20642CDD-5807-E440-80BD-4914CEF640C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34" name="Oval 933">
              <a:extLst>
                <a:ext uri="{FF2B5EF4-FFF2-40B4-BE49-F238E27FC236}">
                  <a16:creationId xmlns:a16="http://schemas.microsoft.com/office/drawing/2014/main" id="{5B2D41A3-738C-DE4B-95B1-D98C150F0D7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72893B92-0783-094B-9B06-5B15CE5E8F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6" name="Freeform 935">
                <a:extLst>
                  <a:ext uri="{FF2B5EF4-FFF2-40B4-BE49-F238E27FC236}">
                    <a16:creationId xmlns:a16="http://schemas.microsoft.com/office/drawing/2014/main" id="{A6B26209-5A79-9B49-9A4A-3D3FDEBD6B5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7" name="Freeform 936">
                <a:extLst>
                  <a:ext uri="{FF2B5EF4-FFF2-40B4-BE49-F238E27FC236}">
                    <a16:creationId xmlns:a16="http://schemas.microsoft.com/office/drawing/2014/main" id="{5ABE6455-D1B0-6049-AB8E-5B81D3C447D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8" name="Freeform 937">
                <a:extLst>
                  <a:ext uri="{FF2B5EF4-FFF2-40B4-BE49-F238E27FC236}">
                    <a16:creationId xmlns:a16="http://schemas.microsoft.com/office/drawing/2014/main" id="{C314A57D-E8A9-DA4B-9456-521A28BDBB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9" name="Freeform 938">
                <a:extLst>
                  <a:ext uri="{FF2B5EF4-FFF2-40B4-BE49-F238E27FC236}">
                    <a16:creationId xmlns:a16="http://schemas.microsoft.com/office/drawing/2014/main" id="{88E5CA8C-8B97-3347-8938-C5B63B3D849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9" name="Group 868">
            <a:extLst>
              <a:ext uri="{FF2B5EF4-FFF2-40B4-BE49-F238E27FC236}">
                <a16:creationId xmlns:a16="http://schemas.microsoft.com/office/drawing/2014/main" id="{5524909D-92D6-CB46-8697-C9B8CAE6477E}"/>
              </a:ext>
            </a:extLst>
          </p:cNvPr>
          <p:cNvGrpSpPr/>
          <p:nvPr/>
        </p:nvGrpSpPr>
        <p:grpSpPr>
          <a:xfrm>
            <a:off x="3426070" y="3373059"/>
            <a:ext cx="406004" cy="167267"/>
            <a:chOff x="7493876" y="2774731"/>
            <a:chExt cx="1481958" cy="894622"/>
          </a:xfrm>
        </p:grpSpPr>
        <p:sp>
          <p:nvSpPr>
            <p:cNvPr id="926" name="Freeform 925">
              <a:extLst>
                <a:ext uri="{FF2B5EF4-FFF2-40B4-BE49-F238E27FC236}">
                  <a16:creationId xmlns:a16="http://schemas.microsoft.com/office/drawing/2014/main" id="{3B2D0726-1886-8A49-BDF6-9C8DECE04B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C80EEA86-DEEC-D249-B401-35418DE0268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28" name="Group 927">
              <a:extLst>
                <a:ext uri="{FF2B5EF4-FFF2-40B4-BE49-F238E27FC236}">
                  <a16:creationId xmlns:a16="http://schemas.microsoft.com/office/drawing/2014/main" id="{D1E8DCDB-27F1-AA42-88DA-FD19F1C402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9" name="Freeform 928">
                <a:extLst>
                  <a:ext uri="{FF2B5EF4-FFF2-40B4-BE49-F238E27FC236}">
                    <a16:creationId xmlns:a16="http://schemas.microsoft.com/office/drawing/2014/main" id="{9508B2E1-C7BF-9740-BE83-39DB94E1E7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0" name="Freeform 929">
                <a:extLst>
                  <a:ext uri="{FF2B5EF4-FFF2-40B4-BE49-F238E27FC236}">
                    <a16:creationId xmlns:a16="http://schemas.microsoft.com/office/drawing/2014/main" id="{521758E3-0DD8-204F-A905-0354031EA03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1" name="Freeform 930">
                <a:extLst>
                  <a:ext uri="{FF2B5EF4-FFF2-40B4-BE49-F238E27FC236}">
                    <a16:creationId xmlns:a16="http://schemas.microsoft.com/office/drawing/2014/main" id="{7DAC71D7-383B-4540-A8A4-4AEA3CFAE88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2" name="Freeform 931">
                <a:extLst>
                  <a:ext uri="{FF2B5EF4-FFF2-40B4-BE49-F238E27FC236}">
                    <a16:creationId xmlns:a16="http://schemas.microsoft.com/office/drawing/2014/main" id="{890040AB-E90B-C742-90BE-0BDFCAC68D6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0" name="Group 869">
            <a:extLst>
              <a:ext uri="{FF2B5EF4-FFF2-40B4-BE49-F238E27FC236}">
                <a16:creationId xmlns:a16="http://schemas.microsoft.com/office/drawing/2014/main" id="{2201EDA2-F87D-BF47-BEA0-21B0A24F495A}"/>
              </a:ext>
            </a:extLst>
          </p:cNvPr>
          <p:cNvGrpSpPr/>
          <p:nvPr/>
        </p:nvGrpSpPr>
        <p:grpSpPr>
          <a:xfrm>
            <a:off x="3609314" y="3758731"/>
            <a:ext cx="406004" cy="167267"/>
            <a:chOff x="7493876" y="2774731"/>
            <a:chExt cx="1481958" cy="894622"/>
          </a:xfrm>
        </p:grpSpPr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7BACFFDC-142B-174A-BFED-E6176627DB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6B0BD693-1861-1344-9C54-9555107E799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21" name="Group 920">
              <a:extLst>
                <a:ext uri="{FF2B5EF4-FFF2-40B4-BE49-F238E27FC236}">
                  <a16:creationId xmlns:a16="http://schemas.microsoft.com/office/drawing/2014/main" id="{0019A1FA-0729-AB44-ACE4-09350E33F46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2" name="Freeform 921">
                <a:extLst>
                  <a:ext uri="{FF2B5EF4-FFF2-40B4-BE49-F238E27FC236}">
                    <a16:creationId xmlns:a16="http://schemas.microsoft.com/office/drawing/2014/main" id="{FA1FC1ED-CBBF-5F44-A7FA-778F742FE76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3" name="Freeform 922">
                <a:extLst>
                  <a:ext uri="{FF2B5EF4-FFF2-40B4-BE49-F238E27FC236}">
                    <a16:creationId xmlns:a16="http://schemas.microsoft.com/office/drawing/2014/main" id="{6C0ECFD1-933A-B74E-BFEE-72B00BC4C3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4" name="Freeform 923">
                <a:extLst>
                  <a:ext uri="{FF2B5EF4-FFF2-40B4-BE49-F238E27FC236}">
                    <a16:creationId xmlns:a16="http://schemas.microsoft.com/office/drawing/2014/main" id="{FF559D91-8CE3-6E40-B135-CC54DC6069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5" name="Freeform 924">
                <a:extLst>
                  <a:ext uri="{FF2B5EF4-FFF2-40B4-BE49-F238E27FC236}">
                    <a16:creationId xmlns:a16="http://schemas.microsoft.com/office/drawing/2014/main" id="{4747411F-F0D6-A548-A80F-4ED08DE503B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1" name="Group 870">
            <a:extLst>
              <a:ext uri="{FF2B5EF4-FFF2-40B4-BE49-F238E27FC236}">
                <a16:creationId xmlns:a16="http://schemas.microsoft.com/office/drawing/2014/main" id="{EBB68360-CFEF-9545-B290-C95BF47B5ABD}"/>
              </a:ext>
            </a:extLst>
          </p:cNvPr>
          <p:cNvGrpSpPr/>
          <p:nvPr/>
        </p:nvGrpSpPr>
        <p:grpSpPr>
          <a:xfrm>
            <a:off x="3165211" y="3620128"/>
            <a:ext cx="406004" cy="167267"/>
            <a:chOff x="7493876" y="2774731"/>
            <a:chExt cx="1481958" cy="894622"/>
          </a:xfrm>
        </p:grpSpPr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C31E65F7-C8D0-2148-AE16-6639E37F6C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24C01524-664D-0B42-A170-7AA7DFCD48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14" name="Group 913">
              <a:extLst>
                <a:ext uri="{FF2B5EF4-FFF2-40B4-BE49-F238E27FC236}">
                  <a16:creationId xmlns:a16="http://schemas.microsoft.com/office/drawing/2014/main" id="{69D00E7B-FD92-574B-9D44-DD864E2B55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5" name="Freeform 914">
                <a:extLst>
                  <a:ext uri="{FF2B5EF4-FFF2-40B4-BE49-F238E27FC236}">
                    <a16:creationId xmlns:a16="http://schemas.microsoft.com/office/drawing/2014/main" id="{98518A8B-3C13-A346-87DA-94216CD9FC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6" name="Freeform 915">
                <a:extLst>
                  <a:ext uri="{FF2B5EF4-FFF2-40B4-BE49-F238E27FC236}">
                    <a16:creationId xmlns:a16="http://schemas.microsoft.com/office/drawing/2014/main" id="{C4C44228-65B5-564C-B1D9-63A0904BA4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7" name="Freeform 916">
                <a:extLst>
                  <a:ext uri="{FF2B5EF4-FFF2-40B4-BE49-F238E27FC236}">
                    <a16:creationId xmlns:a16="http://schemas.microsoft.com/office/drawing/2014/main" id="{B5DCAEA1-0E67-2B47-8939-3B96B10806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8" name="Freeform 917">
                <a:extLst>
                  <a:ext uri="{FF2B5EF4-FFF2-40B4-BE49-F238E27FC236}">
                    <a16:creationId xmlns:a16="http://schemas.microsoft.com/office/drawing/2014/main" id="{0BF12852-261D-6142-8DC4-CA6078C2CE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2" name="Group 871">
            <a:extLst>
              <a:ext uri="{FF2B5EF4-FFF2-40B4-BE49-F238E27FC236}">
                <a16:creationId xmlns:a16="http://schemas.microsoft.com/office/drawing/2014/main" id="{A25E589D-842B-C047-A119-3D7A98414FB7}"/>
              </a:ext>
            </a:extLst>
          </p:cNvPr>
          <p:cNvGrpSpPr/>
          <p:nvPr/>
        </p:nvGrpSpPr>
        <p:grpSpPr>
          <a:xfrm>
            <a:off x="2469290" y="3282531"/>
            <a:ext cx="406004" cy="167267"/>
            <a:chOff x="7493876" y="2774731"/>
            <a:chExt cx="1481958" cy="894622"/>
          </a:xfrm>
        </p:grpSpPr>
        <p:sp>
          <p:nvSpPr>
            <p:cNvPr id="905" name="Freeform 904">
              <a:extLst>
                <a:ext uri="{FF2B5EF4-FFF2-40B4-BE49-F238E27FC236}">
                  <a16:creationId xmlns:a16="http://schemas.microsoft.com/office/drawing/2014/main" id="{81EA2F3C-5A7E-8343-AB35-2ABC44A9D32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5FDE10E8-50B3-BC4D-AC25-C68EBCF695D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07" name="Group 906">
              <a:extLst>
                <a:ext uri="{FF2B5EF4-FFF2-40B4-BE49-F238E27FC236}">
                  <a16:creationId xmlns:a16="http://schemas.microsoft.com/office/drawing/2014/main" id="{0B8FD6CA-C921-9744-A760-55D802E5FF4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8" name="Freeform 907">
                <a:extLst>
                  <a:ext uri="{FF2B5EF4-FFF2-40B4-BE49-F238E27FC236}">
                    <a16:creationId xmlns:a16="http://schemas.microsoft.com/office/drawing/2014/main" id="{4807C980-FDBE-794F-AD74-6D2BF0D484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9" name="Freeform 908">
                <a:extLst>
                  <a:ext uri="{FF2B5EF4-FFF2-40B4-BE49-F238E27FC236}">
                    <a16:creationId xmlns:a16="http://schemas.microsoft.com/office/drawing/2014/main" id="{26F08AE6-E4B5-0D4B-815F-50BAD5E7146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0" name="Freeform 909">
                <a:extLst>
                  <a:ext uri="{FF2B5EF4-FFF2-40B4-BE49-F238E27FC236}">
                    <a16:creationId xmlns:a16="http://schemas.microsoft.com/office/drawing/2014/main" id="{3314964C-B1A5-6944-90A3-2DB4945602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1" name="Freeform 910">
                <a:extLst>
                  <a:ext uri="{FF2B5EF4-FFF2-40B4-BE49-F238E27FC236}">
                    <a16:creationId xmlns:a16="http://schemas.microsoft.com/office/drawing/2014/main" id="{52A2021F-EAC2-B84A-9171-8219D4BDC09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3" name="Group 872">
            <a:extLst>
              <a:ext uri="{FF2B5EF4-FFF2-40B4-BE49-F238E27FC236}">
                <a16:creationId xmlns:a16="http://schemas.microsoft.com/office/drawing/2014/main" id="{C54AB713-5B88-EF45-B0D1-C4B00F726693}"/>
              </a:ext>
            </a:extLst>
          </p:cNvPr>
          <p:cNvGrpSpPr/>
          <p:nvPr/>
        </p:nvGrpSpPr>
        <p:grpSpPr>
          <a:xfrm>
            <a:off x="2805064" y="3473592"/>
            <a:ext cx="406004" cy="167267"/>
            <a:chOff x="7493876" y="2774731"/>
            <a:chExt cx="1481958" cy="894622"/>
          </a:xfrm>
        </p:grpSpPr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DFDAEE8A-153F-F148-ACED-DCB6523146D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99" name="Oval 898">
              <a:extLst>
                <a:ext uri="{FF2B5EF4-FFF2-40B4-BE49-F238E27FC236}">
                  <a16:creationId xmlns:a16="http://schemas.microsoft.com/office/drawing/2014/main" id="{12E9968E-6A5D-1D49-87AD-9360D941AF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00" name="Group 899">
              <a:extLst>
                <a:ext uri="{FF2B5EF4-FFF2-40B4-BE49-F238E27FC236}">
                  <a16:creationId xmlns:a16="http://schemas.microsoft.com/office/drawing/2014/main" id="{C96DB30C-CB79-ED4D-990A-79FB83582D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1" name="Freeform 900">
                <a:extLst>
                  <a:ext uri="{FF2B5EF4-FFF2-40B4-BE49-F238E27FC236}">
                    <a16:creationId xmlns:a16="http://schemas.microsoft.com/office/drawing/2014/main" id="{2A2BB217-A5F6-F142-B4CF-398F9DAFFC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2" name="Freeform 901">
                <a:extLst>
                  <a:ext uri="{FF2B5EF4-FFF2-40B4-BE49-F238E27FC236}">
                    <a16:creationId xmlns:a16="http://schemas.microsoft.com/office/drawing/2014/main" id="{098B3B92-C926-1C43-A24C-B12286D823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3" name="Freeform 902">
                <a:extLst>
                  <a:ext uri="{FF2B5EF4-FFF2-40B4-BE49-F238E27FC236}">
                    <a16:creationId xmlns:a16="http://schemas.microsoft.com/office/drawing/2014/main" id="{7A699073-99D7-F145-AF5D-6000D9E789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4" name="Freeform 903">
                <a:extLst>
                  <a:ext uri="{FF2B5EF4-FFF2-40B4-BE49-F238E27FC236}">
                    <a16:creationId xmlns:a16="http://schemas.microsoft.com/office/drawing/2014/main" id="{9DF6CA8B-C8D2-0649-92B0-D39407735BD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4" name="Group 873">
            <a:extLst>
              <a:ext uri="{FF2B5EF4-FFF2-40B4-BE49-F238E27FC236}">
                <a16:creationId xmlns:a16="http://schemas.microsoft.com/office/drawing/2014/main" id="{BB4F8064-75E6-4148-A080-7FE6F41A0BDD}"/>
              </a:ext>
            </a:extLst>
          </p:cNvPr>
          <p:cNvGrpSpPr/>
          <p:nvPr/>
        </p:nvGrpSpPr>
        <p:grpSpPr>
          <a:xfrm>
            <a:off x="2625559" y="3677134"/>
            <a:ext cx="406004" cy="167267"/>
            <a:chOff x="7493876" y="2774731"/>
            <a:chExt cx="1481958" cy="894622"/>
          </a:xfrm>
        </p:grpSpPr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3450A9CF-C953-C045-9C98-C67E566E1D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1C10C7D2-78B6-5244-AEDC-999C61D0E17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93" name="Group 892">
              <a:extLst>
                <a:ext uri="{FF2B5EF4-FFF2-40B4-BE49-F238E27FC236}">
                  <a16:creationId xmlns:a16="http://schemas.microsoft.com/office/drawing/2014/main" id="{C348A6F0-8B18-E549-942A-B4BA0E4351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4" name="Freeform 893">
                <a:extLst>
                  <a:ext uri="{FF2B5EF4-FFF2-40B4-BE49-F238E27FC236}">
                    <a16:creationId xmlns:a16="http://schemas.microsoft.com/office/drawing/2014/main" id="{50BF416E-5E10-9E42-BF67-C438CBDE37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5" name="Freeform 894">
                <a:extLst>
                  <a:ext uri="{FF2B5EF4-FFF2-40B4-BE49-F238E27FC236}">
                    <a16:creationId xmlns:a16="http://schemas.microsoft.com/office/drawing/2014/main" id="{301F7374-9853-7146-9A47-25C0E033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6" name="Freeform 895">
                <a:extLst>
                  <a:ext uri="{FF2B5EF4-FFF2-40B4-BE49-F238E27FC236}">
                    <a16:creationId xmlns:a16="http://schemas.microsoft.com/office/drawing/2014/main" id="{0164ECE1-B718-B34A-8EDE-D4D0DB3D0D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7" name="Freeform 896">
                <a:extLst>
                  <a:ext uri="{FF2B5EF4-FFF2-40B4-BE49-F238E27FC236}">
                    <a16:creationId xmlns:a16="http://schemas.microsoft.com/office/drawing/2014/main" id="{C96E24B3-51EE-4841-AC48-02977D922FE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5" name="Group 874">
            <a:extLst>
              <a:ext uri="{FF2B5EF4-FFF2-40B4-BE49-F238E27FC236}">
                <a16:creationId xmlns:a16="http://schemas.microsoft.com/office/drawing/2014/main" id="{A27592D6-B4A5-A942-80A1-4D78584A3729}"/>
              </a:ext>
            </a:extLst>
          </p:cNvPr>
          <p:cNvGrpSpPr/>
          <p:nvPr/>
        </p:nvGrpSpPr>
        <p:grpSpPr>
          <a:xfrm>
            <a:off x="2242477" y="3816935"/>
            <a:ext cx="406004" cy="167267"/>
            <a:chOff x="7493876" y="2774731"/>
            <a:chExt cx="1481958" cy="894622"/>
          </a:xfrm>
        </p:grpSpPr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4392C382-3B33-664B-9F30-2368CB7435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85" name="Oval 884">
              <a:extLst>
                <a:ext uri="{FF2B5EF4-FFF2-40B4-BE49-F238E27FC236}">
                  <a16:creationId xmlns:a16="http://schemas.microsoft.com/office/drawing/2014/main" id="{E90301FC-FA81-3446-843A-1157E8F0D1A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86" name="Group 885">
              <a:extLst>
                <a:ext uri="{FF2B5EF4-FFF2-40B4-BE49-F238E27FC236}">
                  <a16:creationId xmlns:a16="http://schemas.microsoft.com/office/drawing/2014/main" id="{8F48D118-A375-7442-B7A1-D3B3C92259B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7" name="Freeform 886">
                <a:extLst>
                  <a:ext uri="{FF2B5EF4-FFF2-40B4-BE49-F238E27FC236}">
                    <a16:creationId xmlns:a16="http://schemas.microsoft.com/office/drawing/2014/main" id="{E429E113-061A-8D4E-A711-8433BE2D779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8" name="Freeform 887">
                <a:extLst>
                  <a:ext uri="{FF2B5EF4-FFF2-40B4-BE49-F238E27FC236}">
                    <a16:creationId xmlns:a16="http://schemas.microsoft.com/office/drawing/2014/main" id="{E0359472-260A-464A-8A61-1822736A767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9" name="Freeform 888">
                <a:extLst>
                  <a:ext uri="{FF2B5EF4-FFF2-40B4-BE49-F238E27FC236}">
                    <a16:creationId xmlns:a16="http://schemas.microsoft.com/office/drawing/2014/main" id="{B379B8F8-0A7B-E648-8635-FC0E285361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0" name="Freeform 889">
                <a:extLst>
                  <a:ext uri="{FF2B5EF4-FFF2-40B4-BE49-F238E27FC236}">
                    <a16:creationId xmlns:a16="http://schemas.microsoft.com/office/drawing/2014/main" id="{F43281EA-3AA2-6846-BFA5-C6871369B73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6" name="Group 875">
            <a:extLst>
              <a:ext uri="{FF2B5EF4-FFF2-40B4-BE49-F238E27FC236}">
                <a16:creationId xmlns:a16="http://schemas.microsoft.com/office/drawing/2014/main" id="{77B1D9FD-DA0A-6F46-AF57-F32DAF022A6D}"/>
              </a:ext>
            </a:extLst>
          </p:cNvPr>
          <p:cNvGrpSpPr/>
          <p:nvPr/>
        </p:nvGrpSpPr>
        <p:grpSpPr>
          <a:xfrm>
            <a:off x="3017911" y="3883843"/>
            <a:ext cx="406004" cy="167267"/>
            <a:chOff x="7493876" y="2774731"/>
            <a:chExt cx="1481958" cy="894622"/>
          </a:xfrm>
        </p:grpSpPr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38DD07A8-F151-D74A-B9B0-150EF89A609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CE2FED6D-7123-A44C-A27D-AC4E5E5A7A1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79" name="Group 878">
              <a:extLst>
                <a:ext uri="{FF2B5EF4-FFF2-40B4-BE49-F238E27FC236}">
                  <a16:creationId xmlns:a16="http://schemas.microsoft.com/office/drawing/2014/main" id="{AF4FC758-360F-9143-BBCE-5314F170B3C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0" name="Freeform 879">
                <a:extLst>
                  <a:ext uri="{FF2B5EF4-FFF2-40B4-BE49-F238E27FC236}">
                    <a16:creationId xmlns:a16="http://schemas.microsoft.com/office/drawing/2014/main" id="{15710929-DD09-6847-973F-95DA58E5C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1" name="Freeform 880">
                <a:extLst>
                  <a:ext uri="{FF2B5EF4-FFF2-40B4-BE49-F238E27FC236}">
                    <a16:creationId xmlns:a16="http://schemas.microsoft.com/office/drawing/2014/main" id="{6BF30287-E1A0-3044-AA63-03344380454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2" name="Freeform 881">
                <a:extLst>
                  <a:ext uri="{FF2B5EF4-FFF2-40B4-BE49-F238E27FC236}">
                    <a16:creationId xmlns:a16="http://schemas.microsoft.com/office/drawing/2014/main" id="{7CBC1677-B55C-7446-B5B2-60FEAAD50D2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3" name="Freeform 882">
                <a:extLst>
                  <a:ext uri="{FF2B5EF4-FFF2-40B4-BE49-F238E27FC236}">
                    <a16:creationId xmlns:a16="http://schemas.microsoft.com/office/drawing/2014/main" id="{2689907A-654D-7246-93EC-6F1DEB7F9B7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46642623-D12F-244E-880B-721FA1B9DBED}"/>
              </a:ext>
            </a:extLst>
          </p:cNvPr>
          <p:cNvGrpSpPr>
            <a:grpSpLocks/>
          </p:cNvGrpSpPr>
          <p:nvPr/>
        </p:nvGrpSpPr>
        <p:grpSpPr bwMode="auto">
          <a:xfrm>
            <a:off x="1203404" y="1427330"/>
            <a:ext cx="6362152" cy="3442588"/>
            <a:chOff x="139538" y="1890271"/>
            <a:chExt cx="8481726" cy="4590472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30BB6B1D-0B22-BA43-AA01-2EC564369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>
                <a:extLst>
                  <a:ext uri="{FF2B5EF4-FFF2-40B4-BE49-F238E27FC236}">
                    <a16:creationId xmlns:a16="http://schemas.microsoft.com/office/drawing/2014/main" id="{B60A3DA3-256B-8E43-9575-8F1327BC5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2" name="TextBox 1">
                <a:extLst>
                  <a:ext uri="{FF2B5EF4-FFF2-40B4-BE49-F238E27FC236}">
                    <a16:creationId xmlns:a16="http://schemas.microsoft.com/office/drawing/2014/main" id="{F1EBE77F-A331-1B49-AD54-E7C5C36B2A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0" name="Group 131">
              <a:extLst>
                <a:ext uri="{FF2B5EF4-FFF2-40B4-BE49-F238E27FC236}">
                  <a16:creationId xmlns:a16="http://schemas.microsoft.com/office/drawing/2014/main" id="{15FE5D2D-CFDD-2545-AD30-9375E330E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>
                <a:extLst>
                  <a:ext uri="{FF2B5EF4-FFF2-40B4-BE49-F238E27FC236}">
                    <a16:creationId xmlns:a16="http://schemas.microsoft.com/office/drawing/2014/main" id="{0C318F62-493F-244E-9A3D-74FDA424F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0" name="TextBox 133">
                <a:extLst>
                  <a:ext uri="{FF2B5EF4-FFF2-40B4-BE49-F238E27FC236}">
                    <a16:creationId xmlns:a16="http://schemas.microsoft.com/office/drawing/2014/main" id="{45ED4CFD-305F-FD49-AB6C-BC96E8D76D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1" name="Group 135">
              <a:extLst>
                <a:ext uri="{FF2B5EF4-FFF2-40B4-BE49-F238E27FC236}">
                  <a16:creationId xmlns:a16="http://schemas.microsoft.com/office/drawing/2014/main" id="{0041D52F-4091-A944-8003-ED442384CB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078145B8-5D76-7B44-95E4-711130D97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8" name="TextBox 137">
                <a:extLst>
                  <a:ext uri="{FF2B5EF4-FFF2-40B4-BE49-F238E27FC236}">
                    <a16:creationId xmlns:a16="http://schemas.microsoft.com/office/drawing/2014/main" id="{5CA3BADE-216F-2843-9D81-CE5E9D20B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2" name="Group 138">
              <a:extLst>
                <a:ext uri="{FF2B5EF4-FFF2-40B4-BE49-F238E27FC236}">
                  <a16:creationId xmlns:a16="http://schemas.microsoft.com/office/drawing/2014/main" id="{F1C6BD9A-0B39-B244-94E8-678C50D1EC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7E729DEF-3587-F14B-AE03-C52CF3B01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6" name="TextBox 140">
                <a:extLst>
                  <a:ext uri="{FF2B5EF4-FFF2-40B4-BE49-F238E27FC236}">
                    <a16:creationId xmlns:a16="http://schemas.microsoft.com/office/drawing/2014/main" id="{DA418C0A-2209-A942-A859-5ECE8083B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3" name="Group 141">
              <a:extLst>
                <a:ext uri="{FF2B5EF4-FFF2-40B4-BE49-F238E27FC236}">
                  <a16:creationId xmlns:a16="http://schemas.microsoft.com/office/drawing/2014/main" id="{F1A8927C-3AF4-D742-848C-35E15D25B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E8F8A0DF-7843-7E4A-8EBF-A24CA907C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4" name="TextBox 143">
                <a:extLst>
                  <a:ext uri="{FF2B5EF4-FFF2-40B4-BE49-F238E27FC236}">
                    <a16:creationId xmlns:a16="http://schemas.microsoft.com/office/drawing/2014/main" id="{D97DC0BC-584A-AC4F-835D-B981DD67CC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4" name="Group 144">
              <a:extLst>
                <a:ext uri="{FF2B5EF4-FFF2-40B4-BE49-F238E27FC236}">
                  <a16:creationId xmlns:a16="http://schemas.microsoft.com/office/drawing/2014/main" id="{937AB14A-1B92-0C4D-9DB7-3A65A35F7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72BD96B2-8C8B-A34A-A0B1-8A56E080B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2" name="TextBox 146">
                <a:extLst>
                  <a:ext uri="{FF2B5EF4-FFF2-40B4-BE49-F238E27FC236}">
                    <a16:creationId xmlns:a16="http://schemas.microsoft.com/office/drawing/2014/main" id="{2E687D8E-E3CE-F949-BB94-C8F32F4339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5" name="Group 147">
              <a:extLst>
                <a:ext uri="{FF2B5EF4-FFF2-40B4-BE49-F238E27FC236}">
                  <a16:creationId xmlns:a16="http://schemas.microsoft.com/office/drawing/2014/main" id="{417DAC5F-2573-4743-9127-36524340F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E9F7E8C6-F700-614F-9F9F-0A88C85D7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0" name="TextBox 149">
                <a:extLst>
                  <a:ext uri="{FF2B5EF4-FFF2-40B4-BE49-F238E27FC236}">
                    <a16:creationId xmlns:a16="http://schemas.microsoft.com/office/drawing/2014/main" id="{59E18F13-5C5C-4049-B258-FAF65F9B26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6" name="Group 150">
              <a:extLst>
                <a:ext uri="{FF2B5EF4-FFF2-40B4-BE49-F238E27FC236}">
                  <a16:creationId xmlns:a16="http://schemas.microsoft.com/office/drawing/2014/main" id="{B1724044-B1C6-934B-8868-30D0FD038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44CA58B7-16C9-C241-8F79-C6964EA2B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8" name="TextBox 152">
                <a:extLst>
                  <a:ext uri="{FF2B5EF4-FFF2-40B4-BE49-F238E27FC236}">
                    <a16:creationId xmlns:a16="http://schemas.microsoft.com/office/drawing/2014/main" id="{766583C3-B9DB-094A-A09E-A4BC2FBDE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7" name="Group 153">
              <a:extLst>
                <a:ext uri="{FF2B5EF4-FFF2-40B4-BE49-F238E27FC236}">
                  <a16:creationId xmlns:a16="http://schemas.microsoft.com/office/drawing/2014/main" id="{D3F39309-4CCA-1346-A4B3-93C528C3A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07DE4F60-83A5-0341-A9C1-1548C4278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" name="TextBox 155">
                <a:extLst>
                  <a:ext uri="{FF2B5EF4-FFF2-40B4-BE49-F238E27FC236}">
                    <a16:creationId xmlns:a16="http://schemas.microsoft.com/office/drawing/2014/main" id="{661C5E06-AA77-3D42-A208-2104FCC9B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8" name="Group 156">
              <a:extLst>
                <a:ext uri="{FF2B5EF4-FFF2-40B4-BE49-F238E27FC236}">
                  <a16:creationId xmlns:a16="http://schemas.microsoft.com/office/drawing/2014/main" id="{DE67CACE-BA9C-4F49-9CCC-2A95DDABF7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8AD1749B-4C4E-DE45-96BC-98F1585D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4" name="TextBox 158">
                <a:extLst>
                  <a:ext uri="{FF2B5EF4-FFF2-40B4-BE49-F238E27FC236}">
                    <a16:creationId xmlns:a16="http://schemas.microsoft.com/office/drawing/2014/main" id="{0ADF884B-3F6F-8145-B641-9A429A34A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9" name="Group 160">
              <a:extLst>
                <a:ext uri="{FF2B5EF4-FFF2-40B4-BE49-F238E27FC236}">
                  <a16:creationId xmlns:a16="http://schemas.microsoft.com/office/drawing/2014/main" id="{CF0A8E3D-09B1-214E-99FD-B5570442C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EDDB4269-F7AA-7240-B093-B37270418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2" name="TextBox 162">
                <a:extLst>
                  <a:ext uri="{FF2B5EF4-FFF2-40B4-BE49-F238E27FC236}">
                    <a16:creationId xmlns:a16="http://schemas.microsoft.com/office/drawing/2014/main" id="{0403D7D4-9E2C-F94E-924D-8574777C7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0" name="Group 163">
              <a:extLst>
                <a:ext uri="{FF2B5EF4-FFF2-40B4-BE49-F238E27FC236}">
                  <a16:creationId xmlns:a16="http://schemas.microsoft.com/office/drawing/2014/main" id="{4FD3E459-AF79-0B45-B5D3-3CA1740A2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3CAEF347-FE90-E949-A631-0171A060E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0" name="TextBox 165">
                <a:extLst>
                  <a:ext uri="{FF2B5EF4-FFF2-40B4-BE49-F238E27FC236}">
                    <a16:creationId xmlns:a16="http://schemas.microsoft.com/office/drawing/2014/main" id="{0B914A90-A394-6F45-B155-CCE12CEFEC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1" name="Group 166">
              <a:extLst>
                <a:ext uri="{FF2B5EF4-FFF2-40B4-BE49-F238E27FC236}">
                  <a16:creationId xmlns:a16="http://schemas.microsoft.com/office/drawing/2014/main" id="{5FECB796-EB1A-6941-942C-2C77B9305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583D705A-27D6-7742-A076-4DD3D0002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8" name="TextBox 168">
                <a:extLst>
                  <a:ext uri="{FF2B5EF4-FFF2-40B4-BE49-F238E27FC236}">
                    <a16:creationId xmlns:a16="http://schemas.microsoft.com/office/drawing/2014/main" id="{B52DEC78-1030-A54E-8A0F-BCB9B6D6B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2" name="Group 169">
              <a:extLst>
                <a:ext uri="{FF2B5EF4-FFF2-40B4-BE49-F238E27FC236}">
                  <a16:creationId xmlns:a16="http://schemas.microsoft.com/office/drawing/2014/main" id="{188C2074-F159-A84A-BA68-5AB530475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BDC6D0EF-413A-9E4D-9647-D0D2FE444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6" name="TextBox 171">
                <a:extLst>
                  <a:ext uri="{FF2B5EF4-FFF2-40B4-BE49-F238E27FC236}">
                    <a16:creationId xmlns:a16="http://schemas.microsoft.com/office/drawing/2014/main" id="{FE5336A0-2A38-3C4B-B598-A66CCCFD5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3" name="Group 172">
              <a:extLst>
                <a:ext uri="{FF2B5EF4-FFF2-40B4-BE49-F238E27FC236}">
                  <a16:creationId xmlns:a16="http://schemas.microsoft.com/office/drawing/2014/main" id="{7C2A35D0-56CA-3641-A6F1-6B3B15ECC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8AAD2739-378D-9246-AF78-87DAEF7F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4" name="TextBox 174">
                <a:extLst>
                  <a:ext uri="{FF2B5EF4-FFF2-40B4-BE49-F238E27FC236}">
                    <a16:creationId xmlns:a16="http://schemas.microsoft.com/office/drawing/2014/main" id="{E7F13F8B-3A00-D34F-9D41-965BF8458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4" name="Group 175">
              <a:extLst>
                <a:ext uri="{FF2B5EF4-FFF2-40B4-BE49-F238E27FC236}">
                  <a16:creationId xmlns:a16="http://schemas.microsoft.com/office/drawing/2014/main" id="{134DD520-7978-5747-B557-6216C572D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C577F5FD-5D66-CF43-8149-2A5429C89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2" name="TextBox 177">
                <a:extLst>
                  <a:ext uri="{FF2B5EF4-FFF2-40B4-BE49-F238E27FC236}">
                    <a16:creationId xmlns:a16="http://schemas.microsoft.com/office/drawing/2014/main" id="{AA8FB1A9-24AA-6944-82EC-BE9D926267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4EBE302E-6B07-964E-B474-2379BF38E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6" name="TextBox 179">
              <a:extLst>
                <a:ext uri="{FF2B5EF4-FFF2-40B4-BE49-F238E27FC236}">
                  <a16:creationId xmlns:a16="http://schemas.microsoft.com/office/drawing/2014/main" id="{5687370B-669A-6440-92DE-16AFFBA3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7" name="TextBox 180">
              <a:extLst>
                <a:ext uri="{FF2B5EF4-FFF2-40B4-BE49-F238E27FC236}">
                  <a16:creationId xmlns:a16="http://schemas.microsoft.com/office/drawing/2014/main" id="{DDCB7942-CF63-0E41-965D-4990C91E3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8" name="TextBox 181">
              <a:extLst>
                <a:ext uri="{FF2B5EF4-FFF2-40B4-BE49-F238E27FC236}">
                  <a16:creationId xmlns:a16="http://schemas.microsoft.com/office/drawing/2014/main" id="{14DD3F3C-E274-2D4E-83D9-E679452E9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9" name="TextBox 182">
              <a:extLst>
                <a:ext uri="{FF2B5EF4-FFF2-40B4-BE49-F238E27FC236}">
                  <a16:creationId xmlns:a16="http://schemas.microsoft.com/office/drawing/2014/main" id="{99FAE186-77C6-3F42-AB05-E0FF7C6CB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30" name="TextBox 183">
              <a:extLst>
                <a:ext uri="{FF2B5EF4-FFF2-40B4-BE49-F238E27FC236}">
                  <a16:creationId xmlns:a16="http://schemas.microsoft.com/office/drawing/2014/main" id="{1CE3A2E2-820D-D645-BBA3-0C3089DE6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802" name="Rectangle 3">
            <a:extLst>
              <a:ext uri="{FF2B5EF4-FFF2-40B4-BE49-F238E27FC236}">
                <a16:creationId xmlns:a16="http://schemas.microsoft.com/office/drawing/2014/main" id="{883B8B7C-52E4-7C4B-8F8D-C53D3AF05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282" y="872403"/>
            <a:ext cx="7290594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But if one global ISP is viable business, there will be competitors ….</a:t>
            </a: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13AACC9B-D105-3043-AF8C-2081E48072E8}"/>
              </a:ext>
            </a:extLst>
          </p:cNvPr>
          <p:cNvGrpSpPr/>
          <p:nvPr/>
        </p:nvGrpSpPr>
        <p:grpSpPr>
          <a:xfrm>
            <a:off x="4821898" y="2889070"/>
            <a:ext cx="406004" cy="167267"/>
            <a:chOff x="7493876" y="2774731"/>
            <a:chExt cx="1481958" cy="894622"/>
          </a:xfrm>
        </p:grpSpPr>
        <p:sp>
          <p:nvSpPr>
            <p:cNvPr id="1046" name="Freeform 1045">
              <a:extLst>
                <a:ext uri="{FF2B5EF4-FFF2-40B4-BE49-F238E27FC236}">
                  <a16:creationId xmlns:a16="http://schemas.microsoft.com/office/drawing/2014/main" id="{B7B0BC27-BE66-1B42-90F2-4AFF266043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30116168-B8A9-FD48-B8B5-E681701C3DB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48" name="Group 1047">
              <a:extLst>
                <a:ext uri="{FF2B5EF4-FFF2-40B4-BE49-F238E27FC236}">
                  <a16:creationId xmlns:a16="http://schemas.microsoft.com/office/drawing/2014/main" id="{CA313D00-0D33-FC49-8950-EDEC9F452E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9" name="Freeform 1048">
                <a:extLst>
                  <a:ext uri="{FF2B5EF4-FFF2-40B4-BE49-F238E27FC236}">
                    <a16:creationId xmlns:a16="http://schemas.microsoft.com/office/drawing/2014/main" id="{2AE2726E-398A-114F-BD06-5D40F44C29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50" name="Freeform 1049">
                <a:extLst>
                  <a:ext uri="{FF2B5EF4-FFF2-40B4-BE49-F238E27FC236}">
                    <a16:creationId xmlns:a16="http://schemas.microsoft.com/office/drawing/2014/main" id="{ECEA4EC6-C1A5-0046-8E99-A2A3F0DE5D9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51" name="Freeform 1050">
                <a:extLst>
                  <a:ext uri="{FF2B5EF4-FFF2-40B4-BE49-F238E27FC236}">
                    <a16:creationId xmlns:a16="http://schemas.microsoft.com/office/drawing/2014/main" id="{1BDD0618-3607-1348-95E5-E5949ECA37E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52" name="Freeform 1051">
                <a:extLst>
                  <a:ext uri="{FF2B5EF4-FFF2-40B4-BE49-F238E27FC236}">
                    <a16:creationId xmlns:a16="http://schemas.microsoft.com/office/drawing/2014/main" id="{FE13DCB8-AE9D-2F44-86DA-BA0A822B453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30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0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Oval 3">
            <a:extLst>
              <a:ext uri="{FF2B5EF4-FFF2-40B4-BE49-F238E27FC236}">
                <a16:creationId xmlns:a16="http://schemas.microsoft.com/office/drawing/2014/main" id="{C1E39CEB-C65D-764B-966A-D7A25B075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300" y="2087094"/>
            <a:ext cx="2606279" cy="1035844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05" name="Straight Connector 10">
            <a:extLst>
              <a:ext uri="{FF2B5EF4-FFF2-40B4-BE49-F238E27FC236}">
                <a16:creationId xmlns:a16="http://schemas.microsoft.com/office/drawing/2014/main" id="{93EBD03F-9A41-A545-84E9-9F7C7586256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81273" y="2269259"/>
            <a:ext cx="859631" cy="5476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6" name="Straight Connector 297">
            <a:extLst>
              <a:ext uri="{FF2B5EF4-FFF2-40B4-BE49-F238E27FC236}">
                <a16:creationId xmlns:a16="http://schemas.microsoft.com/office/drawing/2014/main" id="{7676F8BB-118B-B64A-92D8-85283640E5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6567" y="2494287"/>
            <a:ext cx="97631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7" name="Straight Connector 298">
            <a:extLst>
              <a:ext uri="{FF2B5EF4-FFF2-40B4-BE49-F238E27FC236}">
                <a16:creationId xmlns:a16="http://schemas.microsoft.com/office/drawing/2014/main" id="{A2DEF96B-86EE-7144-BD4A-23065D792A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64641" y="2647877"/>
            <a:ext cx="197644" cy="345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8" name="Straight Connector 299">
            <a:extLst>
              <a:ext uri="{FF2B5EF4-FFF2-40B4-BE49-F238E27FC236}">
                <a16:creationId xmlns:a16="http://schemas.microsoft.com/office/drawing/2014/main" id="{555BA90C-F55F-9A4F-9697-475AB21296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24135" y="2515719"/>
            <a:ext cx="157163" cy="8215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" name="Straight Connector 300">
            <a:extLst>
              <a:ext uri="{FF2B5EF4-FFF2-40B4-BE49-F238E27FC236}">
                <a16:creationId xmlns:a16="http://schemas.microsoft.com/office/drawing/2014/main" id="{06CA7B3A-E066-F645-A065-DE454C32D9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70531" y="2740746"/>
            <a:ext cx="166688" cy="7381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0" name="Straight Connector 301">
            <a:extLst>
              <a:ext uri="{FF2B5EF4-FFF2-40B4-BE49-F238E27FC236}">
                <a16:creationId xmlns:a16="http://schemas.microsoft.com/office/drawing/2014/main" id="{BACA8AA4-CF1D-5F48-933F-B11117821D9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39662" y="2684787"/>
            <a:ext cx="204788" cy="1905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1" name="Straight Connector 302">
            <a:extLst>
              <a:ext uri="{FF2B5EF4-FFF2-40B4-BE49-F238E27FC236}">
                <a16:creationId xmlns:a16="http://schemas.microsoft.com/office/drawing/2014/main" id="{DCD16DCF-19C7-244F-A0A1-9DB175274AC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38522" y="2674071"/>
            <a:ext cx="290513" cy="940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2" name="Straight Connector 303">
            <a:extLst>
              <a:ext uri="{FF2B5EF4-FFF2-40B4-BE49-F238E27FC236}">
                <a16:creationId xmlns:a16="http://schemas.microsoft.com/office/drawing/2014/main" id="{5D4D6C28-B196-BF48-A9D5-692E12992F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7807" y="2412133"/>
            <a:ext cx="230981" cy="1488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3" name="Straight Connector 304">
            <a:extLst>
              <a:ext uri="{FF2B5EF4-FFF2-40B4-BE49-F238E27FC236}">
                <a16:creationId xmlns:a16="http://schemas.microsoft.com/office/drawing/2014/main" id="{838A4044-BFFD-4A45-BC18-5752B084058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82463" y="2314503"/>
            <a:ext cx="184547" cy="654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4" name="TextBox 39958">
            <a:extLst>
              <a:ext uri="{FF2B5EF4-FFF2-40B4-BE49-F238E27FC236}">
                <a16:creationId xmlns:a16="http://schemas.microsoft.com/office/drawing/2014/main" id="{6F6B1677-D08C-6A47-B407-042662BB7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554" y="2345459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A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47996727-7119-574B-8617-ECC07818FEDD}"/>
              </a:ext>
            </a:extLst>
          </p:cNvPr>
          <p:cNvGrpSpPr/>
          <p:nvPr/>
        </p:nvGrpSpPr>
        <p:grpSpPr>
          <a:xfrm>
            <a:off x="3584906" y="2546386"/>
            <a:ext cx="406004" cy="167267"/>
            <a:chOff x="7493876" y="2774731"/>
            <a:chExt cx="1481958" cy="894622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3EDFEF2E-E8B6-3841-B07D-9D0CA292425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EBF872C2-5DB2-1143-8057-32D36F4F7DE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E45C82B8-7745-8345-80DF-E1551574C0B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AADF328D-9F75-D443-B009-78195511DE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CABE0F12-0414-E047-9D94-A57A4F3F8B1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61DB4664-2DC3-D243-A319-728D82FDC8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4" name="Freeform 1043">
                <a:extLst>
                  <a:ext uri="{FF2B5EF4-FFF2-40B4-BE49-F238E27FC236}">
                    <a16:creationId xmlns:a16="http://schemas.microsoft.com/office/drawing/2014/main" id="{3A39F596-0CEB-FB44-8298-3CCA7A8E5D8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FF12777F-B030-4549-A7FC-82449D14AB56}"/>
              </a:ext>
            </a:extLst>
          </p:cNvPr>
          <p:cNvGrpSpPr/>
          <p:nvPr/>
        </p:nvGrpSpPr>
        <p:grpSpPr>
          <a:xfrm>
            <a:off x="3171219" y="2363029"/>
            <a:ext cx="406004" cy="167267"/>
            <a:chOff x="7493876" y="2774731"/>
            <a:chExt cx="1481958" cy="894622"/>
          </a:xfrm>
        </p:grpSpPr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99010B44-64C2-AB4E-A534-5DD841F54CC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F609C7A8-5C64-1E46-89AE-A8782A6AB2A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67733F2-A942-984D-951B-4FC5E9704E1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9C762EC2-20E2-E34D-BF85-6154BC77A20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8" name="Freeform 1027">
                <a:extLst>
                  <a:ext uri="{FF2B5EF4-FFF2-40B4-BE49-F238E27FC236}">
                    <a16:creationId xmlns:a16="http://schemas.microsoft.com/office/drawing/2014/main" id="{816CB66E-9C37-534A-85AC-84C51BA8D5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9" name="Freeform 1028">
                <a:extLst>
                  <a:ext uri="{FF2B5EF4-FFF2-40B4-BE49-F238E27FC236}">
                    <a16:creationId xmlns:a16="http://schemas.microsoft.com/office/drawing/2014/main" id="{E4DE6B81-6776-9B45-B52B-E80CB62D179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0" name="Freeform 1029">
                <a:extLst>
                  <a:ext uri="{FF2B5EF4-FFF2-40B4-BE49-F238E27FC236}">
                    <a16:creationId xmlns:a16="http://schemas.microsoft.com/office/drawing/2014/main" id="{EAF14958-EE5D-3742-8285-298B3270B75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8" name="Group 817">
            <a:extLst>
              <a:ext uri="{FF2B5EF4-FFF2-40B4-BE49-F238E27FC236}">
                <a16:creationId xmlns:a16="http://schemas.microsoft.com/office/drawing/2014/main" id="{1EC3981A-429A-8B48-A3A4-3F38950EE426}"/>
              </a:ext>
            </a:extLst>
          </p:cNvPr>
          <p:cNvGrpSpPr/>
          <p:nvPr/>
        </p:nvGrpSpPr>
        <p:grpSpPr>
          <a:xfrm>
            <a:off x="2979474" y="2588732"/>
            <a:ext cx="406004" cy="167267"/>
            <a:chOff x="7493876" y="2774731"/>
            <a:chExt cx="1481958" cy="894622"/>
          </a:xfrm>
        </p:grpSpPr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4AD6CA35-9890-0743-96D1-73AC7E92080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18" name="Oval 1017">
              <a:extLst>
                <a:ext uri="{FF2B5EF4-FFF2-40B4-BE49-F238E27FC236}">
                  <a16:creationId xmlns:a16="http://schemas.microsoft.com/office/drawing/2014/main" id="{9C75BC85-7B77-844A-A090-98B72437D10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19" name="Group 1018">
              <a:extLst>
                <a:ext uri="{FF2B5EF4-FFF2-40B4-BE49-F238E27FC236}">
                  <a16:creationId xmlns:a16="http://schemas.microsoft.com/office/drawing/2014/main" id="{BB68491C-B2BC-5F4D-8E2D-9B5AF1FF975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0" name="Freeform 1019">
                <a:extLst>
                  <a:ext uri="{FF2B5EF4-FFF2-40B4-BE49-F238E27FC236}">
                    <a16:creationId xmlns:a16="http://schemas.microsoft.com/office/drawing/2014/main" id="{6A1C4FC8-1F5B-5C45-82B9-CE47B968AF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1" name="Freeform 1020">
                <a:extLst>
                  <a:ext uri="{FF2B5EF4-FFF2-40B4-BE49-F238E27FC236}">
                    <a16:creationId xmlns:a16="http://schemas.microsoft.com/office/drawing/2014/main" id="{726EAB2B-C360-BB43-9D51-609E86D205B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2" name="Freeform 1021">
                <a:extLst>
                  <a:ext uri="{FF2B5EF4-FFF2-40B4-BE49-F238E27FC236}">
                    <a16:creationId xmlns:a16="http://schemas.microsoft.com/office/drawing/2014/main" id="{6DC07A6D-089D-B644-A213-63263AEE673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3" name="Freeform 1022">
                <a:extLst>
                  <a:ext uri="{FF2B5EF4-FFF2-40B4-BE49-F238E27FC236}">
                    <a16:creationId xmlns:a16="http://schemas.microsoft.com/office/drawing/2014/main" id="{32E701D2-9EC5-3C41-9EF1-B1EDD98324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821" name="Oval 3">
            <a:extLst>
              <a:ext uri="{FF2B5EF4-FFF2-40B4-BE49-F238E27FC236}">
                <a16:creationId xmlns:a16="http://schemas.microsoft.com/office/drawing/2014/main" id="{175C21D2-17F4-1C48-AD8B-3CA2017D3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756" y="3195565"/>
            <a:ext cx="2206229" cy="992981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22" name="Straight Connector 10">
            <a:extLst>
              <a:ext uri="{FF2B5EF4-FFF2-40B4-BE49-F238E27FC236}">
                <a16:creationId xmlns:a16="http://schemas.microsoft.com/office/drawing/2014/main" id="{7DC3F383-B8A6-0D47-AA14-533688BAAE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80044" y="3370587"/>
            <a:ext cx="727472" cy="511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" name="Straight Connector 297">
            <a:extLst>
              <a:ext uri="{FF2B5EF4-FFF2-40B4-BE49-F238E27FC236}">
                <a16:creationId xmlns:a16="http://schemas.microsoft.com/office/drawing/2014/main" id="{FA2FCD93-6174-FC43-97E3-B56BA29EFE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473" y="3586090"/>
            <a:ext cx="82153" cy="59531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" name="Straight Connector 298">
            <a:extLst>
              <a:ext uri="{FF2B5EF4-FFF2-40B4-BE49-F238E27FC236}">
                <a16:creationId xmlns:a16="http://schemas.microsoft.com/office/drawing/2014/main" id="{FBA241B7-1D0B-3446-B887-DF2A60562C6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20550" y="3732537"/>
            <a:ext cx="166688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" name="Straight Connector 299">
            <a:extLst>
              <a:ext uri="{FF2B5EF4-FFF2-40B4-BE49-F238E27FC236}">
                <a16:creationId xmlns:a16="http://schemas.microsoft.com/office/drawing/2014/main" id="{9EF281DF-1EAB-9642-86CE-67F25A55ACB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15763" y="3606331"/>
            <a:ext cx="133350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6" name="Straight Connector 300">
            <a:extLst>
              <a:ext uri="{FF2B5EF4-FFF2-40B4-BE49-F238E27FC236}">
                <a16:creationId xmlns:a16="http://schemas.microsoft.com/office/drawing/2014/main" id="{CF0B6ED5-64C1-F64C-B490-65D8887CD4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01450" y="3821833"/>
            <a:ext cx="141685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7" name="Straight Connector 301">
            <a:extLst>
              <a:ext uri="{FF2B5EF4-FFF2-40B4-BE49-F238E27FC236}">
                <a16:creationId xmlns:a16="http://schemas.microsoft.com/office/drawing/2014/main" id="{6F25A2AA-9AAF-7545-A621-843340E23A8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68188" y="3768256"/>
            <a:ext cx="173831" cy="18335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8" name="Straight Connector 302">
            <a:extLst>
              <a:ext uri="{FF2B5EF4-FFF2-40B4-BE49-F238E27FC236}">
                <a16:creationId xmlns:a16="http://schemas.microsoft.com/office/drawing/2014/main" id="{A85DF839-8C92-7C4C-9E4F-95253E4F64D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06325" y="3758731"/>
            <a:ext cx="245269" cy="892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" name="Straight Connector 303">
            <a:extLst>
              <a:ext uri="{FF2B5EF4-FFF2-40B4-BE49-F238E27FC236}">
                <a16:creationId xmlns:a16="http://schemas.microsoft.com/office/drawing/2014/main" id="{F434154C-8D83-9441-B097-3BBC275FD9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6800" y="3507509"/>
            <a:ext cx="195263" cy="1416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" name="Straight Connector 304">
            <a:extLst>
              <a:ext uri="{FF2B5EF4-FFF2-40B4-BE49-F238E27FC236}">
                <a16:creationId xmlns:a16="http://schemas.microsoft.com/office/drawing/2014/main" id="{B524947B-DB9F-7D40-A706-4C17DE2A501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81235" y="3413450"/>
            <a:ext cx="155972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1" name="TextBox 39958">
            <a:extLst>
              <a:ext uri="{FF2B5EF4-FFF2-40B4-BE49-F238E27FC236}">
                <a16:creationId xmlns:a16="http://schemas.microsoft.com/office/drawing/2014/main" id="{E2B94A9A-0F9D-2848-A0CF-4BF11CF94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960" y="3443215"/>
            <a:ext cx="7873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C</a:t>
            </a:r>
          </a:p>
        </p:txBody>
      </p:sp>
      <p:sp>
        <p:nvSpPr>
          <p:cNvPr id="832" name="Oval 3">
            <a:extLst>
              <a:ext uri="{FF2B5EF4-FFF2-40B4-BE49-F238E27FC236}">
                <a16:creationId xmlns:a16="http://schemas.microsoft.com/office/drawing/2014/main" id="{A702DE6F-D4A0-8F44-AA63-D6E15375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285" y="2780037"/>
            <a:ext cx="2414588" cy="1007269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33" name="Straight Connector 10">
            <a:extLst>
              <a:ext uri="{FF2B5EF4-FFF2-40B4-BE49-F238E27FC236}">
                <a16:creationId xmlns:a16="http://schemas.microsoft.com/office/drawing/2014/main" id="{3F8196DF-0888-8E49-98D7-DA224C7BE9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74391" y="2957440"/>
            <a:ext cx="796528" cy="523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4" name="Straight Connector 297">
            <a:extLst>
              <a:ext uri="{FF2B5EF4-FFF2-40B4-BE49-F238E27FC236}">
                <a16:creationId xmlns:a16="http://schemas.microsoft.com/office/drawing/2014/main" id="{1B258AC6-D04D-9E42-938E-20E66E8095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7537" y="3175324"/>
            <a:ext cx="90488" cy="619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5" name="Straight Connector 298">
            <a:extLst>
              <a:ext uri="{FF2B5EF4-FFF2-40B4-BE49-F238E27FC236}">
                <a16:creationId xmlns:a16="http://schemas.microsoft.com/office/drawing/2014/main" id="{413995ED-2F60-8B4D-8D7F-93AD98A893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7519" y="3325343"/>
            <a:ext cx="182166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6" name="Straight Connector 299">
            <a:extLst>
              <a:ext uri="{FF2B5EF4-FFF2-40B4-BE49-F238E27FC236}">
                <a16:creationId xmlns:a16="http://schemas.microsoft.com/office/drawing/2014/main" id="{25EF67BD-6045-D34A-B976-7E209CEE56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3682" y="3196756"/>
            <a:ext cx="146447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7" name="Straight Connector 300">
            <a:extLst>
              <a:ext uri="{FF2B5EF4-FFF2-40B4-BE49-F238E27FC236}">
                <a16:creationId xmlns:a16="http://schemas.microsoft.com/office/drawing/2014/main" id="{36B4AB57-694E-3A49-B3F1-69CBFBA7E4F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79129" y="3415831"/>
            <a:ext cx="154781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8" name="Straight Connector 301">
            <a:extLst>
              <a:ext uri="{FF2B5EF4-FFF2-40B4-BE49-F238E27FC236}">
                <a16:creationId xmlns:a16="http://schemas.microsoft.com/office/drawing/2014/main" id="{327866EC-442B-E449-A507-1ADB289760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99444" y="3361062"/>
            <a:ext cx="190500" cy="1857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" name="Straight Connector 302">
            <a:extLst>
              <a:ext uri="{FF2B5EF4-FFF2-40B4-BE49-F238E27FC236}">
                <a16:creationId xmlns:a16="http://schemas.microsoft.com/office/drawing/2014/main" id="{0B9882C7-E94F-0A47-A7DE-70A6E795938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947107" y="3345583"/>
            <a:ext cx="269081" cy="904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0" name="Straight Connector 303">
            <a:extLst>
              <a:ext uri="{FF2B5EF4-FFF2-40B4-BE49-F238E27FC236}">
                <a16:creationId xmlns:a16="http://schemas.microsoft.com/office/drawing/2014/main" id="{07F3D5AB-917A-3646-B73E-0784162E7E1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59012" y="3095552"/>
            <a:ext cx="214313" cy="14406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1" name="Straight Connector 304">
            <a:extLst>
              <a:ext uri="{FF2B5EF4-FFF2-40B4-BE49-F238E27FC236}">
                <a16:creationId xmlns:a16="http://schemas.microsoft.com/office/drawing/2014/main" id="{7EE99713-0073-4441-B515-ACBBCD81E0F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75582" y="3000303"/>
            <a:ext cx="170260" cy="6429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2" name="TextBox 39958">
            <a:extLst>
              <a:ext uri="{FF2B5EF4-FFF2-40B4-BE49-F238E27FC236}">
                <a16:creationId xmlns:a16="http://schemas.microsoft.com/office/drawing/2014/main" id="{9B066AAE-482E-0B40-BE56-8CA80740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6204" y="3030068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B</a:t>
            </a:r>
          </a:p>
        </p:txBody>
      </p:sp>
      <p:cxnSp>
        <p:nvCxnSpPr>
          <p:cNvPr id="843" name="Straight Connector 12">
            <a:extLst>
              <a:ext uri="{FF2B5EF4-FFF2-40B4-BE49-F238E27FC236}">
                <a16:creationId xmlns:a16="http://schemas.microsoft.com/office/drawing/2014/main" id="{F300F1C8-847A-BE41-8774-57B1DCD8D5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50266" y="2000177"/>
            <a:ext cx="178594" cy="1964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4" name="Straight Connector 500">
            <a:extLst>
              <a:ext uri="{FF2B5EF4-FFF2-40B4-BE49-F238E27FC236}">
                <a16:creationId xmlns:a16="http://schemas.microsoft.com/office/drawing/2014/main" id="{1B992F92-593B-A846-BD86-3EA9B3B7BA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91862" y="2179962"/>
            <a:ext cx="623888" cy="46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5" name="Straight Connector 501">
            <a:extLst>
              <a:ext uri="{FF2B5EF4-FFF2-40B4-BE49-F238E27FC236}">
                <a16:creationId xmlns:a16="http://schemas.microsoft.com/office/drawing/2014/main" id="{56296F92-1F9C-784A-A6FD-76A4CAC7D08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89444" y="2272831"/>
            <a:ext cx="977504" cy="20835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6" name="Straight Connector 502">
            <a:extLst>
              <a:ext uri="{FF2B5EF4-FFF2-40B4-BE49-F238E27FC236}">
                <a16:creationId xmlns:a16="http://schemas.microsoft.com/office/drawing/2014/main" id="{3F67B9C4-4FEC-1240-9C01-EB8A6EE3CD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00410" y="1851350"/>
            <a:ext cx="230981" cy="4298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7" name="Straight Connector 503">
            <a:extLst>
              <a:ext uri="{FF2B5EF4-FFF2-40B4-BE49-F238E27FC236}">
                <a16:creationId xmlns:a16="http://schemas.microsoft.com/office/drawing/2014/main" id="{545AD480-9636-0E4B-B4B9-9B4ADC620A0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82601" y="1834681"/>
            <a:ext cx="288131" cy="4345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8" name="Straight Connector 504">
            <a:extLst>
              <a:ext uri="{FF2B5EF4-FFF2-40B4-BE49-F238E27FC236}">
                <a16:creationId xmlns:a16="http://schemas.microsoft.com/office/drawing/2014/main" id="{71581065-B12B-1A4E-BE8D-55FA0FB772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1154" y="2218062"/>
            <a:ext cx="161925" cy="78462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9" name="Straight Connector 505">
            <a:extLst>
              <a:ext uri="{FF2B5EF4-FFF2-40B4-BE49-F238E27FC236}">
                <a16:creationId xmlns:a16="http://schemas.microsoft.com/office/drawing/2014/main" id="{73C31C58-B4CF-814A-A3FD-55A6563CEF4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16188" y="2481190"/>
            <a:ext cx="180975" cy="519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" name="Straight Connector 507">
            <a:extLst>
              <a:ext uri="{FF2B5EF4-FFF2-40B4-BE49-F238E27FC236}">
                <a16:creationId xmlns:a16="http://schemas.microsoft.com/office/drawing/2014/main" id="{EC7E8528-0B6D-CF4D-8A94-85AA80C4CC8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54313" y="3472981"/>
            <a:ext cx="597694" cy="4607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1" name="Straight Connector 509">
            <a:extLst>
              <a:ext uri="{FF2B5EF4-FFF2-40B4-BE49-F238E27FC236}">
                <a16:creationId xmlns:a16="http://schemas.microsoft.com/office/drawing/2014/main" id="{711A581A-76D7-8A4E-B14E-08BFC288693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52922" y="3563468"/>
            <a:ext cx="214313" cy="87034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2" name="Straight Connector 510">
            <a:extLst>
              <a:ext uri="{FF2B5EF4-FFF2-40B4-BE49-F238E27FC236}">
                <a16:creationId xmlns:a16="http://schemas.microsoft.com/office/drawing/2014/main" id="{9625A981-0B96-9844-866B-6519CD7ED41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14710" y="3826596"/>
            <a:ext cx="278606" cy="7298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3" name="Straight Connector 511">
            <a:extLst>
              <a:ext uri="{FF2B5EF4-FFF2-40B4-BE49-F238E27FC236}">
                <a16:creationId xmlns:a16="http://schemas.microsoft.com/office/drawing/2014/main" id="{6746459F-2A00-6149-8E52-E5B91018DC0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221767" y="3937325"/>
            <a:ext cx="183356" cy="4964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4" name="Straight Connector 512">
            <a:extLst>
              <a:ext uri="{FF2B5EF4-FFF2-40B4-BE49-F238E27FC236}">
                <a16:creationId xmlns:a16="http://schemas.microsoft.com/office/drawing/2014/main" id="{3894D9DF-7CD2-5E46-A639-24D288F8333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6162" y="3913512"/>
            <a:ext cx="301229" cy="15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5" name="Straight Connector 513">
            <a:extLst>
              <a:ext uri="{FF2B5EF4-FFF2-40B4-BE49-F238E27FC236}">
                <a16:creationId xmlns:a16="http://schemas.microsoft.com/office/drawing/2014/main" id="{89BD6F64-A1F9-A841-8EE8-ACECF372CC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01362" y="3806356"/>
            <a:ext cx="338138" cy="869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6" name="Straight Connector 514">
            <a:extLst>
              <a:ext uri="{FF2B5EF4-FFF2-40B4-BE49-F238E27FC236}">
                <a16:creationId xmlns:a16="http://schemas.microsoft.com/office/drawing/2014/main" id="{B47AA23F-334E-EE4A-AD28-304C351DF1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29912" y="3325343"/>
            <a:ext cx="747713" cy="35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7" name="Straight Connector 508">
            <a:extLst>
              <a:ext uri="{FF2B5EF4-FFF2-40B4-BE49-F238E27FC236}">
                <a16:creationId xmlns:a16="http://schemas.microsoft.com/office/drawing/2014/main" id="{CBDBB96A-3635-3D49-964A-A9C290E5CAD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35175" y="3584900"/>
            <a:ext cx="785813" cy="725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8" name="Straight Connector 506">
            <a:extLst>
              <a:ext uri="{FF2B5EF4-FFF2-40B4-BE49-F238E27FC236}">
                <a16:creationId xmlns:a16="http://schemas.microsoft.com/office/drawing/2014/main" id="{AA94DB72-B450-7842-B04E-DCFB91821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37656" y="3276527"/>
            <a:ext cx="406004" cy="18692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59" name="Group 858">
            <a:extLst>
              <a:ext uri="{FF2B5EF4-FFF2-40B4-BE49-F238E27FC236}">
                <a16:creationId xmlns:a16="http://schemas.microsoft.com/office/drawing/2014/main" id="{90216148-AEBB-D045-BC04-2476960CEEA7}"/>
              </a:ext>
            </a:extLst>
          </p:cNvPr>
          <p:cNvGrpSpPr/>
          <p:nvPr/>
        </p:nvGrpSpPr>
        <p:grpSpPr>
          <a:xfrm>
            <a:off x="3894469" y="2255872"/>
            <a:ext cx="406004" cy="167267"/>
            <a:chOff x="7493876" y="2774731"/>
            <a:chExt cx="1481958" cy="894622"/>
          </a:xfrm>
        </p:grpSpPr>
        <p:sp>
          <p:nvSpPr>
            <p:cNvPr id="996" name="Freeform 995">
              <a:extLst>
                <a:ext uri="{FF2B5EF4-FFF2-40B4-BE49-F238E27FC236}">
                  <a16:creationId xmlns:a16="http://schemas.microsoft.com/office/drawing/2014/main" id="{7C739FBE-036D-994B-85E2-4440DD53038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97" name="Oval 996">
              <a:extLst>
                <a:ext uri="{FF2B5EF4-FFF2-40B4-BE49-F238E27FC236}">
                  <a16:creationId xmlns:a16="http://schemas.microsoft.com/office/drawing/2014/main" id="{33BC4048-43F2-884D-8016-9AF95DABE2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98" name="Group 997">
              <a:extLst>
                <a:ext uri="{FF2B5EF4-FFF2-40B4-BE49-F238E27FC236}">
                  <a16:creationId xmlns:a16="http://schemas.microsoft.com/office/drawing/2014/main" id="{130BCC6D-B09E-1C41-A8CF-04A2A963826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9" name="Freeform 998">
                <a:extLst>
                  <a:ext uri="{FF2B5EF4-FFF2-40B4-BE49-F238E27FC236}">
                    <a16:creationId xmlns:a16="http://schemas.microsoft.com/office/drawing/2014/main" id="{0FA93124-8744-5D4F-9E8A-8660696E5B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0" name="Freeform 999">
                <a:extLst>
                  <a:ext uri="{FF2B5EF4-FFF2-40B4-BE49-F238E27FC236}">
                    <a16:creationId xmlns:a16="http://schemas.microsoft.com/office/drawing/2014/main" id="{17571ADC-29EF-004D-A61B-676F21C86B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1" name="Freeform 1000">
                <a:extLst>
                  <a:ext uri="{FF2B5EF4-FFF2-40B4-BE49-F238E27FC236}">
                    <a16:creationId xmlns:a16="http://schemas.microsoft.com/office/drawing/2014/main" id="{36F070DE-197E-7F4B-AA78-582124C37FA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2" name="Freeform 1001">
                <a:extLst>
                  <a:ext uri="{FF2B5EF4-FFF2-40B4-BE49-F238E27FC236}">
                    <a16:creationId xmlns:a16="http://schemas.microsoft.com/office/drawing/2014/main" id="{3B0B317D-7F53-E348-81C1-4EE7DBCD590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0" name="Group 859">
            <a:extLst>
              <a:ext uri="{FF2B5EF4-FFF2-40B4-BE49-F238E27FC236}">
                <a16:creationId xmlns:a16="http://schemas.microsoft.com/office/drawing/2014/main" id="{7C41A419-299B-7A4A-A2A5-F2262956EE0F}"/>
              </a:ext>
            </a:extLst>
          </p:cNvPr>
          <p:cNvGrpSpPr/>
          <p:nvPr/>
        </p:nvGrpSpPr>
        <p:grpSpPr>
          <a:xfrm>
            <a:off x="2716404" y="2181153"/>
            <a:ext cx="406004" cy="167267"/>
            <a:chOff x="7493876" y="2774731"/>
            <a:chExt cx="1481958" cy="894622"/>
          </a:xfrm>
        </p:grpSpPr>
        <p:sp>
          <p:nvSpPr>
            <p:cNvPr id="989" name="Freeform 988">
              <a:extLst>
                <a:ext uri="{FF2B5EF4-FFF2-40B4-BE49-F238E27FC236}">
                  <a16:creationId xmlns:a16="http://schemas.microsoft.com/office/drawing/2014/main" id="{E9155573-B861-144A-AA4A-0F52588679C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90" name="Oval 989">
              <a:extLst>
                <a:ext uri="{FF2B5EF4-FFF2-40B4-BE49-F238E27FC236}">
                  <a16:creationId xmlns:a16="http://schemas.microsoft.com/office/drawing/2014/main" id="{4F83F884-BBF3-CA40-927E-3CE279B6EDF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91" name="Group 990">
              <a:extLst>
                <a:ext uri="{FF2B5EF4-FFF2-40B4-BE49-F238E27FC236}">
                  <a16:creationId xmlns:a16="http://schemas.microsoft.com/office/drawing/2014/main" id="{0753217D-6DD5-164C-ADEE-1458B0AC16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2" name="Freeform 991">
                <a:extLst>
                  <a:ext uri="{FF2B5EF4-FFF2-40B4-BE49-F238E27FC236}">
                    <a16:creationId xmlns:a16="http://schemas.microsoft.com/office/drawing/2014/main" id="{B8A25917-7DC6-5444-9682-410BA073678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3" name="Freeform 992">
                <a:extLst>
                  <a:ext uri="{FF2B5EF4-FFF2-40B4-BE49-F238E27FC236}">
                    <a16:creationId xmlns:a16="http://schemas.microsoft.com/office/drawing/2014/main" id="{CABFF5B5-945B-6C4A-890D-ACDA82006C6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4" name="Freeform 993">
                <a:extLst>
                  <a:ext uri="{FF2B5EF4-FFF2-40B4-BE49-F238E27FC236}">
                    <a16:creationId xmlns:a16="http://schemas.microsoft.com/office/drawing/2014/main" id="{8AB92421-736D-4A47-8B5A-1ACC7756D5A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5" name="Freeform 994">
                <a:extLst>
                  <a:ext uri="{FF2B5EF4-FFF2-40B4-BE49-F238E27FC236}">
                    <a16:creationId xmlns:a16="http://schemas.microsoft.com/office/drawing/2014/main" id="{F3DCCAE7-3191-354E-90E8-A6C735BF93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3" name="Group 862">
            <a:extLst>
              <a:ext uri="{FF2B5EF4-FFF2-40B4-BE49-F238E27FC236}">
                <a16:creationId xmlns:a16="http://schemas.microsoft.com/office/drawing/2014/main" id="{493E10B9-C866-154D-940F-1FA669A54572}"/>
              </a:ext>
            </a:extLst>
          </p:cNvPr>
          <p:cNvGrpSpPr/>
          <p:nvPr/>
        </p:nvGrpSpPr>
        <p:grpSpPr>
          <a:xfrm>
            <a:off x="6137011" y="3376084"/>
            <a:ext cx="406004" cy="167267"/>
            <a:chOff x="7493876" y="2774731"/>
            <a:chExt cx="1481958" cy="894622"/>
          </a:xfrm>
        </p:grpSpPr>
        <p:sp>
          <p:nvSpPr>
            <p:cNvPr id="968" name="Freeform 967">
              <a:extLst>
                <a:ext uri="{FF2B5EF4-FFF2-40B4-BE49-F238E27FC236}">
                  <a16:creationId xmlns:a16="http://schemas.microsoft.com/office/drawing/2014/main" id="{BF32E820-0FBE-E847-8B3C-9F2876D92E5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69" name="Oval 968">
              <a:extLst>
                <a:ext uri="{FF2B5EF4-FFF2-40B4-BE49-F238E27FC236}">
                  <a16:creationId xmlns:a16="http://schemas.microsoft.com/office/drawing/2014/main" id="{B3A55633-56F4-AC42-945D-1875A96B677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70" name="Group 969">
              <a:extLst>
                <a:ext uri="{FF2B5EF4-FFF2-40B4-BE49-F238E27FC236}">
                  <a16:creationId xmlns:a16="http://schemas.microsoft.com/office/drawing/2014/main" id="{E4AB8815-1B1F-544F-9602-FE11A09FB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1" name="Freeform 970">
                <a:extLst>
                  <a:ext uri="{FF2B5EF4-FFF2-40B4-BE49-F238E27FC236}">
                    <a16:creationId xmlns:a16="http://schemas.microsoft.com/office/drawing/2014/main" id="{25FA3B90-FE77-9D46-BA40-38A873C159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2" name="Freeform 971">
                <a:extLst>
                  <a:ext uri="{FF2B5EF4-FFF2-40B4-BE49-F238E27FC236}">
                    <a16:creationId xmlns:a16="http://schemas.microsoft.com/office/drawing/2014/main" id="{0F8E8660-4197-E24F-B9E2-EFC996926F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3" name="Freeform 972">
                <a:extLst>
                  <a:ext uri="{FF2B5EF4-FFF2-40B4-BE49-F238E27FC236}">
                    <a16:creationId xmlns:a16="http://schemas.microsoft.com/office/drawing/2014/main" id="{640090A1-376A-5A4C-8EBA-6CB5B79BB4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4" name="Freeform 973">
                <a:extLst>
                  <a:ext uri="{FF2B5EF4-FFF2-40B4-BE49-F238E27FC236}">
                    <a16:creationId xmlns:a16="http://schemas.microsoft.com/office/drawing/2014/main" id="{95591564-5458-114D-85FD-A7003062250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4" name="Group 863">
            <a:extLst>
              <a:ext uri="{FF2B5EF4-FFF2-40B4-BE49-F238E27FC236}">
                <a16:creationId xmlns:a16="http://schemas.microsoft.com/office/drawing/2014/main" id="{614BEF92-8E4F-D346-A4B6-7E2EA0C9DE59}"/>
              </a:ext>
            </a:extLst>
          </p:cNvPr>
          <p:cNvGrpSpPr/>
          <p:nvPr/>
        </p:nvGrpSpPr>
        <p:grpSpPr>
          <a:xfrm>
            <a:off x="5602255" y="3208968"/>
            <a:ext cx="406004" cy="167267"/>
            <a:chOff x="7493876" y="2774731"/>
            <a:chExt cx="1481958" cy="894622"/>
          </a:xfrm>
        </p:grpSpPr>
        <p:sp>
          <p:nvSpPr>
            <p:cNvPr id="961" name="Freeform 960">
              <a:extLst>
                <a:ext uri="{FF2B5EF4-FFF2-40B4-BE49-F238E27FC236}">
                  <a16:creationId xmlns:a16="http://schemas.microsoft.com/office/drawing/2014/main" id="{8EF1D860-B711-3743-A475-0C6DB2BAB3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62" name="Oval 961">
              <a:extLst>
                <a:ext uri="{FF2B5EF4-FFF2-40B4-BE49-F238E27FC236}">
                  <a16:creationId xmlns:a16="http://schemas.microsoft.com/office/drawing/2014/main" id="{37A0AB5E-D9CC-724B-855A-A8218863578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63" name="Group 962">
              <a:extLst>
                <a:ext uri="{FF2B5EF4-FFF2-40B4-BE49-F238E27FC236}">
                  <a16:creationId xmlns:a16="http://schemas.microsoft.com/office/drawing/2014/main" id="{8F6005C9-9B60-8748-86C0-D3E6A08036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4" name="Freeform 963">
                <a:extLst>
                  <a:ext uri="{FF2B5EF4-FFF2-40B4-BE49-F238E27FC236}">
                    <a16:creationId xmlns:a16="http://schemas.microsoft.com/office/drawing/2014/main" id="{DE0F8D72-5786-D54F-93E4-C3C9C54159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5" name="Freeform 964">
                <a:extLst>
                  <a:ext uri="{FF2B5EF4-FFF2-40B4-BE49-F238E27FC236}">
                    <a16:creationId xmlns:a16="http://schemas.microsoft.com/office/drawing/2014/main" id="{5464F08B-BD83-8A44-BBFA-F4EE1966C4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6" name="Freeform 965">
                <a:extLst>
                  <a:ext uri="{FF2B5EF4-FFF2-40B4-BE49-F238E27FC236}">
                    <a16:creationId xmlns:a16="http://schemas.microsoft.com/office/drawing/2014/main" id="{09ECF1C0-ACB1-8540-969F-7EA711FE8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7" name="Freeform 966">
                <a:extLst>
                  <a:ext uri="{FF2B5EF4-FFF2-40B4-BE49-F238E27FC236}">
                    <a16:creationId xmlns:a16="http://schemas.microsoft.com/office/drawing/2014/main" id="{F98EB79D-440D-CA4F-A9C3-BD9212D3EDD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5" name="Group 864">
            <a:extLst>
              <a:ext uri="{FF2B5EF4-FFF2-40B4-BE49-F238E27FC236}">
                <a16:creationId xmlns:a16="http://schemas.microsoft.com/office/drawing/2014/main" id="{B7E7D103-F268-674F-B3C3-92EA88673276}"/>
              </a:ext>
            </a:extLst>
          </p:cNvPr>
          <p:cNvGrpSpPr/>
          <p:nvPr/>
        </p:nvGrpSpPr>
        <p:grpSpPr>
          <a:xfrm>
            <a:off x="5234517" y="3044677"/>
            <a:ext cx="406004" cy="167267"/>
            <a:chOff x="7493876" y="2774731"/>
            <a:chExt cx="1481958" cy="894622"/>
          </a:xfrm>
        </p:grpSpPr>
        <p:sp>
          <p:nvSpPr>
            <p:cNvPr id="954" name="Freeform 953">
              <a:extLst>
                <a:ext uri="{FF2B5EF4-FFF2-40B4-BE49-F238E27FC236}">
                  <a16:creationId xmlns:a16="http://schemas.microsoft.com/office/drawing/2014/main" id="{EB728D85-B436-E54F-874C-34B0042A866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946A835F-BA3F-764B-B186-F72E0110BE6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56" name="Group 955">
              <a:extLst>
                <a:ext uri="{FF2B5EF4-FFF2-40B4-BE49-F238E27FC236}">
                  <a16:creationId xmlns:a16="http://schemas.microsoft.com/office/drawing/2014/main" id="{BE4F084A-E9A5-3044-A2FF-F78EBF4D712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7" name="Freeform 956">
                <a:extLst>
                  <a:ext uri="{FF2B5EF4-FFF2-40B4-BE49-F238E27FC236}">
                    <a16:creationId xmlns:a16="http://schemas.microsoft.com/office/drawing/2014/main" id="{3731CD43-1F76-FC4C-B577-47908AE83FD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8" name="Freeform 957">
                <a:extLst>
                  <a:ext uri="{FF2B5EF4-FFF2-40B4-BE49-F238E27FC236}">
                    <a16:creationId xmlns:a16="http://schemas.microsoft.com/office/drawing/2014/main" id="{E5922D92-CE3B-F444-BBBB-094EE443F8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9" name="Freeform 958">
                <a:extLst>
                  <a:ext uri="{FF2B5EF4-FFF2-40B4-BE49-F238E27FC236}">
                    <a16:creationId xmlns:a16="http://schemas.microsoft.com/office/drawing/2014/main" id="{FFCCE373-6CD7-CF42-892E-CA621687B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0" name="Freeform 959">
                <a:extLst>
                  <a:ext uri="{FF2B5EF4-FFF2-40B4-BE49-F238E27FC236}">
                    <a16:creationId xmlns:a16="http://schemas.microsoft.com/office/drawing/2014/main" id="{E3119A7D-B722-F548-9954-AA327EFAED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6" name="Group 865">
            <a:extLst>
              <a:ext uri="{FF2B5EF4-FFF2-40B4-BE49-F238E27FC236}">
                <a16:creationId xmlns:a16="http://schemas.microsoft.com/office/drawing/2014/main" id="{25847F9D-CFF7-5643-B6B5-34AC8A619763}"/>
              </a:ext>
            </a:extLst>
          </p:cNvPr>
          <p:cNvGrpSpPr/>
          <p:nvPr/>
        </p:nvGrpSpPr>
        <p:grpSpPr>
          <a:xfrm>
            <a:off x="5042712" y="3275047"/>
            <a:ext cx="406004" cy="167267"/>
            <a:chOff x="7493876" y="2774731"/>
            <a:chExt cx="1481958" cy="894622"/>
          </a:xfrm>
        </p:grpSpPr>
        <p:sp>
          <p:nvSpPr>
            <p:cNvPr id="947" name="Freeform 946">
              <a:extLst>
                <a:ext uri="{FF2B5EF4-FFF2-40B4-BE49-F238E27FC236}">
                  <a16:creationId xmlns:a16="http://schemas.microsoft.com/office/drawing/2014/main" id="{4A82214C-8C1F-BB49-8FC4-CFEE6481F4E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C6DB8AC9-820A-504A-9670-7CEE5BB4E00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49" name="Group 948">
              <a:extLst>
                <a:ext uri="{FF2B5EF4-FFF2-40B4-BE49-F238E27FC236}">
                  <a16:creationId xmlns:a16="http://schemas.microsoft.com/office/drawing/2014/main" id="{A0C3804C-D799-0B4C-89DF-FC0B44C2096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0" name="Freeform 949">
                <a:extLst>
                  <a:ext uri="{FF2B5EF4-FFF2-40B4-BE49-F238E27FC236}">
                    <a16:creationId xmlns:a16="http://schemas.microsoft.com/office/drawing/2014/main" id="{00F71241-1388-C540-9F11-AA43DC1BD9C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1" name="Freeform 950">
                <a:extLst>
                  <a:ext uri="{FF2B5EF4-FFF2-40B4-BE49-F238E27FC236}">
                    <a16:creationId xmlns:a16="http://schemas.microsoft.com/office/drawing/2014/main" id="{B892CC6B-D497-9946-B2FE-18A16FA7524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2" name="Freeform 951">
                <a:extLst>
                  <a:ext uri="{FF2B5EF4-FFF2-40B4-BE49-F238E27FC236}">
                    <a16:creationId xmlns:a16="http://schemas.microsoft.com/office/drawing/2014/main" id="{DAA7BCA0-C4BF-774A-9DB8-B5D24C8A02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3" name="Freeform 952">
                <a:extLst>
                  <a:ext uri="{FF2B5EF4-FFF2-40B4-BE49-F238E27FC236}">
                    <a16:creationId xmlns:a16="http://schemas.microsoft.com/office/drawing/2014/main" id="{7D6DF0F5-5284-2048-85DC-C4B7C1D0C8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1E439E8A-6D0D-A947-88AE-13F395EF741B}"/>
              </a:ext>
            </a:extLst>
          </p:cNvPr>
          <p:cNvGrpSpPr/>
          <p:nvPr/>
        </p:nvGrpSpPr>
        <p:grpSpPr>
          <a:xfrm>
            <a:off x="5468278" y="3493507"/>
            <a:ext cx="406004" cy="167267"/>
            <a:chOff x="7493876" y="2774731"/>
            <a:chExt cx="1481958" cy="894622"/>
          </a:xfrm>
        </p:grpSpPr>
        <p:sp>
          <p:nvSpPr>
            <p:cNvPr id="933" name="Freeform 932">
              <a:extLst>
                <a:ext uri="{FF2B5EF4-FFF2-40B4-BE49-F238E27FC236}">
                  <a16:creationId xmlns:a16="http://schemas.microsoft.com/office/drawing/2014/main" id="{20642CDD-5807-E440-80BD-4914CEF640C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34" name="Oval 933">
              <a:extLst>
                <a:ext uri="{FF2B5EF4-FFF2-40B4-BE49-F238E27FC236}">
                  <a16:creationId xmlns:a16="http://schemas.microsoft.com/office/drawing/2014/main" id="{5B2D41A3-738C-DE4B-95B1-D98C150F0D7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72893B92-0783-094B-9B06-5B15CE5E8F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6" name="Freeform 935">
                <a:extLst>
                  <a:ext uri="{FF2B5EF4-FFF2-40B4-BE49-F238E27FC236}">
                    <a16:creationId xmlns:a16="http://schemas.microsoft.com/office/drawing/2014/main" id="{A6B26209-5A79-9B49-9A4A-3D3FDEBD6B5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7" name="Freeform 936">
                <a:extLst>
                  <a:ext uri="{FF2B5EF4-FFF2-40B4-BE49-F238E27FC236}">
                    <a16:creationId xmlns:a16="http://schemas.microsoft.com/office/drawing/2014/main" id="{5ABE6455-D1B0-6049-AB8E-5B81D3C447D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8" name="Freeform 937">
                <a:extLst>
                  <a:ext uri="{FF2B5EF4-FFF2-40B4-BE49-F238E27FC236}">
                    <a16:creationId xmlns:a16="http://schemas.microsoft.com/office/drawing/2014/main" id="{C314A57D-E8A9-DA4B-9456-521A28BDBB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9" name="Freeform 938">
                <a:extLst>
                  <a:ext uri="{FF2B5EF4-FFF2-40B4-BE49-F238E27FC236}">
                    <a16:creationId xmlns:a16="http://schemas.microsoft.com/office/drawing/2014/main" id="{88E5CA8C-8B97-3347-8938-C5B63B3D849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1" name="Group 870">
            <a:extLst>
              <a:ext uri="{FF2B5EF4-FFF2-40B4-BE49-F238E27FC236}">
                <a16:creationId xmlns:a16="http://schemas.microsoft.com/office/drawing/2014/main" id="{EBB68360-CFEF-9545-B290-C95BF47B5ABD}"/>
              </a:ext>
            </a:extLst>
          </p:cNvPr>
          <p:cNvGrpSpPr/>
          <p:nvPr/>
        </p:nvGrpSpPr>
        <p:grpSpPr>
          <a:xfrm>
            <a:off x="3165211" y="3620128"/>
            <a:ext cx="406004" cy="167267"/>
            <a:chOff x="7493876" y="2774731"/>
            <a:chExt cx="1481958" cy="894622"/>
          </a:xfrm>
        </p:grpSpPr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C31E65F7-C8D0-2148-AE16-6639E37F6C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24C01524-664D-0B42-A170-7AA7DFCD48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14" name="Group 913">
              <a:extLst>
                <a:ext uri="{FF2B5EF4-FFF2-40B4-BE49-F238E27FC236}">
                  <a16:creationId xmlns:a16="http://schemas.microsoft.com/office/drawing/2014/main" id="{69D00E7B-FD92-574B-9D44-DD864E2B55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5" name="Freeform 914">
                <a:extLst>
                  <a:ext uri="{FF2B5EF4-FFF2-40B4-BE49-F238E27FC236}">
                    <a16:creationId xmlns:a16="http://schemas.microsoft.com/office/drawing/2014/main" id="{98518A8B-3C13-A346-87DA-94216CD9FC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6" name="Freeform 915">
                <a:extLst>
                  <a:ext uri="{FF2B5EF4-FFF2-40B4-BE49-F238E27FC236}">
                    <a16:creationId xmlns:a16="http://schemas.microsoft.com/office/drawing/2014/main" id="{C4C44228-65B5-564C-B1D9-63A0904BA4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7" name="Freeform 916">
                <a:extLst>
                  <a:ext uri="{FF2B5EF4-FFF2-40B4-BE49-F238E27FC236}">
                    <a16:creationId xmlns:a16="http://schemas.microsoft.com/office/drawing/2014/main" id="{B5DCAEA1-0E67-2B47-8939-3B96B10806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8" name="Freeform 917">
                <a:extLst>
                  <a:ext uri="{FF2B5EF4-FFF2-40B4-BE49-F238E27FC236}">
                    <a16:creationId xmlns:a16="http://schemas.microsoft.com/office/drawing/2014/main" id="{0BF12852-261D-6142-8DC4-CA6078C2CE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3" name="Group 872">
            <a:extLst>
              <a:ext uri="{FF2B5EF4-FFF2-40B4-BE49-F238E27FC236}">
                <a16:creationId xmlns:a16="http://schemas.microsoft.com/office/drawing/2014/main" id="{C54AB713-5B88-EF45-B0D1-C4B00F726693}"/>
              </a:ext>
            </a:extLst>
          </p:cNvPr>
          <p:cNvGrpSpPr/>
          <p:nvPr/>
        </p:nvGrpSpPr>
        <p:grpSpPr>
          <a:xfrm>
            <a:off x="2805064" y="3473592"/>
            <a:ext cx="406004" cy="167267"/>
            <a:chOff x="7493876" y="2774731"/>
            <a:chExt cx="1481958" cy="894622"/>
          </a:xfrm>
        </p:grpSpPr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DFDAEE8A-153F-F148-ACED-DCB6523146D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99" name="Oval 898">
              <a:extLst>
                <a:ext uri="{FF2B5EF4-FFF2-40B4-BE49-F238E27FC236}">
                  <a16:creationId xmlns:a16="http://schemas.microsoft.com/office/drawing/2014/main" id="{12E9968E-6A5D-1D49-87AD-9360D941AF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00" name="Group 899">
              <a:extLst>
                <a:ext uri="{FF2B5EF4-FFF2-40B4-BE49-F238E27FC236}">
                  <a16:creationId xmlns:a16="http://schemas.microsoft.com/office/drawing/2014/main" id="{C96DB30C-CB79-ED4D-990A-79FB83582D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1" name="Freeform 900">
                <a:extLst>
                  <a:ext uri="{FF2B5EF4-FFF2-40B4-BE49-F238E27FC236}">
                    <a16:creationId xmlns:a16="http://schemas.microsoft.com/office/drawing/2014/main" id="{2A2BB217-A5F6-F142-B4CF-398F9DAFFC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2" name="Freeform 901">
                <a:extLst>
                  <a:ext uri="{FF2B5EF4-FFF2-40B4-BE49-F238E27FC236}">
                    <a16:creationId xmlns:a16="http://schemas.microsoft.com/office/drawing/2014/main" id="{098B3B92-C926-1C43-A24C-B12286D823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3" name="Freeform 902">
                <a:extLst>
                  <a:ext uri="{FF2B5EF4-FFF2-40B4-BE49-F238E27FC236}">
                    <a16:creationId xmlns:a16="http://schemas.microsoft.com/office/drawing/2014/main" id="{7A699073-99D7-F145-AF5D-6000D9E789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4" name="Freeform 903">
                <a:extLst>
                  <a:ext uri="{FF2B5EF4-FFF2-40B4-BE49-F238E27FC236}">
                    <a16:creationId xmlns:a16="http://schemas.microsoft.com/office/drawing/2014/main" id="{9DF6CA8B-C8D2-0649-92B0-D39407735BD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4" name="Group 873">
            <a:extLst>
              <a:ext uri="{FF2B5EF4-FFF2-40B4-BE49-F238E27FC236}">
                <a16:creationId xmlns:a16="http://schemas.microsoft.com/office/drawing/2014/main" id="{BB4F8064-75E6-4148-A080-7FE6F41A0BDD}"/>
              </a:ext>
            </a:extLst>
          </p:cNvPr>
          <p:cNvGrpSpPr/>
          <p:nvPr/>
        </p:nvGrpSpPr>
        <p:grpSpPr>
          <a:xfrm>
            <a:off x="2625559" y="3677134"/>
            <a:ext cx="406004" cy="167267"/>
            <a:chOff x="7493876" y="2774731"/>
            <a:chExt cx="1481958" cy="894622"/>
          </a:xfrm>
        </p:grpSpPr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3450A9CF-C953-C045-9C98-C67E566E1D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1C10C7D2-78B6-5244-AEDC-999C61D0E17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93" name="Group 892">
              <a:extLst>
                <a:ext uri="{FF2B5EF4-FFF2-40B4-BE49-F238E27FC236}">
                  <a16:creationId xmlns:a16="http://schemas.microsoft.com/office/drawing/2014/main" id="{C348A6F0-8B18-E549-942A-B4BA0E4351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4" name="Freeform 893">
                <a:extLst>
                  <a:ext uri="{FF2B5EF4-FFF2-40B4-BE49-F238E27FC236}">
                    <a16:creationId xmlns:a16="http://schemas.microsoft.com/office/drawing/2014/main" id="{50BF416E-5E10-9E42-BF67-C438CBDE37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5" name="Freeform 894">
                <a:extLst>
                  <a:ext uri="{FF2B5EF4-FFF2-40B4-BE49-F238E27FC236}">
                    <a16:creationId xmlns:a16="http://schemas.microsoft.com/office/drawing/2014/main" id="{301F7374-9853-7146-9A47-25C0E033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6" name="Freeform 895">
                <a:extLst>
                  <a:ext uri="{FF2B5EF4-FFF2-40B4-BE49-F238E27FC236}">
                    <a16:creationId xmlns:a16="http://schemas.microsoft.com/office/drawing/2014/main" id="{0164ECE1-B718-B34A-8EDE-D4D0DB3D0D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7" name="Freeform 896">
                <a:extLst>
                  <a:ext uri="{FF2B5EF4-FFF2-40B4-BE49-F238E27FC236}">
                    <a16:creationId xmlns:a16="http://schemas.microsoft.com/office/drawing/2014/main" id="{C96E24B3-51EE-4841-AC48-02977D922FE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5" name="Group 874">
            <a:extLst>
              <a:ext uri="{FF2B5EF4-FFF2-40B4-BE49-F238E27FC236}">
                <a16:creationId xmlns:a16="http://schemas.microsoft.com/office/drawing/2014/main" id="{A27592D6-B4A5-A942-80A1-4D78584A3729}"/>
              </a:ext>
            </a:extLst>
          </p:cNvPr>
          <p:cNvGrpSpPr/>
          <p:nvPr/>
        </p:nvGrpSpPr>
        <p:grpSpPr>
          <a:xfrm>
            <a:off x="2242477" y="3816935"/>
            <a:ext cx="406004" cy="167267"/>
            <a:chOff x="7493876" y="2774731"/>
            <a:chExt cx="1481958" cy="894622"/>
          </a:xfrm>
        </p:grpSpPr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4392C382-3B33-664B-9F30-2368CB7435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85" name="Oval 884">
              <a:extLst>
                <a:ext uri="{FF2B5EF4-FFF2-40B4-BE49-F238E27FC236}">
                  <a16:creationId xmlns:a16="http://schemas.microsoft.com/office/drawing/2014/main" id="{E90301FC-FA81-3446-843A-1157E8F0D1A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86" name="Group 885">
              <a:extLst>
                <a:ext uri="{FF2B5EF4-FFF2-40B4-BE49-F238E27FC236}">
                  <a16:creationId xmlns:a16="http://schemas.microsoft.com/office/drawing/2014/main" id="{8F48D118-A375-7442-B7A1-D3B3C92259B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7" name="Freeform 886">
                <a:extLst>
                  <a:ext uri="{FF2B5EF4-FFF2-40B4-BE49-F238E27FC236}">
                    <a16:creationId xmlns:a16="http://schemas.microsoft.com/office/drawing/2014/main" id="{E429E113-061A-8D4E-A711-8433BE2D779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8" name="Freeform 887">
                <a:extLst>
                  <a:ext uri="{FF2B5EF4-FFF2-40B4-BE49-F238E27FC236}">
                    <a16:creationId xmlns:a16="http://schemas.microsoft.com/office/drawing/2014/main" id="{E0359472-260A-464A-8A61-1822736A767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9" name="Freeform 888">
                <a:extLst>
                  <a:ext uri="{FF2B5EF4-FFF2-40B4-BE49-F238E27FC236}">
                    <a16:creationId xmlns:a16="http://schemas.microsoft.com/office/drawing/2014/main" id="{B379B8F8-0A7B-E648-8635-FC0E285361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0" name="Freeform 889">
                <a:extLst>
                  <a:ext uri="{FF2B5EF4-FFF2-40B4-BE49-F238E27FC236}">
                    <a16:creationId xmlns:a16="http://schemas.microsoft.com/office/drawing/2014/main" id="{F43281EA-3AA2-6846-BFA5-C6871369B73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6" name="Group 875">
            <a:extLst>
              <a:ext uri="{FF2B5EF4-FFF2-40B4-BE49-F238E27FC236}">
                <a16:creationId xmlns:a16="http://schemas.microsoft.com/office/drawing/2014/main" id="{77B1D9FD-DA0A-6F46-AF57-F32DAF022A6D}"/>
              </a:ext>
            </a:extLst>
          </p:cNvPr>
          <p:cNvGrpSpPr/>
          <p:nvPr/>
        </p:nvGrpSpPr>
        <p:grpSpPr>
          <a:xfrm>
            <a:off x="3017911" y="3883843"/>
            <a:ext cx="406004" cy="167267"/>
            <a:chOff x="7493876" y="2774731"/>
            <a:chExt cx="1481958" cy="894622"/>
          </a:xfrm>
        </p:grpSpPr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38DD07A8-F151-D74A-B9B0-150EF89A609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CE2FED6D-7123-A44C-A27D-AC4E5E5A7A1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79" name="Group 878">
              <a:extLst>
                <a:ext uri="{FF2B5EF4-FFF2-40B4-BE49-F238E27FC236}">
                  <a16:creationId xmlns:a16="http://schemas.microsoft.com/office/drawing/2014/main" id="{AF4FC758-360F-9143-BBCE-5314F170B3C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0" name="Freeform 879">
                <a:extLst>
                  <a:ext uri="{FF2B5EF4-FFF2-40B4-BE49-F238E27FC236}">
                    <a16:creationId xmlns:a16="http://schemas.microsoft.com/office/drawing/2014/main" id="{15710929-DD09-6847-973F-95DA58E5C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1" name="Freeform 880">
                <a:extLst>
                  <a:ext uri="{FF2B5EF4-FFF2-40B4-BE49-F238E27FC236}">
                    <a16:creationId xmlns:a16="http://schemas.microsoft.com/office/drawing/2014/main" id="{6BF30287-E1A0-3044-AA63-03344380454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2" name="Freeform 881">
                <a:extLst>
                  <a:ext uri="{FF2B5EF4-FFF2-40B4-BE49-F238E27FC236}">
                    <a16:creationId xmlns:a16="http://schemas.microsoft.com/office/drawing/2014/main" id="{7CBC1677-B55C-7446-B5B2-60FEAAD50D2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3" name="Freeform 882">
                <a:extLst>
                  <a:ext uri="{FF2B5EF4-FFF2-40B4-BE49-F238E27FC236}">
                    <a16:creationId xmlns:a16="http://schemas.microsoft.com/office/drawing/2014/main" id="{2689907A-654D-7246-93EC-6F1DEB7F9B7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46642623-D12F-244E-880B-721FA1B9DBED}"/>
              </a:ext>
            </a:extLst>
          </p:cNvPr>
          <p:cNvGrpSpPr>
            <a:grpSpLocks/>
          </p:cNvGrpSpPr>
          <p:nvPr/>
        </p:nvGrpSpPr>
        <p:grpSpPr bwMode="auto">
          <a:xfrm>
            <a:off x="1203404" y="1427330"/>
            <a:ext cx="6362152" cy="3442588"/>
            <a:chOff x="139538" y="1890271"/>
            <a:chExt cx="8481726" cy="4590472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30BB6B1D-0B22-BA43-AA01-2EC564369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>
                <a:extLst>
                  <a:ext uri="{FF2B5EF4-FFF2-40B4-BE49-F238E27FC236}">
                    <a16:creationId xmlns:a16="http://schemas.microsoft.com/office/drawing/2014/main" id="{B60A3DA3-256B-8E43-9575-8F1327BC5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2" name="TextBox 1">
                <a:extLst>
                  <a:ext uri="{FF2B5EF4-FFF2-40B4-BE49-F238E27FC236}">
                    <a16:creationId xmlns:a16="http://schemas.microsoft.com/office/drawing/2014/main" id="{F1EBE77F-A331-1B49-AD54-E7C5C36B2A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0" name="Group 131">
              <a:extLst>
                <a:ext uri="{FF2B5EF4-FFF2-40B4-BE49-F238E27FC236}">
                  <a16:creationId xmlns:a16="http://schemas.microsoft.com/office/drawing/2014/main" id="{15FE5D2D-CFDD-2545-AD30-9375E330E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>
                <a:extLst>
                  <a:ext uri="{FF2B5EF4-FFF2-40B4-BE49-F238E27FC236}">
                    <a16:creationId xmlns:a16="http://schemas.microsoft.com/office/drawing/2014/main" id="{0C318F62-493F-244E-9A3D-74FDA424F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60" name="TextBox 133">
                <a:extLst>
                  <a:ext uri="{FF2B5EF4-FFF2-40B4-BE49-F238E27FC236}">
                    <a16:creationId xmlns:a16="http://schemas.microsoft.com/office/drawing/2014/main" id="{45ED4CFD-305F-FD49-AB6C-BC96E8D76D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1" name="Group 135">
              <a:extLst>
                <a:ext uri="{FF2B5EF4-FFF2-40B4-BE49-F238E27FC236}">
                  <a16:creationId xmlns:a16="http://schemas.microsoft.com/office/drawing/2014/main" id="{0041D52F-4091-A944-8003-ED442384CB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078145B8-5D76-7B44-95E4-711130D97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8" name="TextBox 137">
                <a:extLst>
                  <a:ext uri="{FF2B5EF4-FFF2-40B4-BE49-F238E27FC236}">
                    <a16:creationId xmlns:a16="http://schemas.microsoft.com/office/drawing/2014/main" id="{5CA3BADE-216F-2843-9D81-CE5E9D20B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2" name="Group 138">
              <a:extLst>
                <a:ext uri="{FF2B5EF4-FFF2-40B4-BE49-F238E27FC236}">
                  <a16:creationId xmlns:a16="http://schemas.microsoft.com/office/drawing/2014/main" id="{F1C6BD9A-0B39-B244-94E8-678C50D1EC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7E729DEF-3587-F14B-AE03-C52CF3B016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6" name="TextBox 140">
                <a:extLst>
                  <a:ext uri="{FF2B5EF4-FFF2-40B4-BE49-F238E27FC236}">
                    <a16:creationId xmlns:a16="http://schemas.microsoft.com/office/drawing/2014/main" id="{DA418C0A-2209-A942-A859-5ECE8083B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3" name="Group 141">
              <a:extLst>
                <a:ext uri="{FF2B5EF4-FFF2-40B4-BE49-F238E27FC236}">
                  <a16:creationId xmlns:a16="http://schemas.microsoft.com/office/drawing/2014/main" id="{F1A8927C-3AF4-D742-848C-35E15D25B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E8F8A0DF-7843-7E4A-8EBF-A24CA907C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4" name="TextBox 143">
                <a:extLst>
                  <a:ext uri="{FF2B5EF4-FFF2-40B4-BE49-F238E27FC236}">
                    <a16:creationId xmlns:a16="http://schemas.microsoft.com/office/drawing/2014/main" id="{D97DC0BC-584A-AC4F-835D-B981DD67CC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4" name="Group 144">
              <a:extLst>
                <a:ext uri="{FF2B5EF4-FFF2-40B4-BE49-F238E27FC236}">
                  <a16:creationId xmlns:a16="http://schemas.microsoft.com/office/drawing/2014/main" id="{937AB14A-1B92-0C4D-9DB7-3A65A35F7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72BD96B2-8C8B-A34A-A0B1-8A56E080B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2" name="TextBox 146">
                <a:extLst>
                  <a:ext uri="{FF2B5EF4-FFF2-40B4-BE49-F238E27FC236}">
                    <a16:creationId xmlns:a16="http://schemas.microsoft.com/office/drawing/2014/main" id="{2E687D8E-E3CE-F949-BB94-C8F32F4339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5" name="Group 147">
              <a:extLst>
                <a:ext uri="{FF2B5EF4-FFF2-40B4-BE49-F238E27FC236}">
                  <a16:creationId xmlns:a16="http://schemas.microsoft.com/office/drawing/2014/main" id="{417DAC5F-2573-4743-9127-36524340F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E9F7E8C6-F700-614F-9F9F-0A88C85D7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50" name="TextBox 149">
                <a:extLst>
                  <a:ext uri="{FF2B5EF4-FFF2-40B4-BE49-F238E27FC236}">
                    <a16:creationId xmlns:a16="http://schemas.microsoft.com/office/drawing/2014/main" id="{59E18F13-5C5C-4049-B258-FAF65F9B26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6" name="Group 150">
              <a:extLst>
                <a:ext uri="{FF2B5EF4-FFF2-40B4-BE49-F238E27FC236}">
                  <a16:creationId xmlns:a16="http://schemas.microsoft.com/office/drawing/2014/main" id="{B1724044-B1C6-934B-8868-30D0FD038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44CA58B7-16C9-C241-8F79-C6964EA2B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8" name="TextBox 152">
                <a:extLst>
                  <a:ext uri="{FF2B5EF4-FFF2-40B4-BE49-F238E27FC236}">
                    <a16:creationId xmlns:a16="http://schemas.microsoft.com/office/drawing/2014/main" id="{766583C3-B9DB-094A-A09E-A4BC2FBDE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7" name="Group 153">
              <a:extLst>
                <a:ext uri="{FF2B5EF4-FFF2-40B4-BE49-F238E27FC236}">
                  <a16:creationId xmlns:a16="http://schemas.microsoft.com/office/drawing/2014/main" id="{D3F39309-4CCA-1346-A4B3-93C528C3A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07DE4F60-83A5-0341-A9C1-1548C4278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6" name="TextBox 155">
                <a:extLst>
                  <a:ext uri="{FF2B5EF4-FFF2-40B4-BE49-F238E27FC236}">
                    <a16:creationId xmlns:a16="http://schemas.microsoft.com/office/drawing/2014/main" id="{661C5E06-AA77-3D42-A208-2104FCC9B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18" name="Group 156">
              <a:extLst>
                <a:ext uri="{FF2B5EF4-FFF2-40B4-BE49-F238E27FC236}">
                  <a16:creationId xmlns:a16="http://schemas.microsoft.com/office/drawing/2014/main" id="{DE67CACE-BA9C-4F49-9CCC-2A95DDABF7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8AD1749B-4C4E-DE45-96BC-98F1585D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4" name="TextBox 158">
                <a:extLst>
                  <a:ext uri="{FF2B5EF4-FFF2-40B4-BE49-F238E27FC236}">
                    <a16:creationId xmlns:a16="http://schemas.microsoft.com/office/drawing/2014/main" id="{0ADF884B-3F6F-8145-B641-9A429A34A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 dirty="0"/>
                  <a:t>net</a:t>
                </a:r>
              </a:p>
            </p:txBody>
          </p:sp>
        </p:grpSp>
        <p:grpSp>
          <p:nvGrpSpPr>
            <p:cNvPr id="19" name="Group 160">
              <a:extLst>
                <a:ext uri="{FF2B5EF4-FFF2-40B4-BE49-F238E27FC236}">
                  <a16:creationId xmlns:a16="http://schemas.microsoft.com/office/drawing/2014/main" id="{CF0A8E3D-09B1-214E-99FD-B5570442C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EDDB4269-F7AA-7240-B093-B37270418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2" name="TextBox 162">
                <a:extLst>
                  <a:ext uri="{FF2B5EF4-FFF2-40B4-BE49-F238E27FC236}">
                    <a16:creationId xmlns:a16="http://schemas.microsoft.com/office/drawing/2014/main" id="{0403D7D4-9E2C-F94E-924D-8574777C7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0" name="Group 163">
              <a:extLst>
                <a:ext uri="{FF2B5EF4-FFF2-40B4-BE49-F238E27FC236}">
                  <a16:creationId xmlns:a16="http://schemas.microsoft.com/office/drawing/2014/main" id="{4FD3E459-AF79-0B45-B5D3-3CA1740A2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3CAEF347-FE90-E949-A631-0171A060E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40" name="TextBox 165">
                <a:extLst>
                  <a:ext uri="{FF2B5EF4-FFF2-40B4-BE49-F238E27FC236}">
                    <a16:creationId xmlns:a16="http://schemas.microsoft.com/office/drawing/2014/main" id="{0B914A90-A394-6F45-B155-CCE12CEFEC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1" name="Group 166">
              <a:extLst>
                <a:ext uri="{FF2B5EF4-FFF2-40B4-BE49-F238E27FC236}">
                  <a16:creationId xmlns:a16="http://schemas.microsoft.com/office/drawing/2014/main" id="{5FECB796-EB1A-6941-942C-2C77B9305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583D705A-27D6-7742-A076-4DD3D0002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8" name="TextBox 168">
                <a:extLst>
                  <a:ext uri="{FF2B5EF4-FFF2-40B4-BE49-F238E27FC236}">
                    <a16:creationId xmlns:a16="http://schemas.microsoft.com/office/drawing/2014/main" id="{B52DEC78-1030-A54E-8A0F-BCB9B6D6B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2" name="Group 169">
              <a:extLst>
                <a:ext uri="{FF2B5EF4-FFF2-40B4-BE49-F238E27FC236}">
                  <a16:creationId xmlns:a16="http://schemas.microsoft.com/office/drawing/2014/main" id="{188C2074-F159-A84A-BA68-5AB530475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BDC6D0EF-413A-9E4D-9647-D0D2FE444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6" name="TextBox 171">
                <a:extLst>
                  <a:ext uri="{FF2B5EF4-FFF2-40B4-BE49-F238E27FC236}">
                    <a16:creationId xmlns:a16="http://schemas.microsoft.com/office/drawing/2014/main" id="{FE5336A0-2A38-3C4B-B598-A66CCCFD5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3" name="Group 172">
              <a:extLst>
                <a:ext uri="{FF2B5EF4-FFF2-40B4-BE49-F238E27FC236}">
                  <a16:creationId xmlns:a16="http://schemas.microsoft.com/office/drawing/2014/main" id="{7C2A35D0-56CA-3641-A6F1-6B3B15ECC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8AAD2739-378D-9246-AF78-87DAEF7F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4" name="TextBox 174">
                <a:extLst>
                  <a:ext uri="{FF2B5EF4-FFF2-40B4-BE49-F238E27FC236}">
                    <a16:creationId xmlns:a16="http://schemas.microsoft.com/office/drawing/2014/main" id="{E7F13F8B-3A00-D34F-9D41-965BF8458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grpSp>
          <p:nvGrpSpPr>
            <p:cNvPr id="24" name="Group 175">
              <a:extLst>
                <a:ext uri="{FF2B5EF4-FFF2-40B4-BE49-F238E27FC236}">
                  <a16:creationId xmlns:a16="http://schemas.microsoft.com/office/drawing/2014/main" id="{134DD520-7978-5747-B557-6216C572D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C577F5FD-5D66-CF43-8149-2A5429C89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2" name="TextBox 177">
                <a:extLst>
                  <a:ext uri="{FF2B5EF4-FFF2-40B4-BE49-F238E27FC236}">
                    <a16:creationId xmlns:a16="http://schemas.microsoft.com/office/drawing/2014/main" id="{AA8FB1A9-24AA-6944-82EC-BE9D926267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access</a:t>
                </a:r>
              </a:p>
              <a:p>
                <a:pPr algn="ctr">
                  <a:lnSpc>
                    <a:spcPts val="750"/>
                  </a:lnSpc>
                </a:pPr>
                <a:r>
                  <a:rPr lang="en-US" altLang="en-US" sz="750"/>
                  <a:t>net</a:t>
                </a:r>
              </a:p>
            </p:txBody>
          </p:sp>
        </p:grp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4EBE302E-6B07-964E-B474-2379BF38E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6" name="TextBox 179">
              <a:extLst>
                <a:ext uri="{FF2B5EF4-FFF2-40B4-BE49-F238E27FC236}">
                  <a16:creationId xmlns:a16="http://schemas.microsoft.com/office/drawing/2014/main" id="{5687370B-669A-6440-92DE-16AFFBA3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7" name="TextBox 180">
              <a:extLst>
                <a:ext uri="{FF2B5EF4-FFF2-40B4-BE49-F238E27FC236}">
                  <a16:creationId xmlns:a16="http://schemas.microsoft.com/office/drawing/2014/main" id="{DDCB7942-CF63-0E41-965D-4990C91E3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8" name="TextBox 181">
              <a:extLst>
                <a:ext uri="{FF2B5EF4-FFF2-40B4-BE49-F238E27FC236}">
                  <a16:creationId xmlns:a16="http://schemas.microsoft.com/office/drawing/2014/main" id="{14DD3F3C-E274-2D4E-83D9-E679452E9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9" name="TextBox 182">
              <a:extLst>
                <a:ext uri="{FF2B5EF4-FFF2-40B4-BE49-F238E27FC236}">
                  <a16:creationId xmlns:a16="http://schemas.microsoft.com/office/drawing/2014/main" id="{99FAE186-77C6-3F42-AB05-E0FF7C6CB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30" name="TextBox 183">
              <a:extLst>
                <a:ext uri="{FF2B5EF4-FFF2-40B4-BE49-F238E27FC236}">
                  <a16:creationId xmlns:a16="http://schemas.microsoft.com/office/drawing/2014/main" id="{1CE3A2E2-820D-D645-BBA3-0C3089DE6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802" name="Rectangle 3">
            <a:extLst>
              <a:ext uri="{FF2B5EF4-FFF2-40B4-BE49-F238E27FC236}">
                <a16:creationId xmlns:a16="http://schemas.microsoft.com/office/drawing/2014/main" id="{883B8B7C-52E4-7C4B-8F8D-C53D3AF05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282" y="872403"/>
            <a:ext cx="7290594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But if one global ISP is viable business, there will be competitors …. who will want to be connected</a:t>
            </a:r>
          </a:p>
        </p:txBody>
      </p:sp>
      <p:grpSp>
        <p:nvGrpSpPr>
          <p:cNvPr id="302" name="Group 20">
            <a:extLst>
              <a:ext uri="{FF2B5EF4-FFF2-40B4-BE49-F238E27FC236}">
                <a16:creationId xmlns:a16="http://schemas.microsoft.com/office/drawing/2014/main" id="{2E65E034-15F8-4544-9A88-3C6F87D79608}"/>
              </a:ext>
            </a:extLst>
          </p:cNvPr>
          <p:cNvGrpSpPr>
            <a:grpSpLocks/>
          </p:cNvGrpSpPr>
          <p:nvPr/>
        </p:nvGrpSpPr>
        <p:grpSpPr bwMode="auto">
          <a:xfrm>
            <a:off x="4302435" y="2174869"/>
            <a:ext cx="1704292" cy="795757"/>
            <a:chOff x="4696844" y="2871032"/>
            <a:chExt cx="2272671" cy="1061113"/>
          </a:xfrm>
        </p:grpSpPr>
        <p:grpSp>
          <p:nvGrpSpPr>
            <p:cNvPr id="303" name="Group 16">
              <a:extLst>
                <a:ext uri="{FF2B5EF4-FFF2-40B4-BE49-F238E27FC236}">
                  <a16:creationId xmlns:a16="http://schemas.microsoft.com/office/drawing/2014/main" id="{AE7FAC14-602F-5840-95C2-10B4B1F3F9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96839" cy="369369"/>
              <a:chOff x="5573768" y="2726239"/>
              <a:chExt cx="596839" cy="369369"/>
            </a:xfrm>
          </p:grpSpPr>
          <p:sp>
            <p:nvSpPr>
              <p:cNvPr id="306" name="Oval 14">
                <a:extLst>
                  <a:ext uri="{FF2B5EF4-FFF2-40B4-BE49-F238E27FC236}">
                    <a16:creationId xmlns:a16="http://schemas.microsoft.com/office/drawing/2014/main" id="{0540692A-C81C-724C-B821-D711DAE71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07" name="TextBox 15">
                <a:extLst>
                  <a:ext uri="{FF2B5EF4-FFF2-40B4-BE49-F238E27FC236}">
                    <a16:creationId xmlns:a16="http://schemas.microsoft.com/office/drawing/2014/main" id="{B7EC47D0-A46E-E246-960E-89C0F218E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6" y="2726239"/>
                <a:ext cx="577581" cy="36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 dirty="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304" name="Straight Connector 18">
              <a:extLst>
                <a:ext uri="{FF2B5EF4-FFF2-40B4-BE49-F238E27FC236}">
                  <a16:creationId xmlns:a16="http://schemas.microsoft.com/office/drawing/2014/main" id="{6DC2A61E-B493-9841-A8B3-1C17E6A8ED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6844" y="3073933"/>
              <a:ext cx="980347" cy="35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5" name="Straight Connector 516">
              <a:extLst>
                <a:ext uri="{FF2B5EF4-FFF2-40B4-BE49-F238E27FC236}">
                  <a16:creationId xmlns:a16="http://schemas.microsoft.com/office/drawing/2014/main" id="{ED5D0B03-04A8-4A40-9C0F-4EA56D9810E8}"/>
                </a:ext>
              </a:extLst>
            </p:cNvPr>
            <p:cNvCxnSpPr>
              <a:cxnSpLocks noChangeShapeType="1"/>
              <a:endCxn id="976" idx="1"/>
            </p:cNvCxnSpPr>
            <p:nvPr/>
          </p:nvCxnSpPr>
          <p:spPr bwMode="auto">
            <a:xfrm>
              <a:off x="6137159" y="3146857"/>
              <a:ext cx="832356" cy="785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8" name="Group 39939">
            <a:extLst>
              <a:ext uri="{FF2B5EF4-FFF2-40B4-BE49-F238E27FC236}">
                <a16:creationId xmlns:a16="http://schemas.microsoft.com/office/drawing/2014/main" id="{17CCBDCA-CC15-454D-A26D-AA4BB11DE0FB}"/>
              </a:ext>
            </a:extLst>
          </p:cNvPr>
          <p:cNvGrpSpPr>
            <a:grpSpLocks/>
          </p:cNvGrpSpPr>
          <p:nvPr/>
        </p:nvGrpSpPr>
        <p:grpSpPr bwMode="auto">
          <a:xfrm>
            <a:off x="2677616" y="2822166"/>
            <a:ext cx="2203902" cy="1018124"/>
            <a:chOff x="2746064" y="3733002"/>
            <a:chExt cx="2937093" cy="1359582"/>
          </a:xfrm>
        </p:grpSpPr>
        <p:cxnSp>
          <p:nvCxnSpPr>
            <p:cNvPr id="309" name="Straight Connector 7">
              <a:extLst>
                <a:ext uri="{FF2B5EF4-FFF2-40B4-BE49-F238E27FC236}">
                  <a16:creationId xmlns:a16="http://schemas.microsoft.com/office/drawing/2014/main" id="{415ABF4C-9DC7-3E48-8D47-77091F596BBC}"/>
                </a:ext>
              </a:extLst>
            </p:cNvPr>
            <p:cNvCxnSpPr>
              <a:cxnSpLocks noChangeShapeType="1"/>
              <a:stCxn id="1032" idx="5"/>
              <a:endCxn id="983" idx="3"/>
            </p:cNvCxnSpPr>
            <p:nvPr/>
          </p:nvCxnSpPr>
          <p:spPr bwMode="auto">
            <a:xfrm>
              <a:off x="5094305" y="3733002"/>
              <a:ext cx="588852" cy="2127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" name="Straight Connector 415">
              <a:extLst>
                <a:ext uri="{FF2B5EF4-FFF2-40B4-BE49-F238E27FC236}">
                  <a16:creationId xmlns:a16="http://schemas.microsoft.com/office/drawing/2014/main" id="{5C73DBFB-D008-3643-BC55-DC0EB59EE06A}"/>
                </a:ext>
              </a:extLst>
            </p:cNvPr>
            <p:cNvCxnSpPr>
              <a:cxnSpLocks noChangeShapeType="1"/>
              <a:stCxn id="1010" idx="5"/>
            </p:cNvCxnSpPr>
            <p:nvPr/>
          </p:nvCxnSpPr>
          <p:spPr bwMode="auto">
            <a:xfrm flipH="1">
              <a:off x="2746064" y="3789080"/>
              <a:ext cx="54551" cy="60192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1" name="Straight Connector 523">
              <a:extLst>
                <a:ext uri="{FF2B5EF4-FFF2-40B4-BE49-F238E27FC236}">
                  <a16:creationId xmlns:a16="http://schemas.microsoft.com/office/drawing/2014/main" id="{FABFBABF-764F-F24E-92BB-9E89BDA24ADC}"/>
                </a:ext>
              </a:extLst>
            </p:cNvPr>
            <p:cNvCxnSpPr>
              <a:cxnSpLocks noChangeShapeType="1"/>
              <a:endCxn id="941" idx="3"/>
            </p:cNvCxnSpPr>
            <p:nvPr/>
          </p:nvCxnSpPr>
          <p:spPr bwMode="auto">
            <a:xfrm flipV="1">
              <a:off x="4424422" y="4701847"/>
              <a:ext cx="1074473" cy="39073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2" name="Group 39945">
            <a:extLst>
              <a:ext uri="{FF2B5EF4-FFF2-40B4-BE49-F238E27FC236}">
                <a16:creationId xmlns:a16="http://schemas.microsoft.com/office/drawing/2014/main" id="{4F08D3C4-6595-F647-9CFE-E885FE9A560B}"/>
              </a:ext>
            </a:extLst>
          </p:cNvPr>
          <p:cNvGrpSpPr>
            <a:grpSpLocks/>
          </p:cNvGrpSpPr>
          <p:nvPr/>
        </p:nvGrpSpPr>
        <p:grpSpPr bwMode="auto">
          <a:xfrm>
            <a:off x="4331624" y="3761312"/>
            <a:ext cx="1478800" cy="579019"/>
            <a:chOff x="4686300" y="4864100"/>
            <a:chExt cx="1971315" cy="771521"/>
          </a:xfrm>
        </p:grpSpPr>
        <p:sp>
          <p:nvSpPr>
            <p:cNvPr id="313" name="TextBox 39940">
              <a:extLst>
                <a:ext uri="{FF2B5EF4-FFF2-40B4-BE49-F238E27FC236}">
                  <a16:creationId xmlns:a16="http://schemas.microsoft.com/office/drawing/2014/main" id="{FD61504F-D5F3-AD41-A564-0F2130ECC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700" y="5143500"/>
              <a:ext cx="1818915" cy="4921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 dirty="0">
                  <a:solidFill>
                    <a:srgbClr val="CC0000"/>
                  </a:solidFill>
                  <a:latin typeface="+mn-lt"/>
                </a:rPr>
                <a:t>peering link</a:t>
              </a:r>
            </a:p>
          </p:txBody>
        </p:sp>
        <p:cxnSp>
          <p:nvCxnSpPr>
            <p:cNvPr id="314" name="Straight Connector 39943">
              <a:extLst>
                <a:ext uri="{FF2B5EF4-FFF2-40B4-BE49-F238E27FC236}">
                  <a16:creationId xmlns:a16="http://schemas.microsoft.com/office/drawing/2014/main" id="{662FE684-E2A5-2840-A5C2-6BFF91F318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6300" y="4864100"/>
              <a:ext cx="266700" cy="4191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5" name="Group 39950">
            <a:extLst>
              <a:ext uri="{FF2B5EF4-FFF2-40B4-BE49-F238E27FC236}">
                <a16:creationId xmlns:a16="http://schemas.microsoft.com/office/drawing/2014/main" id="{8A4AC5CF-4E2B-1A42-BCF8-69BC9F1FCC3D}"/>
              </a:ext>
            </a:extLst>
          </p:cNvPr>
          <p:cNvGrpSpPr>
            <a:grpSpLocks/>
          </p:cNvGrpSpPr>
          <p:nvPr/>
        </p:nvGrpSpPr>
        <p:grpSpPr bwMode="auto">
          <a:xfrm>
            <a:off x="4715315" y="1280446"/>
            <a:ext cx="2659702" cy="874776"/>
            <a:chOff x="5270500" y="1701800"/>
            <a:chExt cx="3545158" cy="1165614"/>
          </a:xfrm>
        </p:grpSpPr>
        <p:sp>
          <p:nvSpPr>
            <p:cNvPr id="316" name="TextBox 39946">
              <a:extLst>
                <a:ext uri="{FF2B5EF4-FFF2-40B4-BE49-F238E27FC236}">
                  <a16:creationId xmlns:a16="http://schemas.microsoft.com/office/drawing/2014/main" id="{6D9EB3B8-2735-CD4C-87A2-ADB28AA91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500" y="1701800"/>
              <a:ext cx="3545158" cy="492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 dirty="0">
                  <a:solidFill>
                    <a:srgbClr val="CC0000"/>
                  </a:solidFill>
                  <a:latin typeface="+mn-lt"/>
                </a:rPr>
                <a:t>Internet exchange point </a:t>
              </a:r>
            </a:p>
          </p:txBody>
        </p:sp>
        <p:cxnSp>
          <p:nvCxnSpPr>
            <p:cNvPr id="317" name="Straight Connector 39948">
              <a:extLst>
                <a:ext uri="{FF2B5EF4-FFF2-40B4-BE49-F238E27FC236}">
                  <a16:creationId xmlns:a16="http://schemas.microsoft.com/office/drawing/2014/main" id="{3960A6E5-1A89-A049-8806-7339A84D6F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141884" y="2155382"/>
              <a:ext cx="219911" cy="7120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B86CF571-59B7-9040-88E6-ACE367964601}"/>
              </a:ext>
            </a:extLst>
          </p:cNvPr>
          <p:cNvGrpSpPr/>
          <p:nvPr/>
        </p:nvGrpSpPr>
        <p:grpSpPr>
          <a:xfrm>
            <a:off x="5947106" y="2954769"/>
            <a:ext cx="406004" cy="167267"/>
            <a:chOff x="7493876" y="2774731"/>
            <a:chExt cx="1481958" cy="894622"/>
          </a:xfrm>
        </p:grpSpPr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1999BFB5-779F-7B4E-BCBF-9040592BFB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61415BE9-66CA-0045-99BF-BA54F41E05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77" name="Group 976">
              <a:extLst>
                <a:ext uri="{FF2B5EF4-FFF2-40B4-BE49-F238E27FC236}">
                  <a16:creationId xmlns:a16="http://schemas.microsoft.com/office/drawing/2014/main" id="{390121EC-5020-DC41-8658-E7E4546EDD8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8" name="Freeform 977">
                <a:extLst>
                  <a:ext uri="{FF2B5EF4-FFF2-40B4-BE49-F238E27FC236}">
                    <a16:creationId xmlns:a16="http://schemas.microsoft.com/office/drawing/2014/main" id="{379AA28D-75A8-A345-B828-DEB6099EB1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9" name="Freeform 978">
                <a:extLst>
                  <a:ext uri="{FF2B5EF4-FFF2-40B4-BE49-F238E27FC236}">
                    <a16:creationId xmlns:a16="http://schemas.microsoft.com/office/drawing/2014/main" id="{9DDC0BF3-00A0-7C46-A0BC-285C4E950A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0" name="Freeform 979">
                <a:extLst>
                  <a:ext uri="{FF2B5EF4-FFF2-40B4-BE49-F238E27FC236}">
                    <a16:creationId xmlns:a16="http://schemas.microsoft.com/office/drawing/2014/main" id="{DECB33A6-775B-1A42-95E8-73DA8B9651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1" name="Freeform 980">
                <a:extLst>
                  <a:ext uri="{FF2B5EF4-FFF2-40B4-BE49-F238E27FC236}">
                    <a16:creationId xmlns:a16="http://schemas.microsoft.com/office/drawing/2014/main" id="{2619AA7F-A92C-BA49-876D-4FE864A189C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1" name="Group 860">
            <a:extLst>
              <a:ext uri="{FF2B5EF4-FFF2-40B4-BE49-F238E27FC236}">
                <a16:creationId xmlns:a16="http://schemas.microsoft.com/office/drawing/2014/main" id="{D449FF35-FAF6-E449-9A22-F811CE472966}"/>
              </a:ext>
            </a:extLst>
          </p:cNvPr>
          <p:cNvGrpSpPr/>
          <p:nvPr/>
        </p:nvGrpSpPr>
        <p:grpSpPr>
          <a:xfrm>
            <a:off x="4821898" y="2889070"/>
            <a:ext cx="406004" cy="167267"/>
            <a:chOff x="7493876" y="2774731"/>
            <a:chExt cx="1481958" cy="894622"/>
          </a:xfrm>
        </p:grpSpPr>
        <p:sp>
          <p:nvSpPr>
            <p:cNvPr id="982" name="Freeform 981">
              <a:extLst>
                <a:ext uri="{FF2B5EF4-FFF2-40B4-BE49-F238E27FC236}">
                  <a16:creationId xmlns:a16="http://schemas.microsoft.com/office/drawing/2014/main" id="{C7B6FB0D-082A-3945-9A3E-A5F7186297E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83" name="Oval 982">
              <a:extLst>
                <a:ext uri="{FF2B5EF4-FFF2-40B4-BE49-F238E27FC236}">
                  <a16:creationId xmlns:a16="http://schemas.microsoft.com/office/drawing/2014/main" id="{4EF624E0-71DE-964A-8571-4D8C1996401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84" name="Group 983">
              <a:extLst>
                <a:ext uri="{FF2B5EF4-FFF2-40B4-BE49-F238E27FC236}">
                  <a16:creationId xmlns:a16="http://schemas.microsoft.com/office/drawing/2014/main" id="{30E6BF43-A210-1E4C-BAD2-D624181508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85" name="Freeform 984">
                <a:extLst>
                  <a:ext uri="{FF2B5EF4-FFF2-40B4-BE49-F238E27FC236}">
                    <a16:creationId xmlns:a16="http://schemas.microsoft.com/office/drawing/2014/main" id="{F4D1AD34-F02F-9941-970C-35B2968329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6" name="Freeform 985">
                <a:extLst>
                  <a:ext uri="{FF2B5EF4-FFF2-40B4-BE49-F238E27FC236}">
                    <a16:creationId xmlns:a16="http://schemas.microsoft.com/office/drawing/2014/main" id="{0F5A4911-FBD2-E540-9A2F-3E431D553D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7" name="Freeform 986">
                <a:extLst>
                  <a:ext uri="{FF2B5EF4-FFF2-40B4-BE49-F238E27FC236}">
                    <a16:creationId xmlns:a16="http://schemas.microsoft.com/office/drawing/2014/main" id="{DCAAD9B9-53E3-A344-9344-FD09758AEB0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8" name="Freeform 987">
                <a:extLst>
                  <a:ext uri="{FF2B5EF4-FFF2-40B4-BE49-F238E27FC236}">
                    <a16:creationId xmlns:a16="http://schemas.microsoft.com/office/drawing/2014/main" id="{7E121ADB-28BD-A34D-864D-CAE2965181F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6" name="Group 815">
            <a:extLst>
              <a:ext uri="{FF2B5EF4-FFF2-40B4-BE49-F238E27FC236}">
                <a16:creationId xmlns:a16="http://schemas.microsoft.com/office/drawing/2014/main" id="{5D57186B-96C6-4245-A5CD-2EC8F02FE2C5}"/>
              </a:ext>
            </a:extLst>
          </p:cNvPr>
          <p:cNvGrpSpPr/>
          <p:nvPr/>
        </p:nvGrpSpPr>
        <p:grpSpPr>
          <a:xfrm>
            <a:off x="4093303" y="2729741"/>
            <a:ext cx="406004" cy="167267"/>
            <a:chOff x="7493876" y="2774731"/>
            <a:chExt cx="1481958" cy="894622"/>
          </a:xfrm>
        </p:grpSpPr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F884C67D-5359-0D4B-92F3-51236F5721A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C3DDEC0B-9B46-6E40-AFA7-85DD71E00D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AFA389A2-1145-6742-AFF5-BBE2D79E08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D4EB8805-ED69-3A4C-B790-5B0BE9CAFC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9160B87-94D9-4746-9AB1-F94A2850C6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6" name="Freeform 1035">
                <a:extLst>
                  <a:ext uri="{FF2B5EF4-FFF2-40B4-BE49-F238E27FC236}">
                    <a16:creationId xmlns:a16="http://schemas.microsoft.com/office/drawing/2014/main" id="{AC514A69-8535-9F4F-9082-9C0664FDD7D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7" name="Freeform 1036">
                <a:extLst>
                  <a:ext uri="{FF2B5EF4-FFF2-40B4-BE49-F238E27FC236}">
                    <a16:creationId xmlns:a16="http://schemas.microsoft.com/office/drawing/2014/main" id="{16FAD8F4-5C16-3548-9F13-8A162DB18CB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D733AA75-B994-7047-AE70-E6C857337635}"/>
              </a:ext>
            </a:extLst>
          </p:cNvPr>
          <p:cNvGrpSpPr/>
          <p:nvPr/>
        </p:nvGrpSpPr>
        <p:grpSpPr>
          <a:xfrm>
            <a:off x="3611305" y="2943189"/>
            <a:ext cx="1226207" cy="520074"/>
            <a:chOff x="4815073" y="3924252"/>
            <a:chExt cx="1634942" cy="693432"/>
          </a:xfrm>
        </p:grpSpPr>
        <p:cxnSp>
          <p:nvCxnSpPr>
            <p:cNvPr id="319" name="Straight Connector 515">
              <a:extLst>
                <a:ext uri="{FF2B5EF4-FFF2-40B4-BE49-F238E27FC236}">
                  <a16:creationId xmlns:a16="http://schemas.microsoft.com/office/drawing/2014/main" id="{E64B2F34-F5A2-0748-B519-596A0F2D52A9}"/>
                </a:ext>
              </a:extLst>
            </p:cNvPr>
            <p:cNvCxnSpPr>
              <a:cxnSpLocks noChangeShapeType="1"/>
              <a:stCxn id="930" idx="2"/>
            </p:cNvCxnSpPr>
            <p:nvPr/>
          </p:nvCxnSpPr>
          <p:spPr bwMode="auto">
            <a:xfrm flipV="1">
              <a:off x="4982880" y="4309966"/>
              <a:ext cx="309146" cy="30771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1" name="Straight Connector 519">
              <a:extLst>
                <a:ext uri="{FF2B5EF4-FFF2-40B4-BE49-F238E27FC236}">
                  <a16:creationId xmlns:a16="http://schemas.microsoft.com/office/drawing/2014/main" id="{A78B3472-4495-804D-9DE2-F7A93E5EED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20180" y="3924252"/>
              <a:ext cx="929835" cy="36708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2" name="Straight Connector 520">
              <a:extLst>
                <a:ext uri="{FF2B5EF4-FFF2-40B4-BE49-F238E27FC236}">
                  <a16:creationId xmlns:a16="http://schemas.microsoft.com/office/drawing/2014/main" id="{B39E2778-53AB-7A47-8C24-A5C1BE87DA91}"/>
                </a:ext>
              </a:extLst>
            </p:cNvPr>
            <p:cNvCxnSpPr>
              <a:cxnSpLocks noChangeShapeType="1"/>
              <a:stCxn id="1007" idx="2"/>
            </p:cNvCxnSpPr>
            <p:nvPr/>
          </p:nvCxnSpPr>
          <p:spPr bwMode="auto">
            <a:xfrm>
              <a:off x="4815073" y="3947043"/>
              <a:ext cx="476953" cy="27750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20" name="Group 518">
              <a:extLst>
                <a:ext uri="{FF2B5EF4-FFF2-40B4-BE49-F238E27FC236}">
                  <a16:creationId xmlns:a16="http://schemas.microsoft.com/office/drawing/2014/main" id="{5B45D9C6-3CE7-2041-98FA-CDA4548CA9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9677" y="4119101"/>
              <a:ext cx="628270" cy="369332"/>
              <a:chOff x="5634518" y="2652249"/>
              <a:chExt cx="627854" cy="368918"/>
            </a:xfrm>
          </p:grpSpPr>
          <p:sp>
            <p:nvSpPr>
              <p:cNvPr id="323" name="Oval 521">
                <a:extLst>
                  <a:ext uri="{FF2B5EF4-FFF2-40B4-BE49-F238E27FC236}">
                    <a16:creationId xmlns:a16="http://schemas.microsoft.com/office/drawing/2014/main" id="{8C2B1233-55C2-9047-95E3-7365B78CC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4518" y="2672371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24" name="TextBox 522">
                <a:extLst>
                  <a:ext uri="{FF2B5EF4-FFF2-40B4-BE49-F238E27FC236}">
                    <a16:creationId xmlns:a16="http://schemas.microsoft.com/office/drawing/2014/main" id="{A334D512-2736-F84E-A319-19B29AF83D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85246" y="2652249"/>
                <a:ext cx="577126" cy="3689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 dirty="0">
                    <a:solidFill>
                      <a:schemeClr val="bg1"/>
                    </a:solidFill>
                    <a:latin typeface="+mn-lt"/>
                  </a:rPr>
                  <a:t>IXP</a:t>
                </a:r>
              </a:p>
            </p:txBody>
          </p:sp>
        </p:grpSp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58E5558D-3D33-544A-9618-E00C8D6923C7}"/>
              </a:ext>
            </a:extLst>
          </p:cNvPr>
          <p:cNvGrpSpPr/>
          <p:nvPr/>
        </p:nvGrpSpPr>
        <p:grpSpPr>
          <a:xfrm>
            <a:off x="4683634" y="3455262"/>
            <a:ext cx="406004" cy="167267"/>
            <a:chOff x="7493876" y="2774731"/>
            <a:chExt cx="1481958" cy="894622"/>
          </a:xfrm>
        </p:grpSpPr>
        <p:sp>
          <p:nvSpPr>
            <p:cNvPr id="940" name="Freeform 939">
              <a:extLst>
                <a:ext uri="{FF2B5EF4-FFF2-40B4-BE49-F238E27FC236}">
                  <a16:creationId xmlns:a16="http://schemas.microsoft.com/office/drawing/2014/main" id="{CE49F0E8-4CAB-264C-AC25-083099BD35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41" name="Oval 940">
              <a:extLst>
                <a:ext uri="{FF2B5EF4-FFF2-40B4-BE49-F238E27FC236}">
                  <a16:creationId xmlns:a16="http://schemas.microsoft.com/office/drawing/2014/main" id="{FDB92030-8F0D-8048-BA6F-8E94CCC52E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42" name="Group 941">
              <a:extLst>
                <a:ext uri="{FF2B5EF4-FFF2-40B4-BE49-F238E27FC236}">
                  <a16:creationId xmlns:a16="http://schemas.microsoft.com/office/drawing/2014/main" id="{E584775B-EF39-E641-9296-62D0E98EBD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3" name="Freeform 942">
                <a:extLst>
                  <a:ext uri="{FF2B5EF4-FFF2-40B4-BE49-F238E27FC236}">
                    <a16:creationId xmlns:a16="http://schemas.microsoft.com/office/drawing/2014/main" id="{5FDEF6E3-E3EE-6C46-9470-4C6034153E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4" name="Freeform 943">
                <a:extLst>
                  <a:ext uri="{FF2B5EF4-FFF2-40B4-BE49-F238E27FC236}">
                    <a16:creationId xmlns:a16="http://schemas.microsoft.com/office/drawing/2014/main" id="{F09DCEA1-EA74-5942-A863-43EE3356891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5" name="Freeform 944">
                <a:extLst>
                  <a:ext uri="{FF2B5EF4-FFF2-40B4-BE49-F238E27FC236}">
                    <a16:creationId xmlns:a16="http://schemas.microsoft.com/office/drawing/2014/main" id="{7E4A31FF-3937-8145-99B6-C539859E71D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6" name="Freeform 945">
                <a:extLst>
                  <a:ext uri="{FF2B5EF4-FFF2-40B4-BE49-F238E27FC236}">
                    <a16:creationId xmlns:a16="http://schemas.microsoft.com/office/drawing/2014/main" id="{AE42ABD3-20A1-3A47-A5A0-6B9BD70524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0" name="Group 869">
            <a:extLst>
              <a:ext uri="{FF2B5EF4-FFF2-40B4-BE49-F238E27FC236}">
                <a16:creationId xmlns:a16="http://schemas.microsoft.com/office/drawing/2014/main" id="{2201EDA2-F87D-BF47-BEA0-21B0A24F495A}"/>
              </a:ext>
            </a:extLst>
          </p:cNvPr>
          <p:cNvGrpSpPr/>
          <p:nvPr/>
        </p:nvGrpSpPr>
        <p:grpSpPr>
          <a:xfrm>
            <a:off x="3609314" y="3758731"/>
            <a:ext cx="406004" cy="167267"/>
            <a:chOff x="7493876" y="2774731"/>
            <a:chExt cx="1481958" cy="894622"/>
          </a:xfrm>
        </p:grpSpPr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7BACFFDC-142B-174A-BFED-E6176627DB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6B0BD693-1861-1344-9C54-9555107E799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21" name="Group 920">
              <a:extLst>
                <a:ext uri="{FF2B5EF4-FFF2-40B4-BE49-F238E27FC236}">
                  <a16:creationId xmlns:a16="http://schemas.microsoft.com/office/drawing/2014/main" id="{0019A1FA-0729-AB44-ACE4-09350E33F46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2" name="Freeform 921">
                <a:extLst>
                  <a:ext uri="{FF2B5EF4-FFF2-40B4-BE49-F238E27FC236}">
                    <a16:creationId xmlns:a16="http://schemas.microsoft.com/office/drawing/2014/main" id="{FA1FC1ED-CBBF-5F44-A7FA-778F742FE76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3" name="Freeform 922">
                <a:extLst>
                  <a:ext uri="{FF2B5EF4-FFF2-40B4-BE49-F238E27FC236}">
                    <a16:creationId xmlns:a16="http://schemas.microsoft.com/office/drawing/2014/main" id="{6C0ECFD1-933A-B74E-BFEE-72B00BC4C3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4" name="Freeform 923">
                <a:extLst>
                  <a:ext uri="{FF2B5EF4-FFF2-40B4-BE49-F238E27FC236}">
                    <a16:creationId xmlns:a16="http://schemas.microsoft.com/office/drawing/2014/main" id="{FF559D91-8CE3-6E40-B135-CC54DC6069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5" name="Freeform 924">
                <a:extLst>
                  <a:ext uri="{FF2B5EF4-FFF2-40B4-BE49-F238E27FC236}">
                    <a16:creationId xmlns:a16="http://schemas.microsoft.com/office/drawing/2014/main" id="{4747411F-F0D6-A548-A80F-4ED08DE503B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9" name="Group 818">
            <a:extLst>
              <a:ext uri="{FF2B5EF4-FFF2-40B4-BE49-F238E27FC236}">
                <a16:creationId xmlns:a16="http://schemas.microsoft.com/office/drawing/2014/main" id="{BC079EE2-B5B9-1946-83CA-FB5D7C12BB3C}"/>
              </a:ext>
            </a:extLst>
          </p:cNvPr>
          <p:cNvGrpSpPr/>
          <p:nvPr/>
        </p:nvGrpSpPr>
        <p:grpSpPr>
          <a:xfrm>
            <a:off x="2516650" y="2755507"/>
            <a:ext cx="406004" cy="167267"/>
            <a:chOff x="7493876" y="2774731"/>
            <a:chExt cx="1481958" cy="894622"/>
          </a:xfrm>
        </p:grpSpPr>
        <p:sp>
          <p:nvSpPr>
            <p:cNvPr id="1010" name="Freeform 1009">
              <a:extLst>
                <a:ext uri="{FF2B5EF4-FFF2-40B4-BE49-F238E27FC236}">
                  <a16:creationId xmlns:a16="http://schemas.microsoft.com/office/drawing/2014/main" id="{92DD86F6-73AF-224B-B049-218E0EE4D53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11" name="Oval 1010">
              <a:extLst>
                <a:ext uri="{FF2B5EF4-FFF2-40B4-BE49-F238E27FC236}">
                  <a16:creationId xmlns:a16="http://schemas.microsoft.com/office/drawing/2014/main" id="{620B6D4B-4DE6-3F40-A4F5-C34D0B6BA0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12" name="Group 1011">
              <a:extLst>
                <a:ext uri="{FF2B5EF4-FFF2-40B4-BE49-F238E27FC236}">
                  <a16:creationId xmlns:a16="http://schemas.microsoft.com/office/drawing/2014/main" id="{79E8750B-383B-4641-8E1B-82CF46F5FE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13" name="Freeform 1012">
                <a:extLst>
                  <a:ext uri="{FF2B5EF4-FFF2-40B4-BE49-F238E27FC236}">
                    <a16:creationId xmlns:a16="http://schemas.microsoft.com/office/drawing/2014/main" id="{1A6B8441-BBF6-4A40-BA5C-5AA0E5DC70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4" name="Freeform 1013">
                <a:extLst>
                  <a:ext uri="{FF2B5EF4-FFF2-40B4-BE49-F238E27FC236}">
                    <a16:creationId xmlns:a16="http://schemas.microsoft.com/office/drawing/2014/main" id="{30818833-5C97-7548-9F55-3C0175E588E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5" name="Freeform 1014">
                <a:extLst>
                  <a:ext uri="{FF2B5EF4-FFF2-40B4-BE49-F238E27FC236}">
                    <a16:creationId xmlns:a16="http://schemas.microsoft.com/office/drawing/2014/main" id="{9E3C655D-3A7D-E14F-A7F2-F9D4BE59CF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6" name="Freeform 1015">
                <a:extLst>
                  <a:ext uri="{FF2B5EF4-FFF2-40B4-BE49-F238E27FC236}">
                    <a16:creationId xmlns:a16="http://schemas.microsoft.com/office/drawing/2014/main" id="{4F322FCA-51A6-1E49-B553-D74D173229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2" name="Group 871">
            <a:extLst>
              <a:ext uri="{FF2B5EF4-FFF2-40B4-BE49-F238E27FC236}">
                <a16:creationId xmlns:a16="http://schemas.microsoft.com/office/drawing/2014/main" id="{A25E589D-842B-C047-A119-3D7A98414FB7}"/>
              </a:ext>
            </a:extLst>
          </p:cNvPr>
          <p:cNvGrpSpPr/>
          <p:nvPr/>
        </p:nvGrpSpPr>
        <p:grpSpPr>
          <a:xfrm>
            <a:off x="2469290" y="3282531"/>
            <a:ext cx="406004" cy="167267"/>
            <a:chOff x="7493876" y="2774731"/>
            <a:chExt cx="1481958" cy="894622"/>
          </a:xfrm>
        </p:grpSpPr>
        <p:sp>
          <p:nvSpPr>
            <p:cNvPr id="905" name="Freeform 904">
              <a:extLst>
                <a:ext uri="{FF2B5EF4-FFF2-40B4-BE49-F238E27FC236}">
                  <a16:creationId xmlns:a16="http://schemas.microsoft.com/office/drawing/2014/main" id="{81EA2F3C-5A7E-8343-AB35-2ABC44A9D32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5FDE10E8-50B3-BC4D-AC25-C68EBCF695D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07" name="Group 906">
              <a:extLst>
                <a:ext uri="{FF2B5EF4-FFF2-40B4-BE49-F238E27FC236}">
                  <a16:creationId xmlns:a16="http://schemas.microsoft.com/office/drawing/2014/main" id="{0B8FD6CA-C921-9744-A760-55D802E5FF4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8" name="Freeform 907">
                <a:extLst>
                  <a:ext uri="{FF2B5EF4-FFF2-40B4-BE49-F238E27FC236}">
                    <a16:creationId xmlns:a16="http://schemas.microsoft.com/office/drawing/2014/main" id="{4807C980-FDBE-794F-AD74-6D2BF0D484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9" name="Freeform 908">
                <a:extLst>
                  <a:ext uri="{FF2B5EF4-FFF2-40B4-BE49-F238E27FC236}">
                    <a16:creationId xmlns:a16="http://schemas.microsoft.com/office/drawing/2014/main" id="{26F08AE6-E4B5-0D4B-815F-50BAD5E7146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0" name="Freeform 909">
                <a:extLst>
                  <a:ext uri="{FF2B5EF4-FFF2-40B4-BE49-F238E27FC236}">
                    <a16:creationId xmlns:a16="http://schemas.microsoft.com/office/drawing/2014/main" id="{3314964C-B1A5-6944-90A3-2DB4945602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1" name="Freeform 910">
                <a:extLst>
                  <a:ext uri="{FF2B5EF4-FFF2-40B4-BE49-F238E27FC236}">
                    <a16:creationId xmlns:a16="http://schemas.microsoft.com/office/drawing/2014/main" id="{52A2021F-EAC2-B84A-9171-8219D4BDC09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20" name="Group 819">
            <a:extLst>
              <a:ext uri="{FF2B5EF4-FFF2-40B4-BE49-F238E27FC236}">
                <a16:creationId xmlns:a16="http://schemas.microsoft.com/office/drawing/2014/main" id="{381985F4-0019-534F-8CE5-AE9A089DDF51}"/>
              </a:ext>
            </a:extLst>
          </p:cNvPr>
          <p:cNvGrpSpPr/>
          <p:nvPr/>
        </p:nvGrpSpPr>
        <p:grpSpPr>
          <a:xfrm>
            <a:off x="3300215" y="2870078"/>
            <a:ext cx="406004" cy="167267"/>
            <a:chOff x="7493876" y="2774731"/>
            <a:chExt cx="1481958" cy="894622"/>
          </a:xfrm>
        </p:grpSpPr>
        <p:sp>
          <p:nvSpPr>
            <p:cNvPr id="1003" name="Freeform 1002">
              <a:extLst>
                <a:ext uri="{FF2B5EF4-FFF2-40B4-BE49-F238E27FC236}">
                  <a16:creationId xmlns:a16="http://schemas.microsoft.com/office/drawing/2014/main" id="{4CE10CC8-8336-0245-950D-7D623D68111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04" name="Oval 1003">
              <a:extLst>
                <a:ext uri="{FF2B5EF4-FFF2-40B4-BE49-F238E27FC236}">
                  <a16:creationId xmlns:a16="http://schemas.microsoft.com/office/drawing/2014/main" id="{7D977A06-C0BE-1540-88E3-7929A84F78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05" name="Group 1004">
              <a:extLst>
                <a:ext uri="{FF2B5EF4-FFF2-40B4-BE49-F238E27FC236}">
                  <a16:creationId xmlns:a16="http://schemas.microsoft.com/office/drawing/2014/main" id="{19FDDE53-D84C-8442-9D8A-CCD581A3530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6" name="Freeform 1005">
                <a:extLst>
                  <a:ext uri="{FF2B5EF4-FFF2-40B4-BE49-F238E27FC236}">
                    <a16:creationId xmlns:a16="http://schemas.microsoft.com/office/drawing/2014/main" id="{6F6E6FCB-EFD3-7540-AA59-096EB89F325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7" name="Freeform 1006">
                <a:extLst>
                  <a:ext uri="{FF2B5EF4-FFF2-40B4-BE49-F238E27FC236}">
                    <a16:creationId xmlns:a16="http://schemas.microsoft.com/office/drawing/2014/main" id="{2D261D66-4D24-274A-B7FF-FCB547B174B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F563306F-33C6-A847-92E7-649E85912A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AEB4B7BE-FCC2-3F4D-8665-4275FF1FEB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9" name="Group 868">
            <a:extLst>
              <a:ext uri="{FF2B5EF4-FFF2-40B4-BE49-F238E27FC236}">
                <a16:creationId xmlns:a16="http://schemas.microsoft.com/office/drawing/2014/main" id="{5524909D-92D6-CB46-8697-C9B8CAE6477E}"/>
              </a:ext>
            </a:extLst>
          </p:cNvPr>
          <p:cNvGrpSpPr/>
          <p:nvPr/>
        </p:nvGrpSpPr>
        <p:grpSpPr>
          <a:xfrm>
            <a:off x="3426070" y="3373059"/>
            <a:ext cx="406004" cy="167267"/>
            <a:chOff x="7493876" y="2774731"/>
            <a:chExt cx="1481958" cy="894622"/>
          </a:xfrm>
        </p:grpSpPr>
        <p:sp>
          <p:nvSpPr>
            <p:cNvPr id="926" name="Freeform 925">
              <a:extLst>
                <a:ext uri="{FF2B5EF4-FFF2-40B4-BE49-F238E27FC236}">
                  <a16:creationId xmlns:a16="http://schemas.microsoft.com/office/drawing/2014/main" id="{3B2D0726-1886-8A49-BDF6-9C8DECE04B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C80EEA86-DEEC-D249-B401-35418DE0268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28" name="Group 927">
              <a:extLst>
                <a:ext uri="{FF2B5EF4-FFF2-40B4-BE49-F238E27FC236}">
                  <a16:creationId xmlns:a16="http://schemas.microsoft.com/office/drawing/2014/main" id="{D1E8DCDB-27F1-AA42-88DA-FD19F1C402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9" name="Freeform 928">
                <a:extLst>
                  <a:ext uri="{FF2B5EF4-FFF2-40B4-BE49-F238E27FC236}">
                    <a16:creationId xmlns:a16="http://schemas.microsoft.com/office/drawing/2014/main" id="{9508B2E1-C7BF-9740-BE83-39DB94E1E7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0" name="Freeform 929">
                <a:extLst>
                  <a:ext uri="{FF2B5EF4-FFF2-40B4-BE49-F238E27FC236}">
                    <a16:creationId xmlns:a16="http://schemas.microsoft.com/office/drawing/2014/main" id="{521758E3-0DD8-204F-A905-0354031EA03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1" name="Freeform 930">
                <a:extLst>
                  <a:ext uri="{FF2B5EF4-FFF2-40B4-BE49-F238E27FC236}">
                    <a16:creationId xmlns:a16="http://schemas.microsoft.com/office/drawing/2014/main" id="{7DAC71D7-383B-4540-A8A4-4AEA3CFAE88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2" name="Freeform 931">
                <a:extLst>
                  <a:ext uri="{FF2B5EF4-FFF2-40B4-BE49-F238E27FC236}">
                    <a16:creationId xmlns:a16="http://schemas.microsoft.com/office/drawing/2014/main" id="{890040AB-E90B-C742-90BE-0BDFCAC68D6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32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87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Oval 3">
            <a:extLst>
              <a:ext uri="{FF2B5EF4-FFF2-40B4-BE49-F238E27FC236}">
                <a16:creationId xmlns:a16="http://schemas.microsoft.com/office/drawing/2014/main" id="{C1E39CEB-C65D-764B-966A-D7A25B075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300" y="2087094"/>
            <a:ext cx="2606279" cy="1035844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05" name="Straight Connector 10">
            <a:extLst>
              <a:ext uri="{FF2B5EF4-FFF2-40B4-BE49-F238E27FC236}">
                <a16:creationId xmlns:a16="http://schemas.microsoft.com/office/drawing/2014/main" id="{93EBD03F-9A41-A545-84E9-9F7C7586256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81273" y="2269259"/>
            <a:ext cx="859631" cy="5476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6" name="Straight Connector 297">
            <a:extLst>
              <a:ext uri="{FF2B5EF4-FFF2-40B4-BE49-F238E27FC236}">
                <a16:creationId xmlns:a16="http://schemas.microsoft.com/office/drawing/2014/main" id="{7676F8BB-118B-B64A-92D8-85283640E5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6567" y="2494287"/>
            <a:ext cx="97631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7" name="Straight Connector 298">
            <a:extLst>
              <a:ext uri="{FF2B5EF4-FFF2-40B4-BE49-F238E27FC236}">
                <a16:creationId xmlns:a16="http://schemas.microsoft.com/office/drawing/2014/main" id="{A2DEF96B-86EE-7144-BD4A-23065D792A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64641" y="2647877"/>
            <a:ext cx="197644" cy="345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8" name="Straight Connector 299">
            <a:extLst>
              <a:ext uri="{FF2B5EF4-FFF2-40B4-BE49-F238E27FC236}">
                <a16:creationId xmlns:a16="http://schemas.microsoft.com/office/drawing/2014/main" id="{555BA90C-F55F-9A4F-9697-475AB21296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24135" y="2515719"/>
            <a:ext cx="157163" cy="8215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" name="Straight Connector 300">
            <a:extLst>
              <a:ext uri="{FF2B5EF4-FFF2-40B4-BE49-F238E27FC236}">
                <a16:creationId xmlns:a16="http://schemas.microsoft.com/office/drawing/2014/main" id="{06CA7B3A-E066-F645-A065-DE454C32D9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70531" y="2740746"/>
            <a:ext cx="166688" cy="7381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0" name="Straight Connector 301">
            <a:extLst>
              <a:ext uri="{FF2B5EF4-FFF2-40B4-BE49-F238E27FC236}">
                <a16:creationId xmlns:a16="http://schemas.microsoft.com/office/drawing/2014/main" id="{BACA8AA4-CF1D-5F48-933F-B11117821D9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39662" y="2684787"/>
            <a:ext cx="204788" cy="1905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1" name="Straight Connector 302">
            <a:extLst>
              <a:ext uri="{FF2B5EF4-FFF2-40B4-BE49-F238E27FC236}">
                <a16:creationId xmlns:a16="http://schemas.microsoft.com/office/drawing/2014/main" id="{DCD16DCF-19C7-244F-A0A1-9DB175274AC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38522" y="2674071"/>
            <a:ext cx="290513" cy="940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2" name="Straight Connector 303">
            <a:extLst>
              <a:ext uri="{FF2B5EF4-FFF2-40B4-BE49-F238E27FC236}">
                <a16:creationId xmlns:a16="http://schemas.microsoft.com/office/drawing/2014/main" id="{5D4D6C28-B196-BF48-A9D5-692E12992F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7807" y="2412133"/>
            <a:ext cx="230981" cy="1488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3" name="Straight Connector 304">
            <a:extLst>
              <a:ext uri="{FF2B5EF4-FFF2-40B4-BE49-F238E27FC236}">
                <a16:creationId xmlns:a16="http://schemas.microsoft.com/office/drawing/2014/main" id="{838A4044-BFFD-4A45-BC18-5752B084058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82463" y="2314503"/>
            <a:ext cx="184547" cy="654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4" name="TextBox 39958">
            <a:extLst>
              <a:ext uri="{FF2B5EF4-FFF2-40B4-BE49-F238E27FC236}">
                <a16:creationId xmlns:a16="http://schemas.microsoft.com/office/drawing/2014/main" id="{6F6B1677-D08C-6A47-B407-042662BB7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554" y="2345459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A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47996727-7119-574B-8617-ECC07818FEDD}"/>
              </a:ext>
            </a:extLst>
          </p:cNvPr>
          <p:cNvGrpSpPr/>
          <p:nvPr/>
        </p:nvGrpSpPr>
        <p:grpSpPr>
          <a:xfrm>
            <a:off x="3584906" y="2546386"/>
            <a:ext cx="406004" cy="167267"/>
            <a:chOff x="7493876" y="2774731"/>
            <a:chExt cx="1481958" cy="894622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3EDFEF2E-E8B6-3841-B07D-9D0CA292425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EBF872C2-5DB2-1143-8057-32D36F4F7DE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E45C82B8-7745-8345-80DF-E1551574C0B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AADF328D-9F75-D443-B009-78195511DE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CABE0F12-0414-E047-9D94-A57A4F3F8B1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61DB4664-2DC3-D243-A319-728D82FDC8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4" name="Freeform 1043">
                <a:extLst>
                  <a:ext uri="{FF2B5EF4-FFF2-40B4-BE49-F238E27FC236}">
                    <a16:creationId xmlns:a16="http://schemas.microsoft.com/office/drawing/2014/main" id="{3A39F596-0CEB-FB44-8298-3CCA7A8E5D8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FF12777F-B030-4549-A7FC-82449D14AB56}"/>
              </a:ext>
            </a:extLst>
          </p:cNvPr>
          <p:cNvGrpSpPr/>
          <p:nvPr/>
        </p:nvGrpSpPr>
        <p:grpSpPr>
          <a:xfrm>
            <a:off x="3171219" y="2363029"/>
            <a:ext cx="406004" cy="167267"/>
            <a:chOff x="7493876" y="2774731"/>
            <a:chExt cx="1481958" cy="894622"/>
          </a:xfrm>
        </p:grpSpPr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99010B44-64C2-AB4E-A534-5DD841F54CC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F609C7A8-5C64-1E46-89AE-A8782A6AB2A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67733F2-A942-984D-951B-4FC5E9704E1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9C762EC2-20E2-E34D-BF85-6154BC77A20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8" name="Freeform 1027">
                <a:extLst>
                  <a:ext uri="{FF2B5EF4-FFF2-40B4-BE49-F238E27FC236}">
                    <a16:creationId xmlns:a16="http://schemas.microsoft.com/office/drawing/2014/main" id="{816CB66E-9C37-534A-85AC-84C51BA8D5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9" name="Freeform 1028">
                <a:extLst>
                  <a:ext uri="{FF2B5EF4-FFF2-40B4-BE49-F238E27FC236}">
                    <a16:creationId xmlns:a16="http://schemas.microsoft.com/office/drawing/2014/main" id="{E4DE6B81-6776-9B45-B52B-E80CB62D179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0" name="Freeform 1029">
                <a:extLst>
                  <a:ext uri="{FF2B5EF4-FFF2-40B4-BE49-F238E27FC236}">
                    <a16:creationId xmlns:a16="http://schemas.microsoft.com/office/drawing/2014/main" id="{EAF14958-EE5D-3742-8285-298B3270B75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8" name="Group 817">
            <a:extLst>
              <a:ext uri="{FF2B5EF4-FFF2-40B4-BE49-F238E27FC236}">
                <a16:creationId xmlns:a16="http://schemas.microsoft.com/office/drawing/2014/main" id="{1EC3981A-429A-8B48-A3A4-3F38950EE426}"/>
              </a:ext>
            </a:extLst>
          </p:cNvPr>
          <p:cNvGrpSpPr/>
          <p:nvPr/>
        </p:nvGrpSpPr>
        <p:grpSpPr>
          <a:xfrm>
            <a:off x="2979474" y="2588732"/>
            <a:ext cx="406004" cy="167267"/>
            <a:chOff x="7493876" y="2774731"/>
            <a:chExt cx="1481958" cy="894622"/>
          </a:xfrm>
        </p:grpSpPr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4AD6CA35-9890-0743-96D1-73AC7E92080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18" name="Oval 1017">
              <a:extLst>
                <a:ext uri="{FF2B5EF4-FFF2-40B4-BE49-F238E27FC236}">
                  <a16:creationId xmlns:a16="http://schemas.microsoft.com/office/drawing/2014/main" id="{9C75BC85-7B77-844A-A090-98B72437D10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19" name="Group 1018">
              <a:extLst>
                <a:ext uri="{FF2B5EF4-FFF2-40B4-BE49-F238E27FC236}">
                  <a16:creationId xmlns:a16="http://schemas.microsoft.com/office/drawing/2014/main" id="{BB68491C-B2BC-5F4D-8E2D-9B5AF1FF975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0" name="Freeform 1019">
                <a:extLst>
                  <a:ext uri="{FF2B5EF4-FFF2-40B4-BE49-F238E27FC236}">
                    <a16:creationId xmlns:a16="http://schemas.microsoft.com/office/drawing/2014/main" id="{6A1C4FC8-1F5B-5C45-82B9-CE47B968AF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1" name="Freeform 1020">
                <a:extLst>
                  <a:ext uri="{FF2B5EF4-FFF2-40B4-BE49-F238E27FC236}">
                    <a16:creationId xmlns:a16="http://schemas.microsoft.com/office/drawing/2014/main" id="{726EAB2B-C360-BB43-9D51-609E86D205B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2" name="Freeform 1021">
                <a:extLst>
                  <a:ext uri="{FF2B5EF4-FFF2-40B4-BE49-F238E27FC236}">
                    <a16:creationId xmlns:a16="http://schemas.microsoft.com/office/drawing/2014/main" id="{6DC07A6D-089D-B644-A213-63263AEE673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3" name="Freeform 1022">
                <a:extLst>
                  <a:ext uri="{FF2B5EF4-FFF2-40B4-BE49-F238E27FC236}">
                    <a16:creationId xmlns:a16="http://schemas.microsoft.com/office/drawing/2014/main" id="{32E701D2-9EC5-3C41-9EF1-B1EDD98324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821" name="Oval 3">
            <a:extLst>
              <a:ext uri="{FF2B5EF4-FFF2-40B4-BE49-F238E27FC236}">
                <a16:creationId xmlns:a16="http://schemas.microsoft.com/office/drawing/2014/main" id="{175C21D2-17F4-1C48-AD8B-3CA2017D3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756" y="3195565"/>
            <a:ext cx="2206229" cy="992981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22" name="Straight Connector 10">
            <a:extLst>
              <a:ext uri="{FF2B5EF4-FFF2-40B4-BE49-F238E27FC236}">
                <a16:creationId xmlns:a16="http://schemas.microsoft.com/office/drawing/2014/main" id="{7DC3F383-B8A6-0D47-AA14-533688BAAE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80044" y="3370587"/>
            <a:ext cx="727472" cy="511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" name="Straight Connector 297">
            <a:extLst>
              <a:ext uri="{FF2B5EF4-FFF2-40B4-BE49-F238E27FC236}">
                <a16:creationId xmlns:a16="http://schemas.microsoft.com/office/drawing/2014/main" id="{FA2FCD93-6174-FC43-97E3-B56BA29EFE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473" y="3586090"/>
            <a:ext cx="82153" cy="59531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" name="Straight Connector 298">
            <a:extLst>
              <a:ext uri="{FF2B5EF4-FFF2-40B4-BE49-F238E27FC236}">
                <a16:creationId xmlns:a16="http://schemas.microsoft.com/office/drawing/2014/main" id="{FBA241B7-1D0B-3446-B887-DF2A60562C6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20550" y="3732537"/>
            <a:ext cx="166688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" name="Straight Connector 299">
            <a:extLst>
              <a:ext uri="{FF2B5EF4-FFF2-40B4-BE49-F238E27FC236}">
                <a16:creationId xmlns:a16="http://schemas.microsoft.com/office/drawing/2014/main" id="{9EF281DF-1EAB-9642-86CE-67F25A55ACB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15763" y="3606331"/>
            <a:ext cx="133350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6" name="Straight Connector 300">
            <a:extLst>
              <a:ext uri="{FF2B5EF4-FFF2-40B4-BE49-F238E27FC236}">
                <a16:creationId xmlns:a16="http://schemas.microsoft.com/office/drawing/2014/main" id="{CF0B6ED5-64C1-F64C-B490-65D8887CD4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01450" y="3821833"/>
            <a:ext cx="141685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7" name="Straight Connector 301">
            <a:extLst>
              <a:ext uri="{FF2B5EF4-FFF2-40B4-BE49-F238E27FC236}">
                <a16:creationId xmlns:a16="http://schemas.microsoft.com/office/drawing/2014/main" id="{6F25A2AA-9AAF-7545-A621-843340E23A8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68188" y="3768256"/>
            <a:ext cx="173831" cy="18335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8" name="Straight Connector 302">
            <a:extLst>
              <a:ext uri="{FF2B5EF4-FFF2-40B4-BE49-F238E27FC236}">
                <a16:creationId xmlns:a16="http://schemas.microsoft.com/office/drawing/2014/main" id="{A85DF839-8C92-7C4C-9E4F-95253E4F64D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06325" y="3758731"/>
            <a:ext cx="245269" cy="892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" name="Straight Connector 303">
            <a:extLst>
              <a:ext uri="{FF2B5EF4-FFF2-40B4-BE49-F238E27FC236}">
                <a16:creationId xmlns:a16="http://schemas.microsoft.com/office/drawing/2014/main" id="{F434154C-8D83-9441-B097-3BBC275FD9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6800" y="3507509"/>
            <a:ext cx="195263" cy="1416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" name="Straight Connector 304">
            <a:extLst>
              <a:ext uri="{FF2B5EF4-FFF2-40B4-BE49-F238E27FC236}">
                <a16:creationId xmlns:a16="http://schemas.microsoft.com/office/drawing/2014/main" id="{B524947B-DB9F-7D40-A706-4C17DE2A501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81235" y="3413450"/>
            <a:ext cx="155972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1" name="TextBox 39958">
            <a:extLst>
              <a:ext uri="{FF2B5EF4-FFF2-40B4-BE49-F238E27FC236}">
                <a16:creationId xmlns:a16="http://schemas.microsoft.com/office/drawing/2014/main" id="{E2B94A9A-0F9D-2848-A0CF-4BF11CF94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960" y="3443215"/>
            <a:ext cx="7873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C</a:t>
            </a:r>
          </a:p>
        </p:txBody>
      </p:sp>
      <p:sp>
        <p:nvSpPr>
          <p:cNvPr id="832" name="Oval 3">
            <a:extLst>
              <a:ext uri="{FF2B5EF4-FFF2-40B4-BE49-F238E27FC236}">
                <a16:creationId xmlns:a16="http://schemas.microsoft.com/office/drawing/2014/main" id="{A702DE6F-D4A0-8F44-AA63-D6E15375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285" y="2780037"/>
            <a:ext cx="2414588" cy="1007269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33" name="Straight Connector 10">
            <a:extLst>
              <a:ext uri="{FF2B5EF4-FFF2-40B4-BE49-F238E27FC236}">
                <a16:creationId xmlns:a16="http://schemas.microsoft.com/office/drawing/2014/main" id="{3F8196DF-0888-8E49-98D7-DA224C7BE9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74391" y="2957440"/>
            <a:ext cx="796528" cy="523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4" name="Straight Connector 297">
            <a:extLst>
              <a:ext uri="{FF2B5EF4-FFF2-40B4-BE49-F238E27FC236}">
                <a16:creationId xmlns:a16="http://schemas.microsoft.com/office/drawing/2014/main" id="{1B258AC6-D04D-9E42-938E-20E66E8095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7537" y="3175324"/>
            <a:ext cx="90488" cy="619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5" name="Straight Connector 298">
            <a:extLst>
              <a:ext uri="{FF2B5EF4-FFF2-40B4-BE49-F238E27FC236}">
                <a16:creationId xmlns:a16="http://schemas.microsoft.com/office/drawing/2014/main" id="{413995ED-2F60-8B4D-8D7F-93AD98A893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7519" y="3325343"/>
            <a:ext cx="182166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6" name="Straight Connector 299">
            <a:extLst>
              <a:ext uri="{FF2B5EF4-FFF2-40B4-BE49-F238E27FC236}">
                <a16:creationId xmlns:a16="http://schemas.microsoft.com/office/drawing/2014/main" id="{25EF67BD-6045-D34A-B976-7E209CEE56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3682" y="3196756"/>
            <a:ext cx="146447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7" name="Straight Connector 300">
            <a:extLst>
              <a:ext uri="{FF2B5EF4-FFF2-40B4-BE49-F238E27FC236}">
                <a16:creationId xmlns:a16="http://schemas.microsoft.com/office/drawing/2014/main" id="{36B4AB57-694E-3A49-B3F1-69CBFBA7E4F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79129" y="3415831"/>
            <a:ext cx="154781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8" name="Straight Connector 301">
            <a:extLst>
              <a:ext uri="{FF2B5EF4-FFF2-40B4-BE49-F238E27FC236}">
                <a16:creationId xmlns:a16="http://schemas.microsoft.com/office/drawing/2014/main" id="{327866EC-442B-E449-A507-1ADB289760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99444" y="3361062"/>
            <a:ext cx="190500" cy="1857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" name="Straight Connector 302">
            <a:extLst>
              <a:ext uri="{FF2B5EF4-FFF2-40B4-BE49-F238E27FC236}">
                <a16:creationId xmlns:a16="http://schemas.microsoft.com/office/drawing/2014/main" id="{0B9882C7-E94F-0A47-A7DE-70A6E795938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947107" y="3345583"/>
            <a:ext cx="269081" cy="904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0" name="Straight Connector 303">
            <a:extLst>
              <a:ext uri="{FF2B5EF4-FFF2-40B4-BE49-F238E27FC236}">
                <a16:creationId xmlns:a16="http://schemas.microsoft.com/office/drawing/2014/main" id="{07F3D5AB-917A-3646-B73E-0784162E7E1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59012" y="3095552"/>
            <a:ext cx="214313" cy="14406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1" name="Straight Connector 304">
            <a:extLst>
              <a:ext uri="{FF2B5EF4-FFF2-40B4-BE49-F238E27FC236}">
                <a16:creationId xmlns:a16="http://schemas.microsoft.com/office/drawing/2014/main" id="{7EE99713-0073-4441-B515-ACBBCD81E0F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75582" y="3000303"/>
            <a:ext cx="170260" cy="6429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2" name="TextBox 39958">
            <a:extLst>
              <a:ext uri="{FF2B5EF4-FFF2-40B4-BE49-F238E27FC236}">
                <a16:creationId xmlns:a16="http://schemas.microsoft.com/office/drawing/2014/main" id="{9B066AAE-482E-0B40-BE56-8CA80740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6204" y="3030068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B</a:t>
            </a:r>
          </a:p>
        </p:txBody>
      </p:sp>
      <p:cxnSp>
        <p:nvCxnSpPr>
          <p:cNvPr id="843" name="Straight Connector 12">
            <a:extLst>
              <a:ext uri="{FF2B5EF4-FFF2-40B4-BE49-F238E27FC236}">
                <a16:creationId xmlns:a16="http://schemas.microsoft.com/office/drawing/2014/main" id="{F300F1C8-847A-BE41-8774-57B1DCD8D5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50266" y="2000177"/>
            <a:ext cx="178594" cy="1964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6" name="Straight Connector 502">
            <a:extLst>
              <a:ext uri="{FF2B5EF4-FFF2-40B4-BE49-F238E27FC236}">
                <a16:creationId xmlns:a16="http://schemas.microsoft.com/office/drawing/2014/main" id="{3F67B9C4-4FEC-1240-9C01-EB8A6EE3CD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00410" y="1851350"/>
            <a:ext cx="230981" cy="4298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7" name="Straight Connector 503">
            <a:extLst>
              <a:ext uri="{FF2B5EF4-FFF2-40B4-BE49-F238E27FC236}">
                <a16:creationId xmlns:a16="http://schemas.microsoft.com/office/drawing/2014/main" id="{545AD480-9636-0E4B-B4B9-9B4ADC620A0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82601" y="1834681"/>
            <a:ext cx="288131" cy="4345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8" name="Straight Connector 504">
            <a:extLst>
              <a:ext uri="{FF2B5EF4-FFF2-40B4-BE49-F238E27FC236}">
                <a16:creationId xmlns:a16="http://schemas.microsoft.com/office/drawing/2014/main" id="{71581065-B12B-1A4E-BE8D-55FA0FB772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1154" y="2218062"/>
            <a:ext cx="161925" cy="78462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9" name="Straight Connector 505">
            <a:extLst>
              <a:ext uri="{FF2B5EF4-FFF2-40B4-BE49-F238E27FC236}">
                <a16:creationId xmlns:a16="http://schemas.microsoft.com/office/drawing/2014/main" id="{73C31C58-B4CF-814A-A3FD-55A6563CEF4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16188" y="2481190"/>
            <a:ext cx="180975" cy="519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" name="Straight Connector 507">
            <a:extLst>
              <a:ext uri="{FF2B5EF4-FFF2-40B4-BE49-F238E27FC236}">
                <a16:creationId xmlns:a16="http://schemas.microsoft.com/office/drawing/2014/main" id="{EC7E8528-0B6D-CF4D-8A94-85AA80C4CC8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54313" y="3472981"/>
            <a:ext cx="597694" cy="4607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4" name="Straight Connector 512">
            <a:extLst>
              <a:ext uri="{FF2B5EF4-FFF2-40B4-BE49-F238E27FC236}">
                <a16:creationId xmlns:a16="http://schemas.microsoft.com/office/drawing/2014/main" id="{3894D9DF-7CD2-5E46-A639-24D288F8333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6162" y="3913512"/>
            <a:ext cx="301229" cy="15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5" name="Straight Connector 513">
            <a:extLst>
              <a:ext uri="{FF2B5EF4-FFF2-40B4-BE49-F238E27FC236}">
                <a16:creationId xmlns:a16="http://schemas.microsoft.com/office/drawing/2014/main" id="{89BD6F64-A1F9-A841-8EE8-ACECF372CC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01362" y="3806356"/>
            <a:ext cx="338138" cy="869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7" name="Straight Connector 508">
            <a:extLst>
              <a:ext uri="{FF2B5EF4-FFF2-40B4-BE49-F238E27FC236}">
                <a16:creationId xmlns:a16="http://schemas.microsoft.com/office/drawing/2014/main" id="{CBDBB96A-3635-3D49-964A-A9C290E5CAD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35175" y="3584900"/>
            <a:ext cx="785813" cy="725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8" name="Straight Connector 506">
            <a:extLst>
              <a:ext uri="{FF2B5EF4-FFF2-40B4-BE49-F238E27FC236}">
                <a16:creationId xmlns:a16="http://schemas.microsoft.com/office/drawing/2014/main" id="{AA94DB72-B450-7842-B04E-DCFB91821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37656" y="3276527"/>
            <a:ext cx="406004" cy="18692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59" name="Group 858">
            <a:extLst>
              <a:ext uri="{FF2B5EF4-FFF2-40B4-BE49-F238E27FC236}">
                <a16:creationId xmlns:a16="http://schemas.microsoft.com/office/drawing/2014/main" id="{90216148-AEBB-D045-BC04-2476960CEEA7}"/>
              </a:ext>
            </a:extLst>
          </p:cNvPr>
          <p:cNvGrpSpPr/>
          <p:nvPr/>
        </p:nvGrpSpPr>
        <p:grpSpPr>
          <a:xfrm>
            <a:off x="3894469" y="2255872"/>
            <a:ext cx="406004" cy="167267"/>
            <a:chOff x="7493876" y="2774731"/>
            <a:chExt cx="1481958" cy="894622"/>
          </a:xfrm>
        </p:grpSpPr>
        <p:sp>
          <p:nvSpPr>
            <p:cNvPr id="996" name="Freeform 995">
              <a:extLst>
                <a:ext uri="{FF2B5EF4-FFF2-40B4-BE49-F238E27FC236}">
                  <a16:creationId xmlns:a16="http://schemas.microsoft.com/office/drawing/2014/main" id="{7C739FBE-036D-994B-85E2-4440DD53038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97" name="Oval 996">
              <a:extLst>
                <a:ext uri="{FF2B5EF4-FFF2-40B4-BE49-F238E27FC236}">
                  <a16:creationId xmlns:a16="http://schemas.microsoft.com/office/drawing/2014/main" id="{33BC4048-43F2-884D-8016-9AF95DABE2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98" name="Group 997">
              <a:extLst>
                <a:ext uri="{FF2B5EF4-FFF2-40B4-BE49-F238E27FC236}">
                  <a16:creationId xmlns:a16="http://schemas.microsoft.com/office/drawing/2014/main" id="{130BCC6D-B09E-1C41-A8CF-04A2A963826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9" name="Freeform 998">
                <a:extLst>
                  <a:ext uri="{FF2B5EF4-FFF2-40B4-BE49-F238E27FC236}">
                    <a16:creationId xmlns:a16="http://schemas.microsoft.com/office/drawing/2014/main" id="{0FA93124-8744-5D4F-9E8A-8660696E5B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0" name="Freeform 999">
                <a:extLst>
                  <a:ext uri="{FF2B5EF4-FFF2-40B4-BE49-F238E27FC236}">
                    <a16:creationId xmlns:a16="http://schemas.microsoft.com/office/drawing/2014/main" id="{17571ADC-29EF-004D-A61B-676F21C86B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1" name="Freeform 1000">
                <a:extLst>
                  <a:ext uri="{FF2B5EF4-FFF2-40B4-BE49-F238E27FC236}">
                    <a16:creationId xmlns:a16="http://schemas.microsoft.com/office/drawing/2014/main" id="{36F070DE-197E-7F4B-AA78-582124C37FA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2" name="Freeform 1001">
                <a:extLst>
                  <a:ext uri="{FF2B5EF4-FFF2-40B4-BE49-F238E27FC236}">
                    <a16:creationId xmlns:a16="http://schemas.microsoft.com/office/drawing/2014/main" id="{3B0B317D-7F53-E348-81C1-4EE7DBCD590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0" name="Group 859">
            <a:extLst>
              <a:ext uri="{FF2B5EF4-FFF2-40B4-BE49-F238E27FC236}">
                <a16:creationId xmlns:a16="http://schemas.microsoft.com/office/drawing/2014/main" id="{7C41A419-299B-7A4A-A2A5-F2262956EE0F}"/>
              </a:ext>
            </a:extLst>
          </p:cNvPr>
          <p:cNvGrpSpPr/>
          <p:nvPr/>
        </p:nvGrpSpPr>
        <p:grpSpPr>
          <a:xfrm>
            <a:off x="2716404" y="2181153"/>
            <a:ext cx="406004" cy="167267"/>
            <a:chOff x="7493876" y="2774731"/>
            <a:chExt cx="1481958" cy="894622"/>
          </a:xfrm>
        </p:grpSpPr>
        <p:sp>
          <p:nvSpPr>
            <p:cNvPr id="989" name="Freeform 988">
              <a:extLst>
                <a:ext uri="{FF2B5EF4-FFF2-40B4-BE49-F238E27FC236}">
                  <a16:creationId xmlns:a16="http://schemas.microsoft.com/office/drawing/2014/main" id="{E9155573-B861-144A-AA4A-0F52588679C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90" name="Oval 989">
              <a:extLst>
                <a:ext uri="{FF2B5EF4-FFF2-40B4-BE49-F238E27FC236}">
                  <a16:creationId xmlns:a16="http://schemas.microsoft.com/office/drawing/2014/main" id="{4F83F884-BBF3-CA40-927E-3CE279B6EDF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91" name="Group 990">
              <a:extLst>
                <a:ext uri="{FF2B5EF4-FFF2-40B4-BE49-F238E27FC236}">
                  <a16:creationId xmlns:a16="http://schemas.microsoft.com/office/drawing/2014/main" id="{0753217D-6DD5-164C-ADEE-1458B0AC16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2" name="Freeform 991">
                <a:extLst>
                  <a:ext uri="{FF2B5EF4-FFF2-40B4-BE49-F238E27FC236}">
                    <a16:creationId xmlns:a16="http://schemas.microsoft.com/office/drawing/2014/main" id="{B8A25917-7DC6-5444-9682-410BA073678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3" name="Freeform 992">
                <a:extLst>
                  <a:ext uri="{FF2B5EF4-FFF2-40B4-BE49-F238E27FC236}">
                    <a16:creationId xmlns:a16="http://schemas.microsoft.com/office/drawing/2014/main" id="{CABFF5B5-945B-6C4A-890D-ACDA82006C6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4" name="Freeform 993">
                <a:extLst>
                  <a:ext uri="{FF2B5EF4-FFF2-40B4-BE49-F238E27FC236}">
                    <a16:creationId xmlns:a16="http://schemas.microsoft.com/office/drawing/2014/main" id="{8AB92421-736D-4A47-8B5A-1ACC7756D5A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5" name="Freeform 994">
                <a:extLst>
                  <a:ext uri="{FF2B5EF4-FFF2-40B4-BE49-F238E27FC236}">
                    <a16:creationId xmlns:a16="http://schemas.microsoft.com/office/drawing/2014/main" id="{F3DCCAE7-3191-354E-90E8-A6C735BF93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3" name="Group 862">
            <a:extLst>
              <a:ext uri="{FF2B5EF4-FFF2-40B4-BE49-F238E27FC236}">
                <a16:creationId xmlns:a16="http://schemas.microsoft.com/office/drawing/2014/main" id="{493E10B9-C866-154D-940F-1FA669A54572}"/>
              </a:ext>
            </a:extLst>
          </p:cNvPr>
          <p:cNvGrpSpPr/>
          <p:nvPr/>
        </p:nvGrpSpPr>
        <p:grpSpPr>
          <a:xfrm>
            <a:off x="6137011" y="3376084"/>
            <a:ext cx="406004" cy="167267"/>
            <a:chOff x="7493876" y="2774731"/>
            <a:chExt cx="1481958" cy="894622"/>
          </a:xfrm>
        </p:grpSpPr>
        <p:sp>
          <p:nvSpPr>
            <p:cNvPr id="968" name="Freeform 967">
              <a:extLst>
                <a:ext uri="{FF2B5EF4-FFF2-40B4-BE49-F238E27FC236}">
                  <a16:creationId xmlns:a16="http://schemas.microsoft.com/office/drawing/2014/main" id="{BF32E820-0FBE-E847-8B3C-9F2876D92E5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69" name="Oval 968">
              <a:extLst>
                <a:ext uri="{FF2B5EF4-FFF2-40B4-BE49-F238E27FC236}">
                  <a16:creationId xmlns:a16="http://schemas.microsoft.com/office/drawing/2014/main" id="{B3A55633-56F4-AC42-945D-1875A96B677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70" name="Group 969">
              <a:extLst>
                <a:ext uri="{FF2B5EF4-FFF2-40B4-BE49-F238E27FC236}">
                  <a16:creationId xmlns:a16="http://schemas.microsoft.com/office/drawing/2014/main" id="{E4AB8815-1B1F-544F-9602-FE11A09FB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1" name="Freeform 970">
                <a:extLst>
                  <a:ext uri="{FF2B5EF4-FFF2-40B4-BE49-F238E27FC236}">
                    <a16:creationId xmlns:a16="http://schemas.microsoft.com/office/drawing/2014/main" id="{25FA3B90-FE77-9D46-BA40-38A873C159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2" name="Freeform 971">
                <a:extLst>
                  <a:ext uri="{FF2B5EF4-FFF2-40B4-BE49-F238E27FC236}">
                    <a16:creationId xmlns:a16="http://schemas.microsoft.com/office/drawing/2014/main" id="{0F8E8660-4197-E24F-B9E2-EFC996926F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3" name="Freeform 972">
                <a:extLst>
                  <a:ext uri="{FF2B5EF4-FFF2-40B4-BE49-F238E27FC236}">
                    <a16:creationId xmlns:a16="http://schemas.microsoft.com/office/drawing/2014/main" id="{640090A1-376A-5A4C-8EBA-6CB5B79BB4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4" name="Freeform 973">
                <a:extLst>
                  <a:ext uri="{FF2B5EF4-FFF2-40B4-BE49-F238E27FC236}">
                    <a16:creationId xmlns:a16="http://schemas.microsoft.com/office/drawing/2014/main" id="{95591564-5458-114D-85FD-A7003062250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4" name="Group 863">
            <a:extLst>
              <a:ext uri="{FF2B5EF4-FFF2-40B4-BE49-F238E27FC236}">
                <a16:creationId xmlns:a16="http://schemas.microsoft.com/office/drawing/2014/main" id="{614BEF92-8E4F-D346-A4B6-7E2EA0C9DE59}"/>
              </a:ext>
            </a:extLst>
          </p:cNvPr>
          <p:cNvGrpSpPr/>
          <p:nvPr/>
        </p:nvGrpSpPr>
        <p:grpSpPr>
          <a:xfrm>
            <a:off x="5602255" y="3208968"/>
            <a:ext cx="406004" cy="167267"/>
            <a:chOff x="7493876" y="2774731"/>
            <a:chExt cx="1481958" cy="894622"/>
          </a:xfrm>
        </p:grpSpPr>
        <p:sp>
          <p:nvSpPr>
            <p:cNvPr id="961" name="Freeform 960">
              <a:extLst>
                <a:ext uri="{FF2B5EF4-FFF2-40B4-BE49-F238E27FC236}">
                  <a16:creationId xmlns:a16="http://schemas.microsoft.com/office/drawing/2014/main" id="{8EF1D860-B711-3743-A475-0C6DB2BAB3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62" name="Oval 961">
              <a:extLst>
                <a:ext uri="{FF2B5EF4-FFF2-40B4-BE49-F238E27FC236}">
                  <a16:creationId xmlns:a16="http://schemas.microsoft.com/office/drawing/2014/main" id="{37A0AB5E-D9CC-724B-855A-A8218863578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63" name="Group 962">
              <a:extLst>
                <a:ext uri="{FF2B5EF4-FFF2-40B4-BE49-F238E27FC236}">
                  <a16:creationId xmlns:a16="http://schemas.microsoft.com/office/drawing/2014/main" id="{8F6005C9-9B60-8748-86C0-D3E6A08036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4" name="Freeform 963">
                <a:extLst>
                  <a:ext uri="{FF2B5EF4-FFF2-40B4-BE49-F238E27FC236}">
                    <a16:creationId xmlns:a16="http://schemas.microsoft.com/office/drawing/2014/main" id="{DE0F8D72-5786-D54F-93E4-C3C9C54159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5" name="Freeform 964">
                <a:extLst>
                  <a:ext uri="{FF2B5EF4-FFF2-40B4-BE49-F238E27FC236}">
                    <a16:creationId xmlns:a16="http://schemas.microsoft.com/office/drawing/2014/main" id="{5464F08B-BD83-8A44-BBFA-F4EE1966C4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6" name="Freeform 965">
                <a:extLst>
                  <a:ext uri="{FF2B5EF4-FFF2-40B4-BE49-F238E27FC236}">
                    <a16:creationId xmlns:a16="http://schemas.microsoft.com/office/drawing/2014/main" id="{09ECF1C0-ACB1-8540-969F-7EA711FE8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7" name="Freeform 966">
                <a:extLst>
                  <a:ext uri="{FF2B5EF4-FFF2-40B4-BE49-F238E27FC236}">
                    <a16:creationId xmlns:a16="http://schemas.microsoft.com/office/drawing/2014/main" id="{F98EB79D-440D-CA4F-A9C3-BD9212D3EDD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5" name="Group 864">
            <a:extLst>
              <a:ext uri="{FF2B5EF4-FFF2-40B4-BE49-F238E27FC236}">
                <a16:creationId xmlns:a16="http://schemas.microsoft.com/office/drawing/2014/main" id="{B7E7D103-F268-674F-B3C3-92EA88673276}"/>
              </a:ext>
            </a:extLst>
          </p:cNvPr>
          <p:cNvGrpSpPr/>
          <p:nvPr/>
        </p:nvGrpSpPr>
        <p:grpSpPr>
          <a:xfrm>
            <a:off x="5234517" y="3044677"/>
            <a:ext cx="406004" cy="167267"/>
            <a:chOff x="7493876" y="2774731"/>
            <a:chExt cx="1481958" cy="894622"/>
          </a:xfrm>
        </p:grpSpPr>
        <p:sp>
          <p:nvSpPr>
            <p:cNvPr id="954" name="Freeform 953">
              <a:extLst>
                <a:ext uri="{FF2B5EF4-FFF2-40B4-BE49-F238E27FC236}">
                  <a16:creationId xmlns:a16="http://schemas.microsoft.com/office/drawing/2014/main" id="{EB728D85-B436-E54F-874C-34B0042A866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946A835F-BA3F-764B-B186-F72E0110BE6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56" name="Group 955">
              <a:extLst>
                <a:ext uri="{FF2B5EF4-FFF2-40B4-BE49-F238E27FC236}">
                  <a16:creationId xmlns:a16="http://schemas.microsoft.com/office/drawing/2014/main" id="{BE4F084A-E9A5-3044-A2FF-F78EBF4D712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7" name="Freeform 956">
                <a:extLst>
                  <a:ext uri="{FF2B5EF4-FFF2-40B4-BE49-F238E27FC236}">
                    <a16:creationId xmlns:a16="http://schemas.microsoft.com/office/drawing/2014/main" id="{3731CD43-1F76-FC4C-B577-47908AE83FD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8" name="Freeform 957">
                <a:extLst>
                  <a:ext uri="{FF2B5EF4-FFF2-40B4-BE49-F238E27FC236}">
                    <a16:creationId xmlns:a16="http://schemas.microsoft.com/office/drawing/2014/main" id="{E5922D92-CE3B-F444-BBBB-094EE443F8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9" name="Freeform 958">
                <a:extLst>
                  <a:ext uri="{FF2B5EF4-FFF2-40B4-BE49-F238E27FC236}">
                    <a16:creationId xmlns:a16="http://schemas.microsoft.com/office/drawing/2014/main" id="{FFCCE373-6CD7-CF42-892E-CA621687B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0" name="Freeform 959">
                <a:extLst>
                  <a:ext uri="{FF2B5EF4-FFF2-40B4-BE49-F238E27FC236}">
                    <a16:creationId xmlns:a16="http://schemas.microsoft.com/office/drawing/2014/main" id="{E3119A7D-B722-F548-9954-AA327EFAED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6" name="Group 865">
            <a:extLst>
              <a:ext uri="{FF2B5EF4-FFF2-40B4-BE49-F238E27FC236}">
                <a16:creationId xmlns:a16="http://schemas.microsoft.com/office/drawing/2014/main" id="{25847F9D-CFF7-5643-B6B5-34AC8A619763}"/>
              </a:ext>
            </a:extLst>
          </p:cNvPr>
          <p:cNvGrpSpPr/>
          <p:nvPr/>
        </p:nvGrpSpPr>
        <p:grpSpPr>
          <a:xfrm>
            <a:off x="5042712" y="3275047"/>
            <a:ext cx="406004" cy="167267"/>
            <a:chOff x="7493876" y="2774731"/>
            <a:chExt cx="1481958" cy="894622"/>
          </a:xfrm>
        </p:grpSpPr>
        <p:sp>
          <p:nvSpPr>
            <p:cNvPr id="947" name="Freeform 946">
              <a:extLst>
                <a:ext uri="{FF2B5EF4-FFF2-40B4-BE49-F238E27FC236}">
                  <a16:creationId xmlns:a16="http://schemas.microsoft.com/office/drawing/2014/main" id="{4A82214C-8C1F-BB49-8FC4-CFEE6481F4E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C6DB8AC9-820A-504A-9670-7CEE5BB4E00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49" name="Group 948">
              <a:extLst>
                <a:ext uri="{FF2B5EF4-FFF2-40B4-BE49-F238E27FC236}">
                  <a16:creationId xmlns:a16="http://schemas.microsoft.com/office/drawing/2014/main" id="{A0C3804C-D799-0B4C-89DF-FC0B44C2096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0" name="Freeform 949">
                <a:extLst>
                  <a:ext uri="{FF2B5EF4-FFF2-40B4-BE49-F238E27FC236}">
                    <a16:creationId xmlns:a16="http://schemas.microsoft.com/office/drawing/2014/main" id="{00F71241-1388-C540-9F11-AA43DC1BD9C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1" name="Freeform 950">
                <a:extLst>
                  <a:ext uri="{FF2B5EF4-FFF2-40B4-BE49-F238E27FC236}">
                    <a16:creationId xmlns:a16="http://schemas.microsoft.com/office/drawing/2014/main" id="{B892CC6B-D497-9946-B2FE-18A16FA7524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2" name="Freeform 951">
                <a:extLst>
                  <a:ext uri="{FF2B5EF4-FFF2-40B4-BE49-F238E27FC236}">
                    <a16:creationId xmlns:a16="http://schemas.microsoft.com/office/drawing/2014/main" id="{DAA7BCA0-C4BF-774A-9DB8-B5D24C8A02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3" name="Freeform 952">
                <a:extLst>
                  <a:ext uri="{FF2B5EF4-FFF2-40B4-BE49-F238E27FC236}">
                    <a16:creationId xmlns:a16="http://schemas.microsoft.com/office/drawing/2014/main" id="{7D6DF0F5-5284-2048-85DC-C4B7C1D0C8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1E439E8A-6D0D-A947-88AE-13F395EF741B}"/>
              </a:ext>
            </a:extLst>
          </p:cNvPr>
          <p:cNvGrpSpPr/>
          <p:nvPr/>
        </p:nvGrpSpPr>
        <p:grpSpPr>
          <a:xfrm>
            <a:off x="5468278" y="3493507"/>
            <a:ext cx="406004" cy="167267"/>
            <a:chOff x="7493876" y="2774731"/>
            <a:chExt cx="1481958" cy="894622"/>
          </a:xfrm>
        </p:grpSpPr>
        <p:sp>
          <p:nvSpPr>
            <p:cNvPr id="933" name="Freeform 932">
              <a:extLst>
                <a:ext uri="{FF2B5EF4-FFF2-40B4-BE49-F238E27FC236}">
                  <a16:creationId xmlns:a16="http://schemas.microsoft.com/office/drawing/2014/main" id="{20642CDD-5807-E440-80BD-4914CEF640C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34" name="Oval 933">
              <a:extLst>
                <a:ext uri="{FF2B5EF4-FFF2-40B4-BE49-F238E27FC236}">
                  <a16:creationId xmlns:a16="http://schemas.microsoft.com/office/drawing/2014/main" id="{5B2D41A3-738C-DE4B-95B1-D98C150F0D7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72893B92-0783-094B-9B06-5B15CE5E8F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6" name="Freeform 935">
                <a:extLst>
                  <a:ext uri="{FF2B5EF4-FFF2-40B4-BE49-F238E27FC236}">
                    <a16:creationId xmlns:a16="http://schemas.microsoft.com/office/drawing/2014/main" id="{A6B26209-5A79-9B49-9A4A-3D3FDEBD6B5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7" name="Freeform 936">
                <a:extLst>
                  <a:ext uri="{FF2B5EF4-FFF2-40B4-BE49-F238E27FC236}">
                    <a16:creationId xmlns:a16="http://schemas.microsoft.com/office/drawing/2014/main" id="{5ABE6455-D1B0-6049-AB8E-5B81D3C447D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8" name="Freeform 937">
                <a:extLst>
                  <a:ext uri="{FF2B5EF4-FFF2-40B4-BE49-F238E27FC236}">
                    <a16:creationId xmlns:a16="http://schemas.microsoft.com/office/drawing/2014/main" id="{C314A57D-E8A9-DA4B-9456-521A28BDBB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9" name="Freeform 938">
                <a:extLst>
                  <a:ext uri="{FF2B5EF4-FFF2-40B4-BE49-F238E27FC236}">
                    <a16:creationId xmlns:a16="http://schemas.microsoft.com/office/drawing/2014/main" id="{88E5CA8C-8B97-3347-8938-C5B63B3D849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1" name="Group 870">
            <a:extLst>
              <a:ext uri="{FF2B5EF4-FFF2-40B4-BE49-F238E27FC236}">
                <a16:creationId xmlns:a16="http://schemas.microsoft.com/office/drawing/2014/main" id="{EBB68360-CFEF-9545-B290-C95BF47B5ABD}"/>
              </a:ext>
            </a:extLst>
          </p:cNvPr>
          <p:cNvGrpSpPr/>
          <p:nvPr/>
        </p:nvGrpSpPr>
        <p:grpSpPr>
          <a:xfrm>
            <a:off x="3165211" y="3620128"/>
            <a:ext cx="406004" cy="167267"/>
            <a:chOff x="7493876" y="2774731"/>
            <a:chExt cx="1481958" cy="894622"/>
          </a:xfrm>
        </p:grpSpPr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C31E65F7-C8D0-2148-AE16-6639E37F6C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24C01524-664D-0B42-A170-7AA7DFCD48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14" name="Group 913">
              <a:extLst>
                <a:ext uri="{FF2B5EF4-FFF2-40B4-BE49-F238E27FC236}">
                  <a16:creationId xmlns:a16="http://schemas.microsoft.com/office/drawing/2014/main" id="{69D00E7B-FD92-574B-9D44-DD864E2B55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5" name="Freeform 914">
                <a:extLst>
                  <a:ext uri="{FF2B5EF4-FFF2-40B4-BE49-F238E27FC236}">
                    <a16:creationId xmlns:a16="http://schemas.microsoft.com/office/drawing/2014/main" id="{98518A8B-3C13-A346-87DA-94216CD9FC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6" name="Freeform 915">
                <a:extLst>
                  <a:ext uri="{FF2B5EF4-FFF2-40B4-BE49-F238E27FC236}">
                    <a16:creationId xmlns:a16="http://schemas.microsoft.com/office/drawing/2014/main" id="{C4C44228-65B5-564C-B1D9-63A0904BA4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7" name="Freeform 916">
                <a:extLst>
                  <a:ext uri="{FF2B5EF4-FFF2-40B4-BE49-F238E27FC236}">
                    <a16:creationId xmlns:a16="http://schemas.microsoft.com/office/drawing/2014/main" id="{B5DCAEA1-0E67-2B47-8939-3B96B10806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8" name="Freeform 917">
                <a:extLst>
                  <a:ext uri="{FF2B5EF4-FFF2-40B4-BE49-F238E27FC236}">
                    <a16:creationId xmlns:a16="http://schemas.microsoft.com/office/drawing/2014/main" id="{0BF12852-261D-6142-8DC4-CA6078C2CE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3" name="Group 872">
            <a:extLst>
              <a:ext uri="{FF2B5EF4-FFF2-40B4-BE49-F238E27FC236}">
                <a16:creationId xmlns:a16="http://schemas.microsoft.com/office/drawing/2014/main" id="{C54AB713-5B88-EF45-B0D1-C4B00F726693}"/>
              </a:ext>
            </a:extLst>
          </p:cNvPr>
          <p:cNvGrpSpPr/>
          <p:nvPr/>
        </p:nvGrpSpPr>
        <p:grpSpPr>
          <a:xfrm>
            <a:off x="2805064" y="3473592"/>
            <a:ext cx="406004" cy="167267"/>
            <a:chOff x="7493876" y="2774731"/>
            <a:chExt cx="1481958" cy="894622"/>
          </a:xfrm>
        </p:grpSpPr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DFDAEE8A-153F-F148-ACED-DCB6523146D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99" name="Oval 898">
              <a:extLst>
                <a:ext uri="{FF2B5EF4-FFF2-40B4-BE49-F238E27FC236}">
                  <a16:creationId xmlns:a16="http://schemas.microsoft.com/office/drawing/2014/main" id="{12E9968E-6A5D-1D49-87AD-9360D941AF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00" name="Group 899">
              <a:extLst>
                <a:ext uri="{FF2B5EF4-FFF2-40B4-BE49-F238E27FC236}">
                  <a16:creationId xmlns:a16="http://schemas.microsoft.com/office/drawing/2014/main" id="{C96DB30C-CB79-ED4D-990A-79FB83582D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1" name="Freeform 900">
                <a:extLst>
                  <a:ext uri="{FF2B5EF4-FFF2-40B4-BE49-F238E27FC236}">
                    <a16:creationId xmlns:a16="http://schemas.microsoft.com/office/drawing/2014/main" id="{2A2BB217-A5F6-F142-B4CF-398F9DAFFC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2" name="Freeform 901">
                <a:extLst>
                  <a:ext uri="{FF2B5EF4-FFF2-40B4-BE49-F238E27FC236}">
                    <a16:creationId xmlns:a16="http://schemas.microsoft.com/office/drawing/2014/main" id="{098B3B92-C926-1C43-A24C-B12286D823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3" name="Freeform 902">
                <a:extLst>
                  <a:ext uri="{FF2B5EF4-FFF2-40B4-BE49-F238E27FC236}">
                    <a16:creationId xmlns:a16="http://schemas.microsoft.com/office/drawing/2014/main" id="{7A699073-99D7-F145-AF5D-6000D9E789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4" name="Freeform 903">
                <a:extLst>
                  <a:ext uri="{FF2B5EF4-FFF2-40B4-BE49-F238E27FC236}">
                    <a16:creationId xmlns:a16="http://schemas.microsoft.com/office/drawing/2014/main" id="{9DF6CA8B-C8D2-0649-92B0-D39407735BD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4" name="Group 873">
            <a:extLst>
              <a:ext uri="{FF2B5EF4-FFF2-40B4-BE49-F238E27FC236}">
                <a16:creationId xmlns:a16="http://schemas.microsoft.com/office/drawing/2014/main" id="{BB4F8064-75E6-4148-A080-7FE6F41A0BDD}"/>
              </a:ext>
            </a:extLst>
          </p:cNvPr>
          <p:cNvGrpSpPr/>
          <p:nvPr/>
        </p:nvGrpSpPr>
        <p:grpSpPr>
          <a:xfrm>
            <a:off x="2625559" y="3677134"/>
            <a:ext cx="406004" cy="167267"/>
            <a:chOff x="7493876" y="2774731"/>
            <a:chExt cx="1481958" cy="894622"/>
          </a:xfrm>
        </p:grpSpPr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3450A9CF-C953-C045-9C98-C67E566E1D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1C10C7D2-78B6-5244-AEDC-999C61D0E17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93" name="Group 892">
              <a:extLst>
                <a:ext uri="{FF2B5EF4-FFF2-40B4-BE49-F238E27FC236}">
                  <a16:creationId xmlns:a16="http://schemas.microsoft.com/office/drawing/2014/main" id="{C348A6F0-8B18-E549-942A-B4BA0E4351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4" name="Freeform 893">
                <a:extLst>
                  <a:ext uri="{FF2B5EF4-FFF2-40B4-BE49-F238E27FC236}">
                    <a16:creationId xmlns:a16="http://schemas.microsoft.com/office/drawing/2014/main" id="{50BF416E-5E10-9E42-BF67-C438CBDE37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5" name="Freeform 894">
                <a:extLst>
                  <a:ext uri="{FF2B5EF4-FFF2-40B4-BE49-F238E27FC236}">
                    <a16:creationId xmlns:a16="http://schemas.microsoft.com/office/drawing/2014/main" id="{301F7374-9853-7146-9A47-25C0E033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6" name="Freeform 895">
                <a:extLst>
                  <a:ext uri="{FF2B5EF4-FFF2-40B4-BE49-F238E27FC236}">
                    <a16:creationId xmlns:a16="http://schemas.microsoft.com/office/drawing/2014/main" id="{0164ECE1-B718-B34A-8EDE-D4D0DB3D0D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7" name="Freeform 896">
                <a:extLst>
                  <a:ext uri="{FF2B5EF4-FFF2-40B4-BE49-F238E27FC236}">
                    <a16:creationId xmlns:a16="http://schemas.microsoft.com/office/drawing/2014/main" id="{C96E24B3-51EE-4841-AC48-02977D922FE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5" name="Group 874">
            <a:extLst>
              <a:ext uri="{FF2B5EF4-FFF2-40B4-BE49-F238E27FC236}">
                <a16:creationId xmlns:a16="http://schemas.microsoft.com/office/drawing/2014/main" id="{A27592D6-B4A5-A942-80A1-4D78584A3729}"/>
              </a:ext>
            </a:extLst>
          </p:cNvPr>
          <p:cNvGrpSpPr/>
          <p:nvPr/>
        </p:nvGrpSpPr>
        <p:grpSpPr>
          <a:xfrm>
            <a:off x="2242477" y="3816935"/>
            <a:ext cx="406004" cy="167267"/>
            <a:chOff x="7493876" y="2774731"/>
            <a:chExt cx="1481958" cy="894622"/>
          </a:xfrm>
        </p:grpSpPr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4392C382-3B33-664B-9F30-2368CB7435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85" name="Oval 884">
              <a:extLst>
                <a:ext uri="{FF2B5EF4-FFF2-40B4-BE49-F238E27FC236}">
                  <a16:creationId xmlns:a16="http://schemas.microsoft.com/office/drawing/2014/main" id="{E90301FC-FA81-3446-843A-1157E8F0D1A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86" name="Group 885">
              <a:extLst>
                <a:ext uri="{FF2B5EF4-FFF2-40B4-BE49-F238E27FC236}">
                  <a16:creationId xmlns:a16="http://schemas.microsoft.com/office/drawing/2014/main" id="{8F48D118-A375-7442-B7A1-D3B3C92259B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7" name="Freeform 886">
                <a:extLst>
                  <a:ext uri="{FF2B5EF4-FFF2-40B4-BE49-F238E27FC236}">
                    <a16:creationId xmlns:a16="http://schemas.microsoft.com/office/drawing/2014/main" id="{E429E113-061A-8D4E-A711-8433BE2D779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8" name="Freeform 887">
                <a:extLst>
                  <a:ext uri="{FF2B5EF4-FFF2-40B4-BE49-F238E27FC236}">
                    <a16:creationId xmlns:a16="http://schemas.microsoft.com/office/drawing/2014/main" id="{E0359472-260A-464A-8A61-1822736A767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9" name="Freeform 888">
                <a:extLst>
                  <a:ext uri="{FF2B5EF4-FFF2-40B4-BE49-F238E27FC236}">
                    <a16:creationId xmlns:a16="http://schemas.microsoft.com/office/drawing/2014/main" id="{B379B8F8-0A7B-E648-8635-FC0E285361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0" name="Freeform 889">
                <a:extLst>
                  <a:ext uri="{FF2B5EF4-FFF2-40B4-BE49-F238E27FC236}">
                    <a16:creationId xmlns:a16="http://schemas.microsoft.com/office/drawing/2014/main" id="{F43281EA-3AA2-6846-BFA5-C6871369B73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6" name="Group 875">
            <a:extLst>
              <a:ext uri="{FF2B5EF4-FFF2-40B4-BE49-F238E27FC236}">
                <a16:creationId xmlns:a16="http://schemas.microsoft.com/office/drawing/2014/main" id="{77B1D9FD-DA0A-6F46-AF57-F32DAF022A6D}"/>
              </a:ext>
            </a:extLst>
          </p:cNvPr>
          <p:cNvGrpSpPr/>
          <p:nvPr/>
        </p:nvGrpSpPr>
        <p:grpSpPr>
          <a:xfrm>
            <a:off x="3017911" y="3883843"/>
            <a:ext cx="406004" cy="167267"/>
            <a:chOff x="7493876" y="2774731"/>
            <a:chExt cx="1481958" cy="894622"/>
          </a:xfrm>
        </p:grpSpPr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38DD07A8-F151-D74A-B9B0-150EF89A609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CE2FED6D-7123-A44C-A27D-AC4E5E5A7A1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79" name="Group 878">
              <a:extLst>
                <a:ext uri="{FF2B5EF4-FFF2-40B4-BE49-F238E27FC236}">
                  <a16:creationId xmlns:a16="http://schemas.microsoft.com/office/drawing/2014/main" id="{AF4FC758-360F-9143-BBCE-5314F170B3C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0" name="Freeform 879">
                <a:extLst>
                  <a:ext uri="{FF2B5EF4-FFF2-40B4-BE49-F238E27FC236}">
                    <a16:creationId xmlns:a16="http://schemas.microsoft.com/office/drawing/2014/main" id="{15710929-DD09-6847-973F-95DA58E5C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1" name="Freeform 880">
                <a:extLst>
                  <a:ext uri="{FF2B5EF4-FFF2-40B4-BE49-F238E27FC236}">
                    <a16:creationId xmlns:a16="http://schemas.microsoft.com/office/drawing/2014/main" id="{6BF30287-E1A0-3044-AA63-03344380454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2" name="Freeform 881">
                <a:extLst>
                  <a:ext uri="{FF2B5EF4-FFF2-40B4-BE49-F238E27FC236}">
                    <a16:creationId xmlns:a16="http://schemas.microsoft.com/office/drawing/2014/main" id="{7CBC1677-B55C-7446-B5B2-60FEAAD50D2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3" name="Freeform 882">
                <a:extLst>
                  <a:ext uri="{FF2B5EF4-FFF2-40B4-BE49-F238E27FC236}">
                    <a16:creationId xmlns:a16="http://schemas.microsoft.com/office/drawing/2014/main" id="{2689907A-654D-7246-93EC-6F1DEB7F9B7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30BB6B1D-0B22-BA43-AA01-2EC5643695A5}"/>
              </a:ext>
            </a:extLst>
          </p:cNvPr>
          <p:cNvGrpSpPr>
            <a:grpSpLocks/>
          </p:cNvGrpSpPr>
          <p:nvPr/>
        </p:nvGrpSpPr>
        <p:grpSpPr bwMode="auto">
          <a:xfrm>
            <a:off x="2245939" y="1732844"/>
            <a:ext cx="508844" cy="313666"/>
            <a:chOff x="3053396" y="4304255"/>
            <a:chExt cx="678368" cy="418253"/>
          </a:xfrm>
        </p:grpSpPr>
        <p:sp>
          <p:nvSpPr>
            <p:cNvPr id="61" name="Freeform 84">
              <a:extLst>
                <a:ext uri="{FF2B5EF4-FFF2-40B4-BE49-F238E27FC236}">
                  <a16:creationId xmlns:a16="http://schemas.microsoft.com/office/drawing/2014/main" id="{B60A3DA3-256B-8E43-9575-8F1327BC5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2" name="TextBox 1">
              <a:extLst>
                <a:ext uri="{FF2B5EF4-FFF2-40B4-BE49-F238E27FC236}">
                  <a16:creationId xmlns:a16="http://schemas.microsoft.com/office/drawing/2014/main" id="{F1EBE77F-A331-1B49-AD54-E7C5C36B2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1" name="Group 135">
            <a:extLst>
              <a:ext uri="{FF2B5EF4-FFF2-40B4-BE49-F238E27FC236}">
                <a16:creationId xmlns:a16="http://schemas.microsoft.com/office/drawing/2014/main" id="{0041D52F-4091-A944-8003-ED442384CB16}"/>
              </a:ext>
            </a:extLst>
          </p:cNvPr>
          <p:cNvGrpSpPr>
            <a:grpSpLocks/>
          </p:cNvGrpSpPr>
          <p:nvPr/>
        </p:nvGrpSpPr>
        <p:grpSpPr bwMode="auto">
          <a:xfrm>
            <a:off x="5627769" y="1923329"/>
            <a:ext cx="508844" cy="313666"/>
            <a:chOff x="3053396" y="4304255"/>
            <a:chExt cx="678368" cy="418253"/>
          </a:xfrm>
        </p:grpSpPr>
        <p:sp>
          <p:nvSpPr>
            <p:cNvPr id="57" name="Freeform 84">
              <a:extLst>
                <a:ext uri="{FF2B5EF4-FFF2-40B4-BE49-F238E27FC236}">
                  <a16:creationId xmlns:a16="http://schemas.microsoft.com/office/drawing/2014/main" id="{078145B8-5D76-7B44-95E4-711130D97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8" name="TextBox 137">
              <a:extLst>
                <a:ext uri="{FF2B5EF4-FFF2-40B4-BE49-F238E27FC236}">
                  <a16:creationId xmlns:a16="http://schemas.microsoft.com/office/drawing/2014/main" id="{5CA3BADE-216F-2843-9D81-CE5E9D20B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2" name="Group 138">
            <a:extLst>
              <a:ext uri="{FF2B5EF4-FFF2-40B4-BE49-F238E27FC236}">
                <a16:creationId xmlns:a16="http://schemas.microsoft.com/office/drawing/2014/main" id="{F1C6BD9A-0B39-B244-94E8-678C50D1ECD9}"/>
              </a:ext>
            </a:extLst>
          </p:cNvPr>
          <p:cNvGrpSpPr>
            <a:grpSpLocks/>
          </p:cNvGrpSpPr>
          <p:nvPr/>
        </p:nvGrpSpPr>
        <p:grpSpPr bwMode="auto">
          <a:xfrm>
            <a:off x="1807730" y="4066289"/>
            <a:ext cx="508844" cy="313666"/>
            <a:chOff x="3053396" y="4304255"/>
            <a:chExt cx="678368" cy="418253"/>
          </a:xfrm>
        </p:grpSpPr>
        <p:sp>
          <p:nvSpPr>
            <p:cNvPr id="55" name="Freeform 84">
              <a:extLst>
                <a:ext uri="{FF2B5EF4-FFF2-40B4-BE49-F238E27FC236}">
                  <a16:creationId xmlns:a16="http://schemas.microsoft.com/office/drawing/2014/main" id="{7E729DEF-3587-F14B-AE03-C52CF3B01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6" name="TextBox 140">
              <a:extLst>
                <a:ext uri="{FF2B5EF4-FFF2-40B4-BE49-F238E27FC236}">
                  <a16:creationId xmlns:a16="http://schemas.microsoft.com/office/drawing/2014/main" id="{DA418C0A-2209-A942-A859-5ECE8083B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3" name="Group 141">
            <a:extLst>
              <a:ext uri="{FF2B5EF4-FFF2-40B4-BE49-F238E27FC236}">
                <a16:creationId xmlns:a16="http://schemas.microsoft.com/office/drawing/2014/main" id="{F1A8927C-3AF4-D742-848C-35E15D25BFB5}"/>
              </a:ext>
            </a:extLst>
          </p:cNvPr>
          <p:cNvGrpSpPr>
            <a:grpSpLocks/>
          </p:cNvGrpSpPr>
          <p:nvPr/>
        </p:nvGrpSpPr>
        <p:grpSpPr bwMode="auto">
          <a:xfrm>
            <a:off x="1493363" y="3599600"/>
            <a:ext cx="508844" cy="313666"/>
            <a:chOff x="3053396" y="4304255"/>
            <a:chExt cx="678368" cy="418253"/>
          </a:xfrm>
        </p:grpSpPr>
        <p:sp>
          <p:nvSpPr>
            <p:cNvPr id="53" name="Freeform 84">
              <a:extLst>
                <a:ext uri="{FF2B5EF4-FFF2-40B4-BE49-F238E27FC236}">
                  <a16:creationId xmlns:a16="http://schemas.microsoft.com/office/drawing/2014/main" id="{E8F8A0DF-7843-7E4A-8EBF-A24CA907C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4" name="TextBox 143">
              <a:extLst>
                <a:ext uri="{FF2B5EF4-FFF2-40B4-BE49-F238E27FC236}">
                  <a16:creationId xmlns:a16="http://schemas.microsoft.com/office/drawing/2014/main" id="{D97DC0BC-584A-AC4F-835D-B981DD67C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4" name="Group 144">
            <a:extLst>
              <a:ext uri="{FF2B5EF4-FFF2-40B4-BE49-F238E27FC236}">
                <a16:creationId xmlns:a16="http://schemas.microsoft.com/office/drawing/2014/main" id="{937AB14A-1B92-0C4D-9DB7-3A65A35F708F}"/>
              </a:ext>
            </a:extLst>
          </p:cNvPr>
          <p:cNvGrpSpPr>
            <a:grpSpLocks/>
          </p:cNvGrpSpPr>
          <p:nvPr/>
        </p:nvGrpSpPr>
        <p:grpSpPr bwMode="auto">
          <a:xfrm>
            <a:off x="1321889" y="3104338"/>
            <a:ext cx="508844" cy="313666"/>
            <a:chOff x="3053396" y="4304255"/>
            <a:chExt cx="678368" cy="418253"/>
          </a:xfrm>
        </p:grpSpPr>
        <p:sp>
          <p:nvSpPr>
            <p:cNvPr id="51" name="Freeform 84">
              <a:extLst>
                <a:ext uri="{FF2B5EF4-FFF2-40B4-BE49-F238E27FC236}">
                  <a16:creationId xmlns:a16="http://schemas.microsoft.com/office/drawing/2014/main" id="{72BD96B2-8C8B-A34A-A0B1-8A56E080B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2" name="TextBox 146">
              <a:extLst>
                <a:ext uri="{FF2B5EF4-FFF2-40B4-BE49-F238E27FC236}">
                  <a16:creationId xmlns:a16="http://schemas.microsoft.com/office/drawing/2014/main" id="{2E687D8E-E3CE-F949-BB94-C8F32F433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5" name="Group 147">
            <a:extLst>
              <a:ext uri="{FF2B5EF4-FFF2-40B4-BE49-F238E27FC236}">
                <a16:creationId xmlns:a16="http://schemas.microsoft.com/office/drawing/2014/main" id="{417DAC5F-2573-4743-9127-36524340FED9}"/>
              </a:ext>
            </a:extLst>
          </p:cNvPr>
          <p:cNvGrpSpPr>
            <a:grpSpLocks/>
          </p:cNvGrpSpPr>
          <p:nvPr/>
        </p:nvGrpSpPr>
        <p:grpSpPr bwMode="auto">
          <a:xfrm>
            <a:off x="6189820" y="2247154"/>
            <a:ext cx="508844" cy="313666"/>
            <a:chOff x="3053396" y="4304255"/>
            <a:chExt cx="678368" cy="418253"/>
          </a:xfrm>
        </p:grpSpPr>
        <p:sp>
          <p:nvSpPr>
            <p:cNvPr id="49" name="Freeform 84">
              <a:extLst>
                <a:ext uri="{FF2B5EF4-FFF2-40B4-BE49-F238E27FC236}">
                  <a16:creationId xmlns:a16="http://schemas.microsoft.com/office/drawing/2014/main" id="{E9F7E8C6-F700-614F-9F9F-0A88C85D7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" name="TextBox 149">
              <a:extLst>
                <a:ext uri="{FF2B5EF4-FFF2-40B4-BE49-F238E27FC236}">
                  <a16:creationId xmlns:a16="http://schemas.microsoft.com/office/drawing/2014/main" id="{59E18F13-5C5C-4049-B258-FAF65F9B2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6" name="Group 150">
            <a:extLst>
              <a:ext uri="{FF2B5EF4-FFF2-40B4-BE49-F238E27FC236}">
                <a16:creationId xmlns:a16="http://schemas.microsoft.com/office/drawing/2014/main" id="{B1724044-B1C6-934B-8868-30D0FD03826E}"/>
              </a:ext>
            </a:extLst>
          </p:cNvPr>
          <p:cNvGrpSpPr>
            <a:grpSpLocks/>
          </p:cNvGrpSpPr>
          <p:nvPr/>
        </p:nvGrpSpPr>
        <p:grpSpPr bwMode="auto">
          <a:xfrm>
            <a:off x="3446251" y="1551882"/>
            <a:ext cx="508844" cy="313666"/>
            <a:chOff x="3053396" y="4304255"/>
            <a:chExt cx="678368" cy="418253"/>
          </a:xfrm>
        </p:grpSpPr>
        <p:sp>
          <p:nvSpPr>
            <p:cNvPr id="47" name="Freeform 84">
              <a:extLst>
                <a:ext uri="{FF2B5EF4-FFF2-40B4-BE49-F238E27FC236}">
                  <a16:creationId xmlns:a16="http://schemas.microsoft.com/office/drawing/2014/main" id="{44CA58B7-16C9-C241-8F79-C6964EA2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8" name="TextBox 152">
              <a:extLst>
                <a:ext uri="{FF2B5EF4-FFF2-40B4-BE49-F238E27FC236}">
                  <a16:creationId xmlns:a16="http://schemas.microsoft.com/office/drawing/2014/main" id="{766583C3-B9DB-094A-A09E-A4BC2FBDE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8" name="Group 156">
            <a:extLst>
              <a:ext uri="{FF2B5EF4-FFF2-40B4-BE49-F238E27FC236}">
                <a16:creationId xmlns:a16="http://schemas.microsoft.com/office/drawing/2014/main" id="{DE67CACE-BA9C-4F49-9CCC-2A95DDABF7BC}"/>
              </a:ext>
            </a:extLst>
          </p:cNvPr>
          <p:cNvGrpSpPr>
            <a:grpSpLocks/>
          </p:cNvGrpSpPr>
          <p:nvPr/>
        </p:nvGrpSpPr>
        <p:grpSpPr bwMode="auto">
          <a:xfrm>
            <a:off x="4132143" y="1532834"/>
            <a:ext cx="508844" cy="313666"/>
            <a:chOff x="3053396" y="4304255"/>
            <a:chExt cx="678368" cy="418253"/>
          </a:xfrm>
        </p:grpSpPr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8AD1749B-4C4E-DE45-96BC-98F1585D4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4" name="TextBox 158">
              <a:extLst>
                <a:ext uri="{FF2B5EF4-FFF2-40B4-BE49-F238E27FC236}">
                  <a16:creationId xmlns:a16="http://schemas.microsoft.com/office/drawing/2014/main" id="{0ADF884B-3F6F-8145-B641-9A429A34A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9" name="Group 160">
            <a:extLst>
              <a:ext uri="{FF2B5EF4-FFF2-40B4-BE49-F238E27FC236}">
                <a16:creationId xmlns:a16="http://schemas.microsoft.com/office/drawing/2014/main" id="{CF0A8E3D-09B1-214E-99FD-B5570442C39E}"/>
              </a:ext>
            </a:extLst>
          </p:cNvPr>
          <p:cNvGrpSpPr>
            <a:grpSpLocks/>
          </p:cNvGrpSpPr>
          <p:nvPr/>
        </p:nvGrpSpPr>
        <p:grpSpPr bwMode="auto">
          <a:xfrm>
            <a:off x="6427977" y="4256775"/>
            <a:ext cx="508844" cy="313666"/>
            <a:chOff x="3053396" y="4304255"/>
            <a:chExt cx="678368" cy="418253"/>
          </a:xfrm>
        </p:grpSpPr>
        <p:sp>
          <p:nvSpPr>
            <p:cNvPr id="41" name="Freeform 84">
              <a:extLst>
                <a:ext uri="{FF2B5EF4-FFF2-40B4-BE49-F238E27FC236}">
                  <a16:creationId xmlns:a16="http://schemas.microsoft.com/office/drawing/2014/main" id="{EDDB4269-F7AA-7240-B093-B37270418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2" name="TextBox 162">
              <a:extLst>
                <a:ext uri="{FF2B5EF4-FFF2-40B4-BE49-F238E27FC236}">
                  <a16:creationId xmlns:a16="http://schemas.microsoft.com/office/drawing/2014/main" id="{0403D7D4-9E2C-F94E-924D-8574777C7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20" name="Group 163">
            <a:extLst>
              <a:ext uri="{FF2B5EF4-FFF2-40B4-BE49-F238E27FC236}">
                <a16:creationId xmlns:a16="http://schemas.microsoft.com/office/drawing/2014/main" id="{4FD3E459-AF79-0B45-B5D3-3CA1740A2701}"/>
              </a:ext>
            </a:extLst>
          </p:cNvPr>
          <p:cNvGrpSpPr>
            <a:grpSpLocks/>
          </p:cNvGrpSpPr>
          <p:nvPr/>
        </p:nvGrpSpPr>
        <p:grpSpPr bwMode="auto">
          <a:xfrm>
            <a:off x="7056712" y="3771037"/>
            <a:ext cx="508844" cy="313666"/>
            <a:chOff x="3053396" y="4304255"/>
            <a:chExt cx="678368" cy="418253"/>
          </a:xfrm>
        </p:grpSpPr>
        <p:sp>
          <p:nvSpPr>
            <p:cNvPr id="39" name="Freeform 84">
              <a:extLst>
                <a:ext uri="{FF2B5EF4-FFF2-40B4-BE49-F238E27FC236}">
                  <a16:creationId xmlns:a16="http://schemas.microsoft.com/office/drawing/2014/main" id="{3CAEF347-FE90-E949-A631-0171A060E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0" name="TextBox 165">
              <a:extLst>
                <a:ext uri="{FF2B5EF4-FFF2-40B4-BE49-F238E27FC236}">
                  <a16:creationId xmlns:a16="http://schemas.microsoft.com/office/drawing/2014/main" id="{0B914A90-A394-6F45-B155-CCE12CEFE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21" name="Group 166">
            <a:extLst>
              <a:ext uri="{FF2B5EF4-FFF2-40B4-BE49-F238E27FC236}">
                <a16:creationId xmlns:a16="http://schemas.microsoft.com/office/drawing/2014/main" id="{5FECB796-EB1A-6941-942C-2C77B9305400}"/>
              </a:ext>
            </a:extLst>
          </p:cNvPr>
          <p:cNvGrpSpPr>
            <a:grpSpLocks/>
          </p:cNvGrpSpPr>
          <p:nvPr/>
        </p:nvGrpSpPr>
        <p:grpSpPr bwMode="auto">
          <a:xfrm>
            <a:off x="6885239" y="3085290"/>
            <a:ext cx="508844" cy="313666"/>
            <a:chOff x="3053396" y="4304255"/>
            <a:chExt cx="678368" cy="418253"/>
          </a:xfrm>
        </p:grpSpPr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583D705A-27D6-7742-A076-4DD3D0002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8" name="TextBox 168">
              <a:extLst>
                <a:ext uri="{FF2B5EF4-FFF2-40B4-BE49-F238E27FC236}">
                  <a16:creationId xmlns:a16="http://schemas.microsoft.com/office/drawing/2014/main" id="{B52DEC78-1030-A54E-8A0F-BCB9B6D6B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sp>
        <p:nvSpPr>
          <p:cNvPr id="25" name="TextBox 4">
            <a:extLst>
              <a:ext uri="{FF2B5EF4-FFF2-40B4-BE49-F238E27FC236}">
                <a16:creationId xmlns:a16="http://schemas.microsoft.com/office/drawing/2014/main" id="{4EBE302E-6B07-964E-B474-2379BF38E56E}"/>
              </a:ext>
            </a:extLst>
          </p:cNvPr>
          <p:cNvSpPr txBox="1">
            <a:spLocks noChangeArrowheads="1"/>
          </p:cNvSpPr>
          <p:nvPr/>
        </p:nvSpPr>
        <p:spPr bwMode="auto">
          <a:xfrm rot="1053502">
            <a:off x="4933826" y="1464915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26" name="TextBox 179">
            <a:extLst>
              <a:ext uri="{FF2B5EF4-FFF2-40B4-BE49-F238E27FC236}">
                <a16:creationId xmlns:a16="http://schemas.microsoft.com/office/drawing/2014/main" id="{5687370B-669A-6440-92DE-16AFFBA3FBDE}"/>
              </a:ext>
            </a:extLst>
          </p:cNvPr>
          <p:cNvSpPr txBox="1">
            <a:spLocks noChangeArrowheads="1"/>
          </p:cNvSpPr>
          <p:nvPr/>
        </p:nvSpPr>
        <p:spPr bwMode="auto">
          <a:xfrm rot="2829263">
            <a:off x="6648556" y="2569730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27" name="TextBox 180">
            <a:extLst>
              <a:ext uri="{FF2B5EF4-FFF2-40B4-BE49-F238E27FC236}">
                <a16:creationId xmlns:a16="http://schemas.microsoft.com/office/drawing/2014/main" id="{DDCB7942-CF63-0E41-965D-4990C91E38C2}"/>
              </a:ext>
            </a:extLst>
          </p:cNvPr>
          <p:cNvSpPr txBox="1">
            <a:spLocks noChangeArrowheads="1"/>
          </p:cNvSpPr>
          <p:nvPr/>
        </p:nvSpPr>
        <p:spPr bwMode="auto">
          <a:xfrm rot="9845918">
            <a:off x="5649978" y="4454419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28" name="TextBox 181">
            <a:extLst>
              <a:ext uri="{FF2B5EF4-FFF2-40B4-BE49-F238E27FC236}">
                <a16:creationId xmlns:a16="http://schemas.microsoft.com/office/drawing/2014/main" id="{14DD3F3C-E274-2D4E-83D9-E679452E9927}"/>
              </a:ext>
            </a:extLst>
          </p:cNvPr>
          <p:cNvSpPr txBox="1">
            <a:spLocks noChangeArrowheads="1"/>
          </p:cNvSpPr>
          <p:nvPr/>
        </p:nvSpPr>
        <p:spPr bwMode="auto">
          <a:xfrm rot="11651262">
            <a:off x="2373945" y="4381943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29" name="TextBox 182">
            <a:extLst>
              <a:ext uri="{FF2B5EF4-FFF2-40B4-BE49-F238E27FC236}">
                <a16:creationId xmlns:a16="http://schemas.microsoft.com/office/drawing/2014/main" id="{99FAE186-77C6-3F42-AB05-E0FF7C6CB0A1}"/>
              </a:ext>
            </a:extLst>
          </p:cNvPr>
          <p:cNvSpPr txBox="1">
            <a:spLocks noChangeArrowheads="1"/>
          </p:cNvSpPr>
          <p:nvPr/>
        </p:nvSpPr>
        <p:spPr bwMode="auto">
          <a:xfrm rot="16607303">
            <a:off x="1184169" y="2652243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30" name="TextBox 183">
            <a:extLst>
              <a:ext uri="{FF2B5EF4-FFF2-40B4-BE49-F238E27FC236}">
                <a16:creationId xmlns:a16="http://schemas.microsoft.com/office/drawing/2014/main" id="{1CE3A2E2-820D-D645-BBA3-0C3089DE6461}"/>
              </a:ext>
            </a:extLst>
          </p:cNvPr>
          <p:cNvSpPr txBox="1">
            <a:spLocks noChangeArrowheads="1"/>
          </p:cNvSpPr>
          <p:nvPr/>
        </p:nvSpPr>
        <p:spPr bwMode="auto">
          <a:xfrm rot="20582737">
            <a:off x="2823699" y="1427329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802" name="Rectangle 3">
            <a:extLst>
              <a:ext uri="{FF2B5EF4-FFF2-40B4-BE49-F238E27FC236}">
                <a16:creationId xmlns:a16="http://schemas.microsoft.com/office/drawing/2014/main" id="{883B8B7C-52E4-7C4B-8F8D-C53D3AF05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282" y="898312"/>
            <a:ext cx="7290594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… and regional networks may arise to connect access nets to ISPs </a:t>
            </a:r>
          </a:p>
        </p:txBody>
      </p:sp>
      <p:grpSp>
        <p:nvGrpSpPr>
          <p:cNvPr id="302" name="Group 20">
            <a:extLst>
              <a:ext uri="{FF2B5EF4-FFF2-40B4-BE49-F238E27FC236}">
                <a16:creationId xmlns:a16="http://schemas.microsoft.com/office/drawing/2014/main" id="{2E65E034-15F8-4544-9A88-3C6F87D79608}"/>
              </a:ext>
            </a:extLst>
          </p:cNvPr>
          <p:cNvGrpSpPr>
            <a:grpSpLocks/>
          </p:cNvGrpSpPr>
          <p:nvPr/>
        </p:nvGrpSpPr>
        <p:grpSpPr bwMode="auto">
          <a:xfrm>
            <a:off x="4302435" y="2174869"/>
            <a:ext cx="1704292" cy="795757"/>
            <a:chOff x="4696844" y="2871032"/>
            <a:chExt cx="2272671" cy="1061113"/>
          </a:xfrm>
        </p:grpSpPr>
        <p:grpSp>
          <p:nvGrpSpPr>
            <p:cNvPr id="303" name="Group 16">
              <a:extLst>
                <a:ext uri="{FF2B5EF4-FFF2-40B4-BE49-F238E27FC236}">
                  <a16:creationId xmlns:a16="http://schemas.microsoft.com/office/drawing/2014/main" id="{AE7FAC14-602F-5840-95C2-10B4B1F3F9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96839" cy="369369"/>
              <a:chOff x="5573768" y="2726239"/>
              <a:chExt cx="596839" cy="369369"/>
            </a:xfrm>
          </p:grpSpPr>
          <p:sp>
            <p:nvSpPr>
              <p:cNvPr id="306" name="Oval 14">
                <a:extLst>
                  <a:ext uri="{FF2B5EF4-FFF2-40B4-BE49-F238E27FC236}">
                    <a16:creationId xmlns:a16="http://schemas.microsoft.com/office/drawing/2014/main" id="{0540692A-C81C-724C-B821-D711DAE71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07" name="TextBox 15">
                <a:extLst>
                  <a:ext uri="{FF2B5EF4-FFF2-40B4-BE49-F238E27FC236}">
                    <a16:creationId xmlns:a16="http://schemas.microsoft.com/office/drawing/2014/main" id="{B7EC47D0-A46E-E246-960E-89C0F218E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6" y="2726239"/>
                <a:ext cx="577581" cy="36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 dirty="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304" name="Straight Connector 18">
              <a:extLst>
                <a:ext uri="{FF2B5EF4-FFF2-40B4-BE49-F238E27FC236}">
                  <a16:creationId xmlns:a16="http://schemas.microsoft.com/office/drawing/2014/main" id="{6DC2A61E-B493-9841-A8B3-1C17E6A8ED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6844" y="3073933"/>
              <a:ext cx="980347" cy="35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5" name="Straight Connector 516">
              <a:extLst>
                <a:ext uri="{FF2B5EF4-FFF2-40B4-BE49-F238E27FC236}">
                  <a16:creationId xmlns:a16="http://schemas.microsoft.com/office/drawing/2014/main" id="{ED5D0B03-04A8-4A40-9C0F-4EA56D9810E8}"/>
                </a:ext>
              </a:extLst>
            </p:cNvPr>
            <p:cNvCxnSpPr>
              <a:cxnSpLocks noChangeShapeType="1"/>
              <a:endCxn id="976" idx="1"/>
            </p:cNvCxnSpPr>
            <p:nvPr/>
          </p:nvCxnSpPr>
          <p:spPr bwMode="auto">
            <a:xfrm>
              <a:off x="6137159" y="3146857"/>
              <a:ext cx="832356" cy="785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8" name="Group 39939">
            <a:extLst>
              <a:ext uri="{FF2B5EF4-FFF2-40B4-BE49-F238E27FC236}">
                <a16:creationId xmlns:a16="http://schemas.microsoft.com/office/drawing/2014/main" id="{17CCBDCA-CC15-454D-A26D-AA4BB11DE0FB}"/>
              </a:ext>
            </a:extLst>
          </p:cNvPr>
          <p:cNvGrpSpPr>
            <a:grpSpLocks/>
          </p:cNvGrpSpPr>
          <p:nvPr/>
        </p:nvGrpSpPr>
        <p:grpSpPr bwMode="auto">
          <a:xfrm>
            <a:off x="2677616" y="2822166"/>
            <a:ext cx="2203902" cy="1018124"/>
            <a:chOff x="2746064" y="3733002"/>
            <a:chExt cx="2937093" cy="1359582"/>
          </a:xfrm>
        </p:grpSpPr>
        <p:cxnSp>
          <p:nvCxnSpPr>
            <p:cNvPr id="309" name="Straight Connector 7">
              <a:extLst>
                <a:ext uri="{FF2B5EF4-FFF2-40B4-BE49-F238E27FC236}">
                  <a16:creationId xmlns:a16="http://schemas.microsoft.com/office/drawing/2014/main" id="{415ABF4C-9DC7-3E48-8D47-77091F596BBC}"/>
                </a:ext>
              </a:extLst>
            </p:cNvPr>
            <p:cNvCxnSpPr>
              <a:cxnSpLocks noChangeShapeType="1"/>
              <a:stCxn id="1032" idx="5"/>
              <a:endCxn id="983" idx="3"/>
            </p:cNvCxnSpPr>
            <p:nvPr/>
          </p:nvCxnSpPr>
          <p:spPr bwMode="auto">
            <a:xfrm>
              <a:off x="5094305" y="3733002"/>
              <a:ext cx="588852" cy="2127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" name="Straight Connector 415">
              <a:extLst>
                <a:ext uri="{FF2B5EF4-FFF2-40B4-BE49-F238E27FC236}">
                  <a16:creationId xmlns:a16="http://schemas.microsoft.com/office/drawing/2014/main" id="{5C73DBFB-D008-3643-BC55-DC0EB59EE06A}"/>
                </a:ext>
              </a:extLst>
            </p:cNvPr>
            <p:cNvCxnSpPr>
              <a:cxnSpLocks noChangeShapeType="1"/>
              <a:stCxn id="1010" idx="5"/>
            </p:cNvCxnSpPr>
            <p:nvPr/>
          </p:nvCxnSpPr>
          <p:spPr bwMode="auto">
            <a:xfrm flipH="1">
              <a:off x="2746064" y="3789080"/>
              <a:ext cx="54551" cy="60192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1" name="Straight Connector 523">
              <a:extLst>
                <a:ext uri="{FF2B5EF4-FFF2-40B4-BE49-F238E27FC236}">
                  <a16:creationId xmlns:a16="http://schemas.microsoft.com/office/drawing/2014/main" id="{FABFBABF-764F-F24E-92BB-9E89BDA24ADC}"/>
                </a:ext>
              </a:extLst>
            </p:cNvPr>
            <p:cNvCxnSpPr>
              <a:cxnSpLocks noChangeShapeType="1"/>
              <a:endCxn id="941" idx="3"/>
            </p:cNvCxnSpPr>
            <p:nvPr/>
          </p:nvCxnSpPr>
          <p:spPr bwMode="auto">
            <a:xfrm flipV="1">
              <a:off x="4424422" y="4701847"/>
              <a:ext cx="1074473" cy="39073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19" name="Straight Connector 515">
            <a:extLst>
              <a:ext uri="{FF2B5EF4-FFF2-40B4-BE49-F238E27FC236}">
                <a16:creationId xmlns:a16="http://schemas.microsoft.com/office/drawing/2014/main" id="{E64B2F34-F5A2-0748-B519-596A0F2D52A9}"/>
              </a:ext>
            </a:extLst>
          </p:cNvPr>
          <p:cNvCxnSpPr>
            <a:cxnSpLocks noChangeShapeType="1"/>
            <a:stCxn id="930" idx="2"/>
          </p:cNvCxnSpPr>
          <p:nvPr/>
        </p:nvCxnSpPr>
        <p:spPr bwMode="auto">
          <a:xfrm flipV="1">
            <a:off x="3737160" y="3232474"/>
            <a:ext cx="231860" cy="23078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1" name="Straight Connector 519">
            <a:extLst>
              <a:ext uri="{FF2B5EF4-FFF2-40B4-BE49-F238E27FC236}">
                <a16:creationId xmlns:a16="http://schemas.microsoft.com/office/drawing/2014/main" id="{A78B3472-4495-804D-9DE2-F7A93E5EED6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40136" y="2943189"/>
            <a:ext cx="697376" cy="275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2" name="Straight Connector 520">
            <a:extLst>
              <a:ext uri="{FF2B5EF4-FFF2-40B4-BE49-F238E27FC236}">
                <a16:creationId xmlns:a16="http://schemas.microsoft.com/office/drawing/2014/main" id="{B39E2778-53AB-7A47-8C24-A5C1BE87DA91}"/>
              </a:ext>
            </a:extLst>
          </p:cNvPr>
          <p:cNvCxnSpPr>
            <a:cxnSpLocks noChangeShapeType="1"/>
            <a:stCxn id="1007" idx="2"/>
          </p:cNvCxnSpPr>
          <p:nvPr/>
        </p:nvCxnSpPr>
        <p:spPr bwMode="auto">
          <a:xfrm>
            <a:off x="3611305" y="2960282"/>
            <a:ext cx="357715" cy="20812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B86CF571-59B7-9040-88E6-ACE367964601}"/>
              </a:ext>
            </a:extLst>
          </p:cNvPr>
          <p:cNvGrpSpPr/>
          <p:nvPr/>
        </p:nvGrpSpPr>
        <p:grpSpPr>
          <a:xfrm>
            <a:off x="5947106" y="2954769"/>
            <a:ext cx="406004" cy="167267"/>
            <a:chOff x="7493876" y="2774731"/>
            <a:chExt cx="1481958" cy="894622"/>
          </a:xfrm>
        </p:grpSpPr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1999BFB5-779F-7B4E-BCBF-9040592BFB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61415BE9-66CA-0045-99BF-BA54F41E05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77" name="Group 976">
              <a:extLst>
                <a:ext uri="{FF2B5EF4-FFF2-40B4-BE49-F238E27FC236}">
                  <a16:creationId xmlns:a16="http://schemas.microsoft.com/office/drawing/2014/main" id="{390121EC-5020-DC41-8658-E7E4546EDD8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8" name="Freeform 977">
                <a:extLst>
                  <a:ext uri="{FF2B5EF4-FFF2-40B4-BE49-F238E27FC236}">
                    <a16:creationId xmlns:a16="http://schemas.microsoft.com/office/drawing/2014/main" id="{379AA28D-75A8-A345-B828-DEB6099EB1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9" name="Freeform 978">
                <a:extLst>
                  <a:ext uri="{FF2B5EF4-FFF2-40B4-BE49-F238E27FC236}">
                    <a16:creationId xmlns:a16="http://schemas.microsoft.com/office/drawing/2014/main" id="{9DDC0BF3-00A0-7C46-A0BC-285C4E950A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0" name="Freeform 979">
                <a:extLst>
                  <a:ext uri="{FF2B5EF4-FFF2-40B4-BE49-F238E27FC236}">
                    <a16:creationId xmlns:a16="http://schemas.microsoft.com/office/drawing/2014/main" id="{DECB33A6-775B-1A42-95E8-73DA8B9651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1" name="Freeform 980">
                <a:extLst>
                  <a:ext uri="{FF2B5EF4-FFF2-40B4-BE49-F238E27FC236}">
                    <a16:creationId xmlns:a16="http://schemas.microsoft.com/office/drawing/2014/main" id="{2619AA7F-A92C-BA49-876D-4FE864A189C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20" name="Group 819">
            <a:extLst>
              <a:ext uri="{FF2B5EF4-FFF2-40B4-BE49-F238E27FC236}">
                <a16:creationId xmlns:a16="http://schemas.microsoft.com/office/drawing/2014/main" id="{381985F4-0019-534F-8CE5-AE9A089DDF51}"/>
              </a:ext>
            </a:extLst>
          </p:cNvPr>
          <p:cNvGrpSpPr/>
          <p:nvPr/>
        </p:nvGrpSpPr>
        <p:grpSpPr>
          <a:xfrm>
            <a:off x="3300215" y="2870078"/>
            <a:ext cx="406004" cy="167267"/>
            <a:chOff x="7493876" y="2774731"/>
            <a:chExt cx="1481958" cy="894622"/>
          </a:xfrm>
        </p:grpSpPr>
        <p:sp>
          <p:nvSpPr>
            <p:cNvPr id="1003" name="Freeform 1002">
              <a:extLst>
                <a:ext uri="{FF2B5EF4-FFF2-40B4-BE49-F238E27FC236}">
                  <a16:creationId xmlns:a16="http://schemas.microsoft.com/office/drawing/2014/main" id="{4CE10CC8-8336-0245-950D-7D623D68111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04" name="Oval 1003">
              <a:extLst>
                <a:ext uri="{FF2B5EF4-FFF2-40B4-BE49-F238E27FC236}">
                  <a16:creationId xmlns:a16="http://schemas.microsoft.com/office/drawing/2014/main" id="{7D977A06-C0BE-1540-88E3-7929A84F78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05" name="Group 1004">
              <a:extLst>
                <a:ext uri="{FF2B5EF4-FFF2-40B4-BE49-F238E27FC236}">
                  <a16:creationId xmlns:a16="http://schemas.microsoft.com/office/drawing/2014/main" id="{19FDDE53-D84C-8442-9D8A-CCD581A3530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6" name="Freeform 1005">
                <a:extLst>
                  <a:ext uri="{FF2B5EF4-FFF2-40B4-BE49-F238E27FC236}">
                    <a16:creationId xmlns:a16="http://schemas.microsoft.com/office/drawing/2014/main" id="{6F6E6FCB-EFD3-7540-AA59-096EB89F325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7" name="Freeform 1006">
                <a:extLst>
                  <a:ext uri="{FF2B5EF4-FFF2-40B4-BE49-F238E27FC236}">
                    <a16:creationId xmlns:a16="http://schemas.microsoft.com/office/drawing/2014/main" id="{2D261D66-4D24-274A-B7FF-FCB547B174B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F563306F-33C6-A847-92E7-649E85912A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AEB4B7BE-FCC2-3F4D-8665-4275FF1FEB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9" name="Group 868">
            <a:extLst>
              <a:ext uri="{FF2B5EF4-FFF2-40B4-BE49-F238E27FC236}">
                <a16:creationId xmlns:a16="http://schemas.microsoft.com/office/drawing/2014/main" id="{5524909D-92D6-CB46-8697-C9B8CAE6477E}"/>
              </a:ext>
            </a:extLst>
          </p:cNvPr>
          <p:cNvGrpSpPr/>
          <p:nvPr/>
        </p:nvGrpSpPr>
        <p:grpSpPr>
          <a:xfrm>
            <a:off x="3426070" y="3373059"/>
            <a:ext cx="406004" cy="167267"/>
            <a:chOff x="7493876" y="2774731"/>
            <a:chExt cx="1481958" cy="894622"/>
          </a:xfrm>
        </p:grpSpPr>
        <p:sp>
          <p:nvSpPr>
            <p:cNvPr id="926" name="Freeform 925">
              <a:extLst>
                <a:ext uri="{FF2B5EF4-FFF2-40B4-BE49-F238E27FC236}">
                  <a16:creationId xmlns:a16="http://schemas.microsoft.com/office/drawing/2014/main" id="{3B2D0726-1886-8A49-BDF6-9C8DECE04B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C80EEA86-DEEC-D249-B401-35418DE0268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28" name="Group 927">
              <a:extLst>
                <a:ext uri="{FF2B5EF4-FFF2-40B4-BE49-F238E27FC236}">
                  <a16:creationId xmlns:a16="http://schemas.microsoft.com/office/drawing/2014/main" id="{D1E8DCDB-27F1-AA42-88DA-FD19F1C402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9" name="Freeform 928">
                <a:extLst>
                  <a:ext uri="{FF2B5EF4-FFF2-40B4-BE49-F238E27FC236}">
                    <a16:creationId xmlns:a16="http://schemas.microsoft.com/office/drawing/2014/main" id="{9508B2E1-C7BF-9740-BE83-39DB94E1E7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0" name="Freeform 929">
                <a:extLst>
                  <a:ext uri="{FF2B5EF4-FFF2-40B4-BE49-F238E27FC236}">
                    <a16:creationId xmlns:a16="http://schemas.microsoft.com/office/drawing/2014/main" id="{521758E3-0DD8-204F-A905-0354031EA03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1" name="Freeform 930">
                <a:extLst>
                  <a:ext uri="{FF2B5EF4-FFF2-40B4-BE49-F238E27FC236}">
                    <a16:creationId xmlns:a16="http://schemas.microsoft.com/office/drawing/2014/main" id="{7DAC71D7-383B-4540-A8A4-4AEA3CFAE88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2" name="Freeform 931">
                <a:extLst>
                  <a:ext uri="{FF2B5EF4-FFF2-40B4-BE49-F238E27FC236}">
                    <a16:creationId xmlns:a16="http://schemas.microsoft.com/office/drawing/2014/main" id="{890040AB-E90B-C742-90BE-0BDFCAC68D6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1" name="Group 860">
            <a:extLst>
              <a:ext uri="{FF2B5EF4-FFF2-40B4-BE49-F238E27FC236}">
                <a16:creationId xmlns:a16="http://schemas.microsoft.com/office/drawing/2014/main" id="{D449FF35-FAF6-E449-9A22-F811CE472966}"/>
              </a:ext>
            </a:extLst>
          </p:cNvPr>
          <p:cNvGrpSpPr/>
          <p:nvPr/>
        </p:nvGrpSpPr>
        <p:grpSpPr>
          <a:xfrm>
            <a:off x="4821898" y="2889070"/>
            <a:ext cx="406004" cy="167267"/>
            <a:chOff x="7493876" y="2774731"/>
            <a:chExt cx="1481958" cy="894622"/>
          </a:xfrm>
        </p:grpSpPr>
        <p:sp>
          <p:nvSpPr>
            <p:cNvPr id="982" name="Freeform 981">
              <a:extLst>
                <a:ext uri="{FF2B5EF4-FFF2-40B4-BE49-F238E27FC236}">
                  <a16:creationId xmlns:a16="http://schemas.microsoft.com/office/drawing/2014/main" id="{C7B6FB0D-082A-3945-9A3E-A5F7186297E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83" name="Oval 982">
              <a:extLst>
                <a:ext uri="{FF2B5EF4-FFF2-40B4-BE49-F238E27FC236}">
                  <a16:creationId xmlns:a16="http://schemas.microsoft.com/office/drawing/2014/main" id="{4EF624E0-71DE-964A-8571-4D8C1996401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84" name="Group 983">
              <a:extLst>
                <a:ext uri="{FF2B5EF4-FFF2-40B4-BE49-F238E27FC236}">
                  <a16:creationId xmlns:a16="http://schemas.microsoft.com/office/drawing/2014/main" id="{30E6BF43-A210-1E4C-BAD2-D624181508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85" name="Freeform 984">
                <a:extLst>
                  <a:ext uri="{FF2B5EF4-FFF2-40B4-BE49-F238E27FC236}">
                    <a16:creationId xmlns:a16="http://schemas.microsoft.com/office/drawing/2014/main" id="{F4D1AD34-F02F-9941-970C-35B2968329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6" name="Freeform 985">
                <a:extLst>
                  <a:ext uri="{FF2B5EF4-FFF2-40B4-BE49-F238E27FC236}">
                    <a16:creationId xmlns:a16="http://schemas.microsoft.com/office/drawing/2014/main" id="{0F5A4911-FBD2-E540-9A2F-3E431D553D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7" name="Freeform 986">
                <a:extLst>
                  <a:ext uri="{FF2B5EF4-FFF2-40B4-BE49-F238E27FC236}">
                    <a16:creationId xmlns:a16="http://schemas.microsoft.com/office/drawing/2014/main" id="{DCAAD9B9-53E3-A344-9344-FD09758AEB0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8" name="Freeform 987">
                <a:extLst>
                  <a:ext uri="{FF2B5EF4-FFF2-40B4-BE49-F238E27FC236}">
                    <a16:creationId xmlns:a16="http://schemas.microsoft.com/office/drawing/2014/main" id="{7E121ADB-28BD-A34D-864D-CAE2965181F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6" name="Group 815">
            <a:extLst>
              <a:ext uri="{FF2B5EF4-FFF2-40B4-BE49-F238E27FC236}">
                <a16:creationId xmlns:a16="http://schemas.microsoft.com/office/drawing/2014/main" id="{5D57186B-96C6-4245-A5CD-2EC8F02FE2C5}"/>
              </a:ext>
            </a:extLst>
          </p:cNvPr>
          <p:cNvGrpSpPr/>
          <p:nvPr/>
        </p:nvGrpSpPr>
        <p:grpSpPr>
          <a:xfrm>
            <a:off x="4093303" y="2729741"/>
            <a:ext cx="406004" cy="167267"/>
            <a:chOff x="7493876" y="2774731"/>
            <a:chExt cx="1481958" cy="894622"/>
          </a:xfrm>
        </p:grpSpPr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F884C67D-5359-0D4B-92F3-51236F5721A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C3DDEC0B-9B46-6E40-AFA7-85DD71E00D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AFA389A2-1145-6742-AFF5-BBE2D79E08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D4EB8805-ED69-3A4C-B790-5B0BE9CAFC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9160B87-94D9-4746-9AB1-F94A2850C6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6" name="Freeform 1035">
                <a:extLst>
                  <a:ext uri="{FF2B5EF4-FFF2-40B4-BE49-F238E27FC236}">
                    <a16:creationId xmlns:a16="http://schemas.microsoft.com/office/drawing/2014/main" id="{AC514A69-8535-9F4F-9082-9C0664FDD7D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7" name="Freeform 1036">
                <a:extLst>
                  <a:ext uri="{FF2B5EF4-FFF2-40B4-BE49-F238E27FC236}">
                    <a16:creationId xmlns:a16="http://schemas.microsoft.com/office/drawing/2014/main" id="{16FAD8F4-5C16-3548-9F13-8A162DB18CB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320" name="Group 518">
            <a:extLst>
              <a:ext uri="{FF2B5EF4-FFF2-40B4-BE49-F238E27FC236}">
                <a16:creationId xmlns:a16="http://schemas.microsoft.com/office/drawing/2014/main" id="{5B45D9C6-3CE7-2041-98FA-CDA4548CA9EC}"/>
              </a:ext>
            </a:extLst>
          </p:cNvPr>
          <p:cNvGrpSpPr>
            <a:grpSpLocks/>
          </p:cNvGrpSpPr>
          <p:nvPr/>
        </p:nvGrpSpPr>
        <p:grpSpPr bwMode="auto">
          <a:xfrm>
            <a:off x="3839756" y="3089329"/>
            <a:ext cx="471203" cy="276999"/>
            <a:chOff x="5634518" y="2652249"/>
            <a:chExt cx="627854" cy="368918"/>
          </a:xfrm>
        </p:grpSpPr>
        <p:sp>
          <p:nvSpPr>
            <p:cNvPr id="323" name="Oval 521">
              <a:extLst>
                <a:ext uri="{FF2B5EF4-FFF2-40B4-BE49-F238E27FC236}">
                  <a16:creationId xmlns:a16="http://schemas.microsoft.com/office/drawing/2014/main" id="{8C2B1233-55C2-9047-95E3-7365B78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24" name="TextBox 522">
              <a:extLst>
                <a:ext uri="{FF2B5EF4-FFF2-40B4-BE49-F238E27FC236}">
                  <a16:creationId xmlns:a16="http://schemas.microsoft.com/office/drawing/2014/main" id="{A334D512-2736-F84E-A319-19B29AF83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5246" y="2652249"/>
              <a:ext cx="577126" cy="368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 dirty="0">
                  <a:solidFill>
                    <a:schemeClr val="bg1"/>
                  </a:solidFill>
                  <a:latin typeface="+mn-lt"/>
                </a:rPr>
                <a:t>IXP</a:t>
              </a:r>
            </a:p>
          </p:txBody>
        </p:sp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58E5558D-3D33-544A-9618-E00C8D6923C7}"/>
              </a:ext>
            </a:extLst>
          </p:cNvPr>
          <p:cNvGrpSpPr/>
          <p:nvPr/>
        </p:nvGrpSpPr>
        <p:grpSpPr>
          <a:xfrm>
            <a:off x="4683634" y="3455262"/>
            <a:ext cx="406004" cy="167267"/>
            <a:chOff x="7493876" y="2774731"/>
            <a:chExt cx="1481958" cy="894622"/>
          </a:xfrm>
        </p:grpSpPr>
        <p:sp>
          <p:nvSpPr>
            <p:cNvPr id="940" name="Freeform 939">
              <a:extLst>
                <a:ext uri="{FF2B5EF4-FFF2-40B4-BE49-F238E27FC236}">
                  <a16:creationId xmlns:a16="http://schemas.microsoft.com/office/drawing/2014/main" id="{CE49F0E8-4CAB-264C-AC25-083099BD35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41" name="Oval 940">
              <a:extLst>
                <a:ext uri="{FF2B5EF4-FFF2-40B4-BE49-F238E27FC236}">
                  <a16:creationId xmlns:a16="http://schemas.microsoft.com/office/drawing/2014/main" id="{FDB92030-8F0D-8048-BA6F-8E94CCC52E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42" name="Group 941">
              <a:extLst>
                <a:ext uri="{FF2B5EF4-FFF2-40B4-BE49-F238E27FC236}">
                  <a16:creationId xmlns:a16="http://schemas.microsoft.com/office/drawing/2014/main" id="{E584775B-EF39-E641-9296-62D0E98EBD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3" name="Freeform 942">
                <a:extLst>
                  <a:ext uri="{FF2B5EF4-FFF2-40B4-BE49-F238E27FC236}">
                    <a16:creationId xmlns:a16="http://schemas.microsoft.com/office/drawing/2014/main" id="{5FDEF6E3-E3EE-6C46-9470-4C6034153E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4" name="Freeform 943">
                <a:extLst>
                  <a:ext uri="{FF2B5EF4-FFF2-40B4-BE49-F238E27FC236}">
                    <a16:creationId xmlns:a16="http://schemas.microsoft.com/office/drawing/2014/main" id="{F09DCEA1-EA74-5942-A863-43EE3356891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5" name="Freeform 944">
                <a:extLst>
                  <a:ext uri="{FF2B5EF4-FFF2-40B4-BE49-F238E27FC236}">
                    <a16:creationId xmlns:a16="http://schemas.microsoft.com/office/drawing/2014/main" id="{7E4A31FF-3937-8145-99B6-C539859E71D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6" name="Freeform 945">
                <a:extLst>
                  <a:ext uri="{FF2B5EF4-FFF2-40B4-BE49-F238E27FC236}">
                    <a16:creationId xmlns:a16="http://schemas.microsoft.com/office/drawing/2014/main" id="{AE42ABD3-20A1-3A47-A5A0-6B9BD70524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9" name="Group 818">
            <a:extLst>
              <a:ext uri="{FF2B5EF4-FFF2-40B4-BE49-F238E27FC236}">
                <a16:creationId xmlns:a16="http://schemas.microsoft.com/office/drawing/2014/main" id="{BC079EE2-B5B9-1946-83CA-FB5D7C12BB3C}"/>
              </a:ext>
            </a:extLst>
          </p:cNvPr>
          <p:cNvGrpSpPr/>
          <p:nvPr/>
        </p:nvGrpSpPr>
        <p:grpSpPr>
          <a:xfrm>
            <a:off x="2516650" y="2755507"/>
            <a:ext cx="406004" cy="167267"/>
            <a:chOff x="7493876" y="2774731"/>
            <a:chExt cx="1481958" cy="894622"/>
          </a:xfrm>
        </p:grpSpPr>
        <p:sp>
          <p:nvSpPr>
            <p:cNvPr id="1010" name="Freeform 1009">
              <a:extLst>
                <a:ext uri="{FF2B5EF4-FFF2-40B4-BE49-F238E27FC236}">
                  <a16:creationId xmlns:a16="http://schemas.microsoft.com/office/drawing/2014/main" id="{92DD86F6-73AF-224B-B049-218E0EE4D53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11" name="Oval 1010">
              <a:extLst>
                <a:ext uri="{FF2B5EF4-FFF2-40B4-BE49-F238E27FC236}">
                  <a16:creationId xmlns:a16="http://schemas.microsoft.com/office/drawing/2014/main" id="{620B6D4B-4DE6-3F40-A4F5-C34D0B6BA0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12" name="Group 1011">
              <a:extLst>
                <a:ext uri="{FF2B5EF4-FFF2-40B4-BE49-F238E27FC236}">
                  <a16:creationId xmlns:a16="http://schemas.microsoft.com/office/drawing/2014/main" id="{79E8750B-383B-4641-8E1B-82CF46F5FE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13" name="Freeform 1012">
                <a:extLst>
                  <a:ext uri="{FF2B5EF4-FFF2-40B4-BE49-F238E27FC236}">
                    <a16:creationId xmlns:a16="http://schemas.microsoft.com/office/drawing/2014/main" id="{1A6B8441-BBF6-4A40-BA5C-5AA0E5DC70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4" name="Freeform 1013">
                <a:extLst>
                  <a:ext uri="{FF2B5EF4-FFF2-40B4-BE49-F238E27FC236}">
                    <a16:creationId xmlns:a16="http://schemas.microsoft.com/office/drawing/2014/main" id="{30818833-5C97-7548-9F55-3C0175E588E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5" name="Freeform 1014">
                <a:extLst>
                  <a:ext uri="{FF2B5EF4-FFF2-40B4-BE49-F238E27FC236}">
                    <a16:creationId xmlns:a16="http://schemas.microsoft.com/office/drawing/2014/main" id="{9E3C655D-3A7D-E14F-A7F2-F9D4BE59CF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6" name="Freeform 1015">
                <a:extLst>
                  <a:ext uri="{FF2B5EF4-FFF2-40B4-BE49-F238E27FC236}">
                    <a16:creationId xmlns:a16="http://schemas.microsoft.com/office/drawing/2014/main" id="{4F322FCA-51A6-1E49-B553-D74D173229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cxnSp>
        <p:nvCxnSpPr>
          <p:cNvPr id="325" name="Straight Connector 500">
            <a:extLst>
              <a:ext uri="{FF2B5EF4-FFF2-40B4-BE49-F238E27FC236}">
                <a16:creationId xmlns:a16="http://schemas.microsoft.com/office/drawing/2014/main" id="{EF8338AF-209E-814B-90EA-03D0FD1B42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66805" y="2262115"/>
            <a:ext cx="28575" cy="2321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6" name="Straight Connector 501">
            <a:extLst>
              <a:ext uri="{FF2B5EF4-FFF2-40B4-BE49-F238E27FC236}">
                <a16:creationId xmlns:a16="http://schemas.microsoft.com/office/drawing/2014/main" id="{A4EF59C7-39D5-A64B-9E1B-7D8DD234CD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01309" y="2472856"/>
            <a:ext cx="92869" cy="159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Straight Connector 514">
            <a:extLst>
              <a:ext uri="{FF2B5EF4-FFF2-40B4-BE49-F238E27FC236}">
                <a16:creationId xmlns:a16="http://schemas.microsoft.com/office/drawing/2014/main" id="{9AB43EDB-FC7A-3149-8AC7-F57E5F976F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1778" y="3295577"/>
            <a:ext cx="152400" cy="5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" name="Straight Connector 39941">
            <a:extLst>
              <a:ext uri="{FF2B5EF4-FFF2-40B4-BE49-F238E27FC236}">
                <a16:creationId xmlns:a16="http://schemas.microsoft.com/office/drawing/2014/main" id="{CB780043-4D09-4C44-814E-EA66A3A2354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38256" y="2887193"/>
            <a:ext cx="32266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7" name="Group 153">
            <a:extLst>
              <a:ext uri="{FF2B5EF4-FFF2-40B4-BE49-F238E27FC236}">
                <a16:creationId xmlns:a16="http://schemas.microsoft.com/office/drawing/2014/main" id="{D3F39309-4CCA-1346-A4B3-93C528C3A3F3}"/>
              </a:ext>
            </a:extLst>
          </p:cNvPr>
          <p:cNvGrpSpPr>
            <a:grpSpLocks/>
          </p:cNvGrpSpPr>
          <p:nvPr/>
        </p:nvGrpSpPr>
        <p:grpSpPr bwMode="auto">
          <a:xfrm>
            <a:off x="1664836" y="2037621"/>
            <a:ext cx="508844" cy="313666"/>
            <a:chOff x="3053396" y="4304255"/>
            <a:chExt cx="678368" cy="418253"/>
          </a:xfrm>
        </p:grpSpPr>
        <p:sp>
          <p:nvSpPr>
            <p:cNvPr id="45" name="Freeform 84">
              <a:extLst>
                <a:ext uri="{FF2B5EF4-FFF2-40B4-BE49-F238E27FC236}">
                  <a16:creationId xmlns:a16="http://schemas.microsoft.com/office/drawing/2014/main" id="{07DE4F60-83A5-0341-A9C1-1548C4278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6" name="TextBox 155">
              <a:extLst>
                <a:ext uri="{FF2B5EF4-FFF2-40B4-BE49-F238E27FC236}">
                  <a16:creationId xmlns:a16="http://schemas.microsoft.com/office/drawing/2014/main" id="{661C5E06-AA77-3D42-A208-2104FCC9B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0" name="Group 131">
            <a:extLst>
              <a:ext uri="{FF2B5EF4-FFF2-40B4-BE49-F238E27FC236}">
                <a16:creationId xmlns:a16="http://schemas.microsoft.com/office/drawing/2014/main" id="{15FE5D2D-CFDD-2545-AD30-9375E330E58E}"/>
              </a:ext>
            </a:extLst>
          </p:cNvPr>
          <p:cNvGrpSpPr>
            <a:grpSpLocks/>
          </p:cNvGrpSpPr>
          <p:nvPr/>
        </p:nvGrpSpPr>
        <p:grpSpPr bwMode="auto">
          <a:xfrm>
            <a:off x="1379047" y="2332872"/>
            <a:ext cx="508844" cy="313666"/>
            <a:chOff x="3053396" y="4304255"/>
            <a:chExt cx="678368" cy="418253"/>
          </a:xfrm>
        </p:grpSpPr>
        <p:sp>
          <p:nvSpPr>
            <p:cNvPr id="59" name="Freeform 84">
              <a:extLst>
                <a:ext uri="{FF2B5EF4-FFF2-40B4-BE49-F238E27FC236}">
                  <a16:creationId xmlns:a16="http://schemas.microsoft.com/office/drawing/2014/main" id="{0C318F62-493F-244E-9A3D-74FDA424F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0" name="TextBox 133">
              <a:extLst>
                <a:ext uri="{FF2B5EF4-FFF2-40B4-BE49-F238E27FC236}">
                  <a16:creationId xmlns:a16="http://schemas.microsoft.com/office/drawing/2014/main" id="{45ED4CFD-305F-FD49-AB6C-BC96E8D76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cxnSp>
        <p:nvCxnSpPr>
          <p:cNvPr id="330" name="Straight Connector 524">
            <a:extLst>
              <a:ext uri="{FF2B5EF4-FFF2-40B4-BE49-F238E27FC236}">
                <a16:creationId xmlns:a16="http://schemas.microsoft.com/office/drawing/2014/main" id="{25B43DB6-52F3-DE4C-9BA6-B2A747C4C9A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01388" y="3117579"/>
            <a:ext cx="420684" cy="22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72" name="Group 871">
            <a:extLst>
              <a:ext uri="{FF2B5EF4-FFF2-40B4-BE49-F238E27FC236}">
                <a16:creationId xmlns:a16="http://schemas.microsoft.com/office/drawing/2014/main" id="{A25E589D-842B-C047-A119-3D7A98414FB7}"/>
              </a:ext>
            </a:extLst>
          </p:cNvPr>
          <p:cNvGrpSpPr/>
          <p:nvPr/>
        </p:nvGrpSpPr>
        <p:grpSpPr>
          <a:xfrm>
            <a:off x="2469290" y="3282531"/>
            <a:ext cx="406004" cy="167267"/>
            <a:chOff x="7493876" y="2774731"/>
            <a:chExt cx="1481958" cy="894622"/>
          </a:xfrm>
        </p:grpSpPr>
        <p:sp>
          <p:nvSpPr>
            <p:cNvPr id="905" name="Freeform 904">
              <a:extLst>
                <a:ext uri="{FF2B5EF4-FFF2-40B4-BE49-F238E27FC236}">
                  <a16:creationId xmlns:a16="http://schemas.microsoft.com/office/drawing/2014/main" id="{81EA2F3C-5A7E-8343-AB35-2ABC44A9D32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5FDE10E8-50B3-BC4D-AC25-C68EBCF695D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07" name="Group 906">
              <a:extLst>
                <a:ext uri="{FF2B5EF4-FFF2-40B4-BE49-F238E27FC236}">
                  <a16:creationId xmlns:a16="http://schemas.microsoft.com/office/drawing/2014/main" id="{0B8FD6CA-C921-9744-A760-55D802E5FF4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8" name="Freeform 907">
                <a:extLst>
                  <a:ext uri="{FF2B5EF4-FFF2-40B4-BE49-F238E27FC236}">
                    <a16:creationId xmlns:a16="http://schemas.microsoft.com/office/drawing/2014/main" id="{4807C980-FDBE-794F-AD74-6D2BF0D484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9" name="Freeform 908">
                <a:extLst>
                  <a:ext uri="{FF2B5EF4-FFF2-40B4-BE49-F238E27FC236}">
                    <a16:creationId xmlns:a16="http://schemas.microsoft.com/office/drawing/2014/main" id="{26F08AE6-E4B5-0D4B-815F-50BAD5E7146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0" name="Freeform 909">
                <a:extLst>
                  <a:ext uri="{FF2B5EF4-FFF2-40B4-BE49-F238E27FC236}">
                    <a16:creationId xmlns:a16="http://schemas.microsoft.com/office/drawing/2014/main" id="{3314964C-B1A5-6944-90A3-2DB4945602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1" name="Freeform 910">
                <a:extLst>
                  <a:ext uri="{FF2B5EF4-FFF2-40B4-BE49-F238E27FC236}">
                    <a16:creationId xmlns:a16="http://schemas.microsoft.com/office/drawing/2014/main" id="{52A2021F-EAC2-B84A-9171-8219D4BDC09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cxnSp>
        <p:nvCxnSpPr>
          <p:cNvPr id="349" name="Straight Connector 510">
            <a:extLst>
              <a:ext uri="{FF2B5EF4-FFF2-40B4-BE49-F238E27FC236}">
                <a16:creationId xmlns:a16="http://schemas.microsoft.com/office/drawing/2014/main" id="{B29E275D-8845-6E40-A08F-12FF3311E17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884349" y="3878388"/>
            <a:ext cx="278606" cy="7298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C0DD398-57C2-EB4A-A85E-E41AD8F8225D}"/>
              </a:ext>
            </a:extLst>
          </p:cNvPr>
          <p:cNvGrpSpPr/>
          <p:nvPr/>
        </p:nvGrpSpPr>
        <p:grpSpPr>
          <a:xfrm>
            <a:off x="3346186" y="4085435"/>
            <a:ext cx="1662113" cy="400172"/>
            <a:chOff x="4461581" y="5447247"/>
            <a:chExt cx="2216150" cy="533562"/>
          </a:xfrm>
        </p:grpSpPr>
        <p:cxnSp>
          <p:nvCxnSpPr>
            <p:cNvPr id="350" name="Straight Connector 509">
              <a:extLst>
                <a:ext uri="{FF2B5EF4-FFF2-40B4-BE49-F238E27FC236}">
                  <a16:creationId xmlns:a16="http://schemas.microsoft.com/office/drawing/2014/main" id="{15E7E8CE-D231-0443-8237-9CDCCE5432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157031" y="5810947"/>
              <a:ext cx="520700" cy="16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5" name="Oval 33">
              <a:extLst>
                <a:ext uri="{FF2B5EF4-FFF2-40B4-BE49-F238E27FC236}">
                  <a16:creationId xmlns:a16="http://schemas.microsoft.com/office/drawing/2014/main" id="{1711CC92-9E02-C94A-94D1-57C565B262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351" name="Straight Connector 511">
              <a:extLst>
                <a:ext uri="{FF2B5EF4-FFF2-40B4-BE49-F238E27FC236}">
                  <a16:creationId xmlns:a16="http://schemas.microsoft.com/office/drawing/2014/main" id="{DDF17605-AB1A-CD4B-919C-6D6D051BCF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61581" y="5815709"/>
              <a:ext cx="306387" cy="165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3" name="TextBox 9">
              <a:extLst>
                <a:ext uri="{FF2B5EF4-FFF2-40B4-BE49-F238E27FC236}">
                  <a16:creationId xmlns:a16="http://schemas.microsoft.com/office/drawing/2014/main" id="{419FEDC2-503D-FD43-B58C-4D0CA969F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2400" y="5488195"/>
              <a:ext cx="164617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 i="1" dirty="0"/>
                <a:t>regional ISP</a:t>
              </a:r>
            </a:p>
          </p:txBody>
        </p:sp>
      </p:grpSp>
      <p:grpSp>
        <p:nvGrpSpPr>
          <p:cNvPr id="24" name="Group 175">
            <a:extLst>
              <a:ext uri="{FF2B5EF4-FFF2-40B4-BE49-F238E27FC236}">
                <a16:creationId xmlns:a16="http://schemas.microsoft.com/office/drawing/2014/main" id="{134DD520-7978-5747-B557-6216C572DFE6}"/>
              </a:ext>
            </a:extLst>
          </p:cNvPr>
          <p:cNvGrpSpPr>
            <a:grpSpLocks/>
          </p:cNvGrpSpPr>
          <p:nvPr/>
        </p:nvGrpSpPr>
        <p:grpSpPr bwMode="auto">
          <a:xfrm>
            <a:off x="3150936" y="4428211"/>
            <a:ext cx="508844" cy="313666"/>
            <a:chOff x="3053396" y="4304255"/>
            <a:chExt cx="678368" cy="418253"/>
          </a:xfrm>
        </p:grpSpPr>
        <p:sp>
          <p:nvSpPr>
            <p:cNvPr id="31" name="Freeform 84">
              <a:extLst>
                <a:ext uri="{FF2B5EF4-FFF2-40B4-BE49-F238E27FC236}">
                  <a16:creationId xmlns:a16="http://schemas.microsoft.com/office/drawing/2014/main" id="{C577F5FD-5D66-CF43-8149-2A5429C89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" name="TextBox 177">
              <a:extLst>
                <a:ext uri="{FF2B5EF4-FFF2-40B4-BE49-F238E27FC236}">
                  <a16:creationId xmlns:a16="http://schemas.microsoft.com/office/drawing/2014/main" id="{AA8FB1A9-24AA-6944-82EC-BE9D92626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23" name="Group 172">
            <a:extLst>
              <a:ext uri="{FF2B5EF4-FFF2-40B4-BE49-F238E27FC236}">
                <a16:creationId xmlns:a16="http://schemas.microsoft.com/office/drawing/2014/main" id="{7C2A35D0-56CA-3641-A6F1-6B3B15ECC563}"/>
              </a:ext>
            </a:extLst>
          </p:cNvPr>
          <p:cNvGrpSpPr>
            <a:grpSpLocks/>
          </p:cNvGrpSpPr>
          <p:nvPr/>
        </p:nvGrpSpPr>
        <p:grpSpPr bwMode="auto">
          <a:xfrm>
            <a:off x="4065459" y="4542502"/>
            <a:ext cx="508844" cy="313666"/>
            <a:chOff x="3053396" y="4304255"/>
            <a:chExt cx="678368" cy="418253"/>
          </a:xfrm>
        </p:grpSpPr>
        <p:sp>
          <p:nvSpPr>
            <p:cNvPr id="33" name="Freeform 84">
              <a:extLst>
                <a:ext uri="{FF2B5EF4-FFF2-40B4-BE49-F238E27FC236}">
                  <a16:creationId xmlns:a16="http://schemas.microsoft.com/office/drawing/2014/main" id="{8AAD2739-378D-9246-AF78-87DAEF7F2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4" name="TextBox 174">
              <a:extLst>
                <a:ext uri="{FF2B5EF4-FFF2-40B4-BE49-F238E27FC236}">
                  <a16:creationId xmlns:a16="http://schemas.microsoft.com/office/drawing/2014/main" id="{E7F13F8B-3A00-D34F-9D41-965BF8458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22" name="Group 169">
            <a:extLst>
              <a:ext uri="{FF2B5EF4-FFF2-40B4-BE49-F238E27FC236}">
                <a16:creationId xmlns:a16="http://schemas.microsoft.com/office/drawing/2014/main" id="{188C2074-F159-A84A-BA68-5AB5304751BC}"/>
              </a:ext>
            </a:extLst>
          </p:cNvPr>
          <p:cNvGrpSpPr>
            <a:grpSpLocks/>
          </p:cNvGrpSpPr>
          <p:nvPr/>
        </p:nvGrpSpPr>
        <p:grpSpPr bwMode="auto">
          <a:xfrm>
            <a:off x="4751351" y="4437735"/>
            <a:ext cx="508844" cy="313666"/>
            <a:chOff x="3053396" y="4304255"/>
            <a:chExt cx="678368" cy="418253"/>
          </a:xfrm>
        </p:grpSpPr>
        <p:sp>
          <p:nvSpPr>
            <p:cNvPr id="35" name="Freeform 84">
              <a:extLst>
                <a:ext uri="{FF2B5EF4-FFF2-40B4-BE49-F238E27FC236}">
                  <a16:creationId xmlns:a16="http://schemas.microsoft.com/office/drawing/2014/main" id="{BDC6D0EF-413A-9E4D-9647-D0D2FE444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6" name="TextBox 171">
              <a:extLst>
                <a:ext uri="{FF2B5EF4-FFF2-40B4-BE49-F238E27FC236}">
                  <a16:creationId xmlns:a16="http://schemas.microsoft.com/office/drawing/2014/main" id="{FE5336A0-2A38-3C4B-B598-A66CCCFD5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870" name="Group 869">
            <a:extLst>
              <a:ext uri="{FF2B5EF4-FFF2-40B4-BE49-F238E27FC236}">
                <a16:creationId xmlns:a16="http://schemas.microsoft.com/office/drawing/2014/main" id="{2201EDA2-F87D-BF47-BEA0-21B0A24F495A}"/>
              </a:ext>
            </a:extLst>
          </p:cNvPr>
          <p:cNvGrpSpPr/>
          <p:nvPr/>
        </p:nvGrpSpPr>
        <p:grpSpPr>
          <a:xfrm>
            <a:off x="3609314" y="3758731"/>
            <a:ext cx="406004" cy="167267"/>
            <a:chOff x="7493876" y="2774731"/>
            <a:chExt cx="1481958" cy="894622"/>
          </a:xfrm>
        </p:grpSpPr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7BACFFDC-142B-174A-BFED-E6176627DB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6B0BD693-1861-1344-9C54-9555107E799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21" name="Group 920">
              <a:extLst>
                <a:ext uri="{FF2B5EF4-FFF2-40B4-BE49-F238E27FC236}">
                  <a16:creationId xmlns:a16="http://schemas.microsoft.com/office/drawing/2014/main" id="{0019A1FA-0729-AB44-ACE4-09350E33F46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2" name="Freeform 921">
                <a:extLst>
                  <a:ext uri="{FF2B5EF4-FFF2-40B4-BE49-F238E27FC236}">
                    <a16:creationId xmlns:a16="http://schemas.microsoft.com/office/drawing/2014/main" id="{FA1FC1ED-CBBF-5F44-A7FA-778F742FE76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3" name="Freeform 922">
                <a:extLst>
                  <a:ext uri="{FF2B5EF4-FFF2-40B4-BE49-F238E27FC236}">
                    <a16:creationId xmlns:a16="http://schemas.microsoft.com/office/drawing/2014/main" id="{6C0ECFD1-933A-B74E-BFEE-72B00BC4C3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4" name="Freeform 923">
                <a:extLst>
                  <a:ext uri="{FF2B5EF4-FFF2-40B4-BE49-F238E27FC236}">
                    <a16:creationId xmlns:a16="http://schemas.microsoft.com/office/drawing/2014/main" id="{FF559D91-8CE3-6E40-B135-CC54DC6069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5" name="Freeform 924">
                <a:extLst>
                  <a:ext uri="{FF2B5EF4-FFF2-40B4-BE49-F238E27FC236}">
                    <a16:creationId xmlns:a16="http://schemas.microsoft.com/office/drawing/2014/main" id="{4747411F-F0D6-A548-A80F-4ED08DE503B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354" name="Oval 33">
            <a:extLst>
              <a:ext uri="{FF2B5EF4-FFF2-40B4-BE49-F238E27FC236}">
                <a16:creationId xmlns:a16="http://schemas.microsoft.com/office/drawing/2014/main" id="{4311CB3E-A4EB-DB44-B228-0B362E348A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22941" y="2815954"/>
            <a:ext cx="939403" cy="285750"/>
          </a:xfrm>
          <a:prstGeom prst="ellipse">
            <a:avLst/>
          </a:prstGeom>
          <a:solidFill>
            <a:srgbClr val="CCCCFF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29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Oval 33">
            <a:extLst>
              <a:ext uri="{FF2B5EF4-FFF2-40B4-BE49-F238E27FC236}">
                <a16:creationId xmlns:a16="http://schemas.microsoft.com/office/drawing/2014/main" id="{91E82855-0703-4C4C-9B6A-21FE71AA74C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22941" y="2815954"/>
            <a:ext cx="939403" cy="285750"/>
          </a:xfrm>
          <a:prstGeom prst="ellipse">
            <a:avLst/>
          </a:prstGeom>
          <a:solidFill>
            <a:srgbClr val="CCCCFF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04" name="Oval 3">
            <a:extLst>
              <a:ext uri="{FF2B5EF4-FFF2-40B4-BE49-F238E27FC236}">
                <a16:creationId xmlns:a16="http://schemas.microsoft.com/office/drawing/2014/main" id="{C1E39CEB-C65D-764B-966A-D7A25B075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300" y="2087094"/>
            <a:ext cx="2606279" cy="1035844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05" name="Straight Connector 10">
            <a:extLst>
              <a:ext uri="{FF2B5EF4-FFF2-40B4-BE49-F238E27FC236}">
                <a16:creationId xmlns:a16="http://schemas.microsoft.com/office/drawing/2014/main" id="{93EBD03F-9A41-A545-84E9-9F7C7586256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81273" y="2269259"/>
            <a:ext cx="859631" cy="5476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6" name="Straight Connector 297">
            <a:extLst>
              <a:ext uri="{FF2B5EF4-FFF2-40B4-BE49-F238E27FC236}">
                <a16:creationId xmlns:a16="http://schemas.microsoft.com/office/drawing/2014/main" id="{7676F8BB-118B-B64A-92D8-85283640E5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6567" y="2494287"/>
            <a:ext cx="97631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7" name="Straight Connector 298">
            <a:extLst>
              <a:ext uri="{FF2B5EF4-FFF2-40B4-BE49-F238E27FC236}">
                <a16:creationId xmlns:a16="http://schemas.microsoft.com/office/drawing/2014/main" id="{A2DEF96B-86EE-7144-BD4A-23065D792A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64641" y="2647877"/>
            <a:ext cx="197644" cy="345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8" name="Straight Connector 299">
            <a:extLst>
              <a:ext uri="{FF2B5EF4-FFF2-40B4-BE49-F238E27FC236}">
                <a16:creationId xmlns:a16="http://schemas.microsoft.com/office/drawing/2014/main" id="{555BA90C-F55F-9A4F-9697-475AB21296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24135" y="2515719"/>
            <a:ext cx="157163" cy="8215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" name="Straight Connector 300">
            <a:extLst>
              <a:ext uri="{FF2B5EF4-FFF2-40B4-BE49-F238E27FC236}">
                <a16:creationId xmlns:a16="http://schemas.microsoft.com/office/drawing/2014/main" id="{06CA7B3A-E066-F645-A065-DE454C32D9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70531" y="2740746"/>
            <a:ext cx="166688" cy="7381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0" name="Straight Connector 301">
            <a:extLst>
              <a:ext uri="{FF2B5EF4-FFF2-40B4-BE49-F238E27FC236}">
                <a16:creationId xmlns:a16="http://schemas.microsoft.com/office/drawing/2014/main" id="{BACA8AA4-CF1D-5F48-933F-B11117821D9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39662" y="2684787"/>
            <a:ext cx="204788" cy="1905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1" name="Straight Connector 302">
            <a:extLst>
              <a:ext uri="{FF2B5EF4-FFF2-40B4-BE49-F238E27FC236}">
                <a16:creationId xmlns:a16="http://schemas.microsoft.com/office/drawing/2014/main" id="{DCD16DCF-19C7-244F-A0A1-9DB175274AC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38522" y="2674071"/>
            <a:ext cx="290513" cy="940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2" name="Straight Connector 303">
            <a:extLst>
              <a:ext uri="{FF2B5EF4-FFF2-40B4-BE49-F238E27FC236}">
                <a16:creationId xmlns:a16="http://schemas.microsoft.com/office/drawing/2014/main" id="{5D4D6C28-B196-BF48-A9D5-692E12992F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7807" y="2412133"/>
            <a:ext cx="230981" cy="1488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3" name="Straight Connector 304">
            <a:extLst>
              <a:ext uri="{FF2B5EF4-FFF2-40B4-BE49-F238E27FC236}">
                <a16:creationId xmlns:a16="http://schemas.microsoft.com/office/drawing/2014/main" id="{838A4044-BFFD-4A45-BC18-5752B084058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82463" y="2314503"/>
            <a:ext cx="184547" cy="654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4" name="TextBox 39958">
            <a:extLst>
              <a:ext uri="{FF2B5EF4-FFF2-40B4-BE49-F238E27FC236}">
                <a16:creationId xmlns:a16="http://schemas.microsoft.com/office/drawing/2014/main" id="{6F6B1677-D08C-6A47-B407-042662BB7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554" y="2345459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A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47996727-7119-574B-8617-ECC07818FEDD}"/>
              </a:ext>
            </a:extLst>
          </p:cNvPr>
          <p:cNvGrpSpPr/>
          <p:nvPr/>
        </p:nvGrpSpPr>
        <p:grpSpPr>
          <a:xfrm>
            <a:off x="3584906" y="2546386"/>
            <a:ext cx="406004" cy="167267"/>
            <a:chOff x="7493876" y="2774731"/>
            <a:chExt cx="1481958" cy="894622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3EDFEF2E-E8B6-3841-B07D-9D0CA292425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EBF872C2-5DB2-1143-8057-32D36F4F7DE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E45C82B8-7745-8345-80DF-E1551574C0B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AADF328D-9F75-D443-B009-78195511DE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CABE0F12-0414-E047-9D94-A57A4F3F8B1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61DB4664-2DC3-D243-A319-728D82FDC8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44" name="Freeform 1043">
                <a:extLst>
                  <a:ext uri="{FF2B5EF4-FFF2-40B4-BE49-F238E27FC236}">
                    <a16:creationId xmlns:a16="http://schemas.microsoft.com/office/drawing/2014/main" id="{3A39F596-0CEB-FB44-8298-3CCA7A8E5D8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FF12777F-B030-4549-A7FC-82449D14AB56}"/>
              </a:ext>
            </a:extLst>
          </p:cNvPr>
          <p:cNvGrpSpPr/>
          <p:nvPr/>
        </p:nvGrpSpPr>
        <p:grpSpPr>
          <a:xfrm>
            <a:off x="3171219" y="2363029"/>
            <a:ext cx="406004" cy="167267"/>
            <a:chOff x="7493876" y="2774731"/>
            <a:chExt cx="1481958" cy="894622"/>
          </a:xfrm>
        </p:grpSpPr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99010B44-64C2-AB4E-A534-5DD841F54CC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F609C7A8-5C64-1E46-89AE-A8782A6AB2A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67733F2-A942-984D-951B-4FC5E9704E1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9C762EC2-20E2-E34D-BF85-6154BC77A20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8" name="Freeform 1027">
                <a:extLst>
                  <a:ext uri="{FF2B5EF4-FFF2-40B4-BE49-F238E27FC236}">
                    <a16:creationId xmlns:a16="http://schemas.microsoft.com/office/drawing/2014/main" id="{816CB66E-9C37-534A-85AC-84C51BA8D5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9" name="Freeform 1028">
                <a:extLst>
                  <a:ext uri="{FF2B5EF4-FFF2-40B4-BE49-F238E27FC236}">
                    <a16:creationId xmlns:a16="http://schemas.microsoft.com/office/drawing/2014/main" id="{E4DE6B81-6776-9B45-B52B-E80CB62D179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0" name="Freeform 1029">
                <a:extLst>
                  <a:ext uri="{FF2B5EF4-FFF2-40B4-BE49-F238E27FC236}">
                    <a16:creationId xmlns:a16="http://schemas.microsoft.com/office/drawing/2014/main" id="{EAF14958-EE5D-3742-8285-298B3270B75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8" name="Group 817">
            <a:extLst>
              <a:ext uri="{FF2B5EF4-FFF2-40B4-BE49-F238E27FC236}">
                <a16:creationId xmlns:a16="http://schemas.microsoft.com/office/drawing/2014/main" id="{1EC3981A-429A-8B48-A3A4-3F38950EE426}"/>
              </a:ext>
            </a:extLst>
          </p:cNvPr>
          <p:cNvGrpSpPr/>
          <p:nvPr/>
        </p:nvGrpSpPr>
        <p:grpSpPr>
          <a:xfrm>
            <a:off x="2979474" y="2588732"/>
            <a:ext cx="406004" cy="167267"/>
            <a:chOff x="7493876" y="2774731"/>
            <a:chExt cx="1481958" cy="894622"/>
          </a:xfrm>
        </p:grpSpPr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4AD6CA35-9890-0743-96D1-73AC7E92080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18" name="Oval 1017">
              <a:extLst>
                <a:ext uri="{FF2B5EF4-FFF2-40B4-BE49-F238E27FC236}">
                  <a16:creationId xmlns:a16="http://schemas.microsoft.com/office/drawing/2014/main" id="{9C75BC85-7B77-844A-A090-98B72437D10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19" name="Group 1018">
              <a:extLst>
                <a:ext uri="{FF2B5EF4-FFF2-40B4-BE49-F238E27FC236}">
                  <a16:creationId xmlns:a16="http://schemas.microsoft.com/office/drawing/2014/main" id="{BB68491C-B2BC-5F4D-8E2D-9B5AF1FF975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0" name="Freeform 1019">
                <a:extLst>
                  <a:ext uri="{FF2B5EF4-FFF2-40B4-BE49-F238E27FC236}">
                    <a16:creationId xmlns:a16="http://schemas.microsoft.com/office/drawing/2014/main" id="{6A1C4FC8-1F5B-5C45-82B9-CE47B968AF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1" name="Freeform 1020">
                <a:extLst>
                  <a:ext uri="{FF2B5EF4-FFF2-40B4-BE49-F238E27FC236}">
                    <a16:creationId xmlns:a16="http://schemas.microsoft.com/office/drawing/2014/main" id="{726EAB2B-C360-BB43-9D51-609E86D205B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2" name="Freeform 1021">
                <a:extLst>
                  <a:ext uri="{FF2B5EF4-FFF2-40B4-BE49-F238E27FC236}">
                    <a16:creationId xmlns:a16="http://schemas.microsoft.com/office/drawing/2014/main" id="{6DC07A6D-089D-B644-A213-63263AEE673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23" name="Freeform 1022">
                <a:extLst>
                  <a:ext uri="{FF2B5EF4-FFF2-40B4-BE49-F238E27FC236}">
                    <a16:creationId xmlns:a16="http://schemas.microsoft.com/office/drawing/2014/main" id="{32E701D2-9EC5-3C41-9EF1-B1EDD98324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821" name="Oval 3">
            <a:extLst>
              <a:ext uri="{FF2B5EF4-FFF2-40B4-BE49-F238E27FC236}">
                <a16:creationId xmlns:a16="http://schemas.microsoft.com/office/drawing/2014/main" id="{175C21D2-17F4-1C48-AD8B-3CA2017D3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756" y="3195565"/>
            <a:ext cx="2206229" cy="992981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22" name="Straight Connector 10">
            <a:extLst>
              <a:ext uri="{FF2B5EF4-FFF2-40B4-BE49-F238E27FC236}">
                <a16:creationId xmlns:a16="http://schemas.microsoft.com/office/drawing/2014/main" id="{7DC3F383-B8A6-0D47-AA14-533688BAAE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80044" y="3370587"/>
            <a:ext cx="727472" cy="511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" name="Straight Connector 297">
            <a:extLst>
              <a:ext uri="{FF2B5EF4-FFF2-40B4-BE49-F238E27FC236}">
                <a16:creationId xmlns:a16="http://schemas.microsoft.com/office/drawing/2014/main" id="{FA2FCD93-6174-FC43-97E3-B56BA29EFE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473" y="3586090"/>
            <a:ext cx="82153" cy="59531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" name="Straight Connector 298">
            <a:extLst>
              <a:ext uri="{FF2B5EF4-FFF2-40B4-BE49-F238E27FC236}">
                <a16:creationId xmlns:a16="http://schemas.microsoft.com/office/drawing/2014/main" id="{FBA241B7-1D0B-3446-B887-DF2A60562C6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20550" y="3732537"/>
            <a:ext cx="166688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" name="Straight Connector 299">
            <a:extLst>
              <a:ext uri="{FF2B5EF4-FFF2-40B4-BE49-F238E27FC236}">
                <a16:creationId xmlns:a16="http://schemas.microsoft.com/office/drawing/2014/main" id="{9EF281DF-1EAB-9642-86CE-67F25A55ACB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15763" y="3606331"/>
            <a:ext cx="133350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6" name="Straight Connector 300">
            <a:extLst>
              <a:ext uri="{FF2B5EF4-FFF2-40B4-BE49-F238E27FC236}">
                <a16:creationId xmlns:a16="http://schemas.microsoft.com/office/drawing/2014/main" id="{CF0B6ED5-64C1-F64C-B490-65D8887CD4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01450" y="3821833"/>
            <a:ext cx="141685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7" name="Straight Connector 301">
            <a:extLst>
              <a:ext uri="{FF2B5EF4-FFF2-40B4-BE49-F238E27FC236}">
                <a16:creationId xmlns:a16="http://schemas.microsoft.com/office/drawing/2014/main" id="{6F25A2AA-9AAF-7545-A621-843340E23A8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68188" y="3768256"/>
            <a:ext cx="173831" cy="18335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8" name="Straight Connector 302">
            <a:extLst>
              <a:ext uri="{FF2B5EF4-FFF2-40B4-BE49-F238E27FC236}">
                <a16:creationId xmlns:a16="http://schemas.microsoft.com/office/drawing/2014/main" id="{A85DF839-8C92-7C4C-9E4F-95253E4F64D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06325" y="3758731"/>
            <a:ext cx="245269" cy="892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" name="Straight Connector 303">
            <a:extLst>
              <a:ext uri="{FF2B5EF4-FFF2-40B4-BE49-F238E27FC236}">
                <a16:creationId xmlns:a16="http://schemas.microsoft.com/office/drawing/2014/main" id="{F434154C-8D83-9441-B097-3BBC275FD9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6800" y="3507509"/>
            <a:ext cx="195263" cy="1416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" name="Straight Connector 304">
            <a:extLst>
              <a:ext uri="{FF2B5EF4-FFF2-40B4-BE49-F238E27FC236}">
                <a16:creationId xmlns:a16="http://schemas.microsoft.com/office/drawing/2014/main" id="{B524947B-DB9F-7D40-A706-4C17DE2A501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81235" y="3413450"/>
            <a:ext cx="155972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1" name="TextBox 39958">
            <a:extLst>
              <a:ext uri="{FF2B5EF4-FFF2-40B4-BE49-F238E27FC236}">
                <a16:creationId xmlns:a16="http://schemas.microsoft.com/office/drawing/2014/main" id="{E2B94A9A-0F9D-2848-A0CF-4BF11CF94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960" y="3443215"/>
            <a:ext cx="7873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C</a:t>
            </a:r>
          </a:p>
        </p:txBody>
      </p:sp>
      <p:sp>
        <p:nvSpPr>
          <p:cNvPr id="832" name="Oval 3">
            <a:extLst>
              <a:ext uri="{FF2B5EF4-FFF2-40B4-BE49-F238E27FC236}">
                <a16:creationId xmlns:a16="http://schemas.microsoft.com/office/drawing/2014/main" id="{A702DE6F-D4A0-8F44-AA63-D6E15375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285" y="2780037"/>
            <a:ext cx="2414588" cy="1007269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</a:endParaRPr>
          </a:p>
        </p:txBody>
      </p:sp>
      <p:cxnSp>
        <p:nvCxnSpPr>
          <p:cNvPr id="833" name="Straight Connector 10">
            <a:extLst>
              <a:ext uri="{FF2B5EF4-FFF2-40B4-BE49-F238E27FC236}">
                <a16:creationId xmlns:a16="http://schemas.microsoft.com/office/drawing/2014/main" id="{3F8196DF-0888-8E49-98D7-DA224C7BE9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74391" y="2957440"/>
            <a:ext cx="796528" cy="523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4" name="Straight Connector 297">
            <a:extLst>
              <a:ext uri="{FF2B5EF4-FFF2-40B4-BE49-F238E27FC236}">
                <a16:creationId xmlns:a16="http://schemas.microsoft.com/office/drawing/2014/main" id="{1B258AC6-D04D-9E42-938E-20E66E8095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7537" y="3175324"/>
            <a:ext cx="90488" cy="619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5" name="Straight Connector 298">
            <a:extLst>
              <a:ext uri="{FF2B5EF4-FFF2-40B4-BE49-F238E27FC236}">
                <a16:creationId xmlns:a16="http://schemas.microsoft.com/office/drawing/2014/main" id="{413995ED-2F60-8B4D-8D7F-93AD98A893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7519" y="3325343"/>
            <a:ext cx="182166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6" name="Straight Connector 299">
            <a:extLst>
              <a:ext uri="{FF2B5EF4-FFF2-40B4-BE49-F238E27FC236}">
                <a16:creationId xmlns:a16="http://schemas.microsoft.com/office/drawing/2014/main" id="{25EF67BD-6045-D34A-B976-7E209CEE56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3682" y="3196756"/>
            <a:ext cx="146447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7" name="Straight Connector 300">
            <a:extLst>
              <a:ext uri="{FF2B5EF4-FFF2-40B4-BE49-F238E27FC236}">
                <a16:creationId xmlns:a16="http://schemas.microsoft.com/office/drawing/2014/main" id="{36B4AB57-694E-3A49-B3F1-69CBFBA7E4F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79129" y="3415831"/>
            <a:ext cx="154781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8" name="Straight Connector 301">
            <a:extLst>
              <a:ext uri="{FF2B5EF4-FFF2-40B4-BE49-F238E27FC236}">
                <a16:creationId xmlns:a16="http://schemas.microsoft.com/office/drawing/2014/main" id="{327866EC-442B-E449-A507-1ADB289760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99444" y="3361062"/>
            <a:ext cx="190500" cy="1857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" name="Straight Connector 302">
            <a:extLst>
              <a:ext uri="{FF2B5EF4-FFF2-40B4-BE49-F238E27FC236}">
                <a16:creationId xmlns:a16="http://schemas.microsoft.com/office/drawing/2014/main" id="{0B9882C7-E94F-0A47-A7DE-70A6E795938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947107" y="3345583"/>
            <a:ext cx="269081" cy="904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0" name="Straight Connector 303">
            <a:extLst>
              <a:ext uri="{FF2B5EF4-FFF2-40B4-BE49-F238E27FC236}">
                <a16:creationId xmlns:a16="http://schemas.microsoft.com/office/drawing/2014/main" id="{07F3D5AB-917A-3646-B73E-0784162E7E1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59012" y="3095552"/>
            <a:ext cx="214313" cy="14406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1" name="Straight Connector 304">
            <a:extLst>
              <a:ext uri="{FF2B5EF4-FFF2-40B4-BE49-F238E27FC236}">
                <a16:creationId xmlns:a16="http://schemas.microsoft.com/office/drawing/2014/main" id="{7EE99713-0073-4441-B515-ACBBCD81E0F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75582" y="3000303"/>
            <a:ext cx="170260" cy="6429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2" name="TextBox 39958">
            <a:extLst>
              <a:ext uri="{FF2B5EF4-FFF2-40B4-BE49-F238E27FC236}">
                <a16:creationId xmlns:a16="http://schemas.microsoft.com/office/drawing/2014/main" id="{9B066AAE-482E-0B40-BE56-8CA80740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6204" y="3030068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i="1" dirty="0">
                <a:solidFill>
                  <a:schemeClr val="bg1"/>
                </a:solidFill>
                <a:latin typeface="+mn-lt"/>
              </a:rPr>
              <a:t>ISP B</a:t>
            </a:r>
          </a:p>
        </p:txBody>
      </p:sp>
      <p:cxnSp>
        <p:nvCxnSpPr>
          <p:cNvPr id="843" name="Straight Connector 12">
            <a:extLst>
              <a:ext uri="{FF2B5EF4-FFF2-40B4-BE49-F238E27FC236}">
                <a16:creationId xmlns:a16="http://schemas.microsoft.com/office/drawing/2014/main" id="{F300F1C8-847A-BE41-8774-57B1DCD8D5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50266" y="2000177"/>
            <a:ext cx="178594" cy="1964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6" name="Straight Connector 502">
            <a:extLst>
              <a:ext uri="{FF2B5EF4-FFF2-40B4-BE49-F238E27FC236}">
                <a16:creationId xmlns:a16="http://schemas.microsoft.com/office/drawing/2014/main" id="{3F67B9C4-4FEC-1240-9C01-EB8A6EE3CD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00410" y="1851350"/>
            <a:ext cx="230981" cy="4298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7" name="Straight Connector 503">
            <a:extLst>
              <a:ext uri="{FF2B5EF4-FFF2-40B4-BE49-F238E27FC236}">
                <a16:creationId xmlns:a16="http://schemas.microsoft.com/office/drawing/2014/main" id="{545AD480-9636-0E4B-B4B9-9B4ADC620A0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82601" y="1834681"/>
            <a:ext cx="288131" cy="4345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8" name="Straight Connector 504">
            <a:extLst>
              <a:ext uri="{FF2B5EF4-FFF2-40B4-BE49-F238E27FC236}">
                <a16:creationId xmlns:a16="http://schemas.microsoft.com/office/drawing/2014/main" id="{71581065-B12B-1A4E-BE8D-55FA0FB772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1154" y="2218062"/>
            <a:ext cx="161925" cy="78462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9" name="Straight Connector 505">
            <a:extLst>
              <a:ext uri="{FF2B5EF4-FFF2-40B4-BE49-F238E27FC236}">
                <a16:creationId xmlns:a16="http://schemas.microsoft.com/office/drawing/2014/main" id="{73C31C58-B4CF-814A-A3FD-55A6563CEF4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16188" y="2481190"/>
            <a:ext cx="180975" cy="519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" name="Straight Connector 507">
            <a:extLst>
              <a:ext uri="{FF2B5EF4-FFF2-40B4-BE49-F238E27FC236}">
                <a16:creationId xmlns:a16="http://schemas.microsoft.com/office/drawing/2014/main" id="{EC7E8528-0B6D-CF4D-8A94-85AA80C4CC8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54313" y="3472981"/>
            <a:ext cx="597694" cy="4607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4" name="Straight Connector 512">
            <a:extLst>
              <a:ext uri="{FF2B5EF4-FFF2-40B4-BE49-F238E27FC236}">
                <a16:creationId xmlns:a16="http://schemas.microsoft.com/office/drawing/2014/main" id="{3894D9DF-7CD2-5E46-A639-24D288F8333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6162" y="3913512"/>
            <a:ext cx="301229" cy="15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5" name="Straight Connector 513">
            <a:extLst>
              <a:ext uri="{FF2B5EF4-FFF2-40B4-BE49-F238E27FC236}">
                <a16:creationId xmlns:a16="http://schemas.microsoft.com/office/drawing/2014/main" id="{89BD6F64-A1F9-A841-8EE8-ACECF372CC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01362" y="3806356"/>
            <a:ext cx="338138" cy="869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7" name="Straight Connector 508">
            <a:extLst>
              <a:ext uri="{FF2B5EF4-FFF2-40B4-BE49-F238E27FC236}">
                <a16:creationId xmlns:a16="http://schemas.microsoft.com/office/drawing/2014/main" id="{CBDBB96A-3635-3D49-964A-A9C290E5CAD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35175" y="3584900"/>
            <a:ext cx="785813" cy="725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8" name="Straight Connector 506">
            <a:extLst>
              <a:ext uri="{FF2B5EF4-FFF2-40B4-BE49-F238E27FC236}">
                <a16:creationId xmlns:a16="http://schemas.microsoft.com/office/drawing/2014/main" id="{AA94DB72-B450-7842-B04E-DCFB91821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37656" y="3276527"/>
            <a:ext cx="406004" cy="18692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59" name="Group 858">
            <a:extLst>
              <a:ext uri="{FF2B5EF4-FFF2-40B4-BE49-F238E27FC236}">
                <a16:creationId xmlns:a16="http://schemas.microsoft.com/office/drawing/2014/main" id="{90216148-AEBB-D045-BC04-2476960CEEA7}"/>
              </a:ext>
            </a:extLst>
          </p:cNvPr>
          <p:cNvGrpSpPr/>
          <p:nvPr/>
        </p:nvGrpSpPr>
        <p:grpSpPr>
          <a:xfrm>
            <a:off x="3894469" y="2255872"/>
            <a:ext cx="406004" cy="167267"/>
            <a:chOff x="7493876" y="2774731"/>
            <a:chExt cx="1481958" cy="894622"/>
          </a:xfrm>
        </p:grpSpPr>
        <p:sp>
          <p:nvSpPr>
            <p:cNvPr id="996" name="Freeform 995">
              <a:extLst>
                <a:ext uri="{FF2B5EF4-FFF2-40B4-BE49-F238E27FC236}">
                  <a16:creationId xmlns:a16="http://schemas.microsoft.com/office/drawing/2014/main" id="{7C739FBE-036D-994B-85E2-4440DD53038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97" name="Oval 996">
              <a:extLst>
                <a:ext uri="{FF2B5EF4-FFF2-40B4-BE49-F238E27FC236}">
                  <a16:creationId xmlns:a16="http://schemas.microsoft.com/office/drawing/2014/main" id="{33BC4048-43F2-884D-8016-9AF95DABE2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98" name="Group 997">
              <a:extLst>
                <a:ext uri="{FF2B5EF4-FFF2-40B4-BE49-F238E27FC236}">
                  <a16:creationId xmlns:a16="http://schemas.microsoft.com/office/drawing/2014/main" id="{130BCC6D-B09E-1C41-A8CF-04A2A963826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9" name="Freeform 998">
                <a:extLst>
                  <a:ext uri="{FF2B5EF4-FFF2-40B4-BE49-F238E27FC236}">
                    <a16:creationId xmlns:a16="http://schemas.microsoft.com/office/drawing/2014/main" id="{0FA93124-8744-5D4F-9E8A-8660696E5B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0" name="Freeform 999">
                <a:extLst>
                  <a:ext uri="{FF2B5EF4-FFF2-40B4-BE49-F238E27FC236}">
                    <a16:creationId xmlns:a16="http://schemas.microsoft.com/office/drawing/2014/main" id="{17571ADC-29EF-004D-A61B-676F21C86B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1" name="Freeform 1000">
                <a:extLst>
                  <a:ext uri="{FF2B5EF4-FFF2-40B4-BE49-F238E27FC236}">
                    <a16:creationId xmlns:a16="http://schemas.microsoft.com/office/drawing/2014/main" id="{36F070DE-197E-7F4B-AA78-582124C37FA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2" name="Freeform 1001">
                <a:extLst>
                  <a:ext uri="{FF2B5EF4-FFF2-40B4-BE49-F238E27FC236}">
                    <a16:creationId xmlns:a16="http://schemas.microsoft.com/office/drawing/2014/main" id="{3B0B317D-7F53-E348-81C1-4EE7DBCD590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0" name="Group 859">
            <a:extLst>
              <a:ext uri="{FF2B5EF4-FFF2-40B4-BE49-F238E27FC236}">
                <a16:creationId xmlns:a16="http://schemas.microsoft.com/office/drawing/2014/main" id="{7C41A419-299B-7A4A-A2A5-F2262956EE0F}"/>
              </a:ext>
            </a:extLst>
          </p:cNvPr>
          <p:cNvGrpSpPr/>
          <p:nvPr/>
        </p:nvGrpSpPr>
        <p:grpSpPr>
          <a:xfrm>
            <a:off x="2716404" y="2181153"/>
            <a:ext cx="406004" cy="167267"/>
            <a:chOff x="7493876" y="2774731"/>
            <a:chExt cx="1481958" cy="894622"/>
          </a:xfrm>
        </p:grpSpPr>
        <p:sp>
          <p:nvSpPr>
            <p:cNvPr id="989" name="Freeform 988">
              <a:extLst>
                <a:ext uri="{FF2B5EF4-FFF2-40B4-BE49-F238E27FC236}">
                  <a16:creationId xmlns:a16="http://schemas.microsoft.com/office/drawing/2014/main" id="{E9155573-B861-144A-AA4A-0F52588679C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90" name="Oval 989">
              <a:extLst>
                <a:ext uri="{FF2B5EF4-FFF2-40B4-BE49-F238E27FC236}">
                  <a16:creationId xmlns:a16="http://schemas.microsoft.com/office/drawing/2014/main" id="{4F83F884-BBF3-CA40-927E-3CE279B6EDF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91" name="Group 990">
              <a:extLst>
                <a:ext uri="{FF2B5EF4-FFF2-40B4-BE49-F238E27FC236}">
                  <a16:creationId xmlns:a16="http://schemas.microsoft.com/office/drawing/2014/main" id="{0753217D-6DD5-164C-ADEE-1458B0AC16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2" name="Freeform 991">
                <a:extLst>
                  <a:ext uri="{FF2B5EF4-FFF2-40B4-BE49-F238E27FC236}">
                    <a16:creationId xmlns:a16="http://schemas.microsoft.com/office/drawing/2014/main" id="{B8A25917-7DC6-5444-9682-410BA073678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3" name="Freeform 992">
                <a:extLst>
                  <a:ext uri="{FF2B5EF4-FFF2-40B4-BE49-F238E27FC236}">
                    <a16:creationId xmlns:a16="http://schemas.microsoft.com/office/drawing/2014/main" id="{CABFF5B5-945B-6C4A-890D-ACDA82006C6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4" name="Freeform 993">
                <a:extLst>
                  <a:ext uri="{FF2B5EF4-FFF2-40B4-BE49-F238E27FC236}">
                    <a16:creationId xmlns:a16="http://schemas.microsoft.com/office/drawing/2014/main" id="{8AB92421-736D-4A47-8B5A-1ACC7756D5A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95" name="Freeform 994">
                <a:extLst>
                  <a:ext uri="{FF2B5EF4-FFF2-40B4-BE49-F238E27FC236}">
                    <a16:creationId xmlns:a16="http://schemas.microsoft.com/office/drawing/2014/main" id="{F3DCCAE7-3191-354E-90E8-A6C735BF93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3" name="Group 862">
            <a:extLst>
              <a:ext uri="{FF2B5EF4-FFF2-40B4-BE49-F238E27FC236}">
                <a16:creationId xmlns:a16="http://schemas.microsoft.com/office/drawing/2014/main" id="{493E10B9-C866-154D-940F-1FA669A54572}"/>
              </a:ext>
            </a:extLst>
          </p:cNvPr>
          <p:cNvGrpSpPr/>
          <p:nvPr/>
        </p:nvGrpSpPr>
        <p:grpSpPr>
          <a:xfrm>
            <a:off x="6137011" y="3376084"/>
            <a:ext cx="406004" cy="167267"/>
            <a:chOff x="7493876" y="2774731"/>
            <a:chExt cx="1481958" cy="894622"/>
          </a:xfrm>
        </p:grpSpPr>
        <p:sp>
          <p:nvSpPr>
            <p:cNvPr id="968" name="Freeform 967">
              <a:extLst>
                <a:ext uri="{FF2B5EF4-FFF2-40B4-BE49-F238E27FC236}">
                  <a16:creationId xmlns:a16="http://schemas.microsoft.com/office/drawing/2014/main" id="{BF32E820-0FBE-E847-8B3C-9F2876D92E5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69" name="Oval 968">
              <a:extLst>
                <a:ext uri="{FF2B5EF4-FFF2-40B4-BE49-F238E27FC236}">
                  <a16:creationId xmlns:a16="http://schemas.microsoft.com/office/drawing/2014/main" id="{B3A55633-56F4-AC42-945D-1875A96B677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70" name="Group 969">
              <a:extLst>
                <a:ext uri="{FF2B5EF4-FFF2-40B4-BE49-F238E27FC236}">
                  <a16:creationId xmlns:a16="http://schemas.microsoft.com/office/drawing/2014/main" id="{E4AB8815-1B1F-544F-9602-FE11A09FB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1" name="Freeform 970">
                <a:extLst>
                  <a:ext uri="{FF2B5EF4-FFF2-40B4-BE49-F238E27FC236}">
                    <a16:creationId xmlns:a16="http://schemas.microsoft.com/office/drawing/2014/main" id="{25FA3B90-FE77-9D46-BA40-38A873C159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2" name="Freeform 971">
                <a:extLst>
                  <a:ext uri="{FF2B5EF4-FFF2-40B4-BE49-F238E27FC236}">
                    <a16:creationId xmlns:a16="http://schemas.microsoft.com/office/drawing/2014/main" id="{0F8E8660-4197-E24F-B9E2-EFC996926F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3" name="Freeform 972">
                <a:extLst>
                  <a:ext uri="{FF2B5EF4-FFF2-40B4-BE49-F238E27FC236}">
                    <a16:creationId xmlns:a16="http://schemas.microsoft.com/office/drawing/2014/main" id="{640090A1-376A-5A4C-8EBA-6CB5B79BB4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4" name="Freeform 973">
                <a:extLst>
                  <a:ext uri="{FF2B5EF4-FFF2-40B4-BE49-F238E27FC236}">
                    <a16:creationId xmlns:a16="http://schemas.microsoft.com/office/drawing/2014/main" id="{95591564-5458-114D-85FD-A7003062250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4" name="Group 863">
            <a:extLst>
              <a:ext uri="{FF2B5EF4-FFF2-40B4-BE49-F238E27FC236}">
                <a16:creationId xmlns:a16="http://schemas.microsoft.com/office/drawing/2014/main" id="{614BEF92-8E4F-D346-A4B6-7E2EA0C9DE59}"/>
              </a:ext>
            </a:extLst>
          </p:cNvPr>
          <p:cNvGrpSpPr/>
          <p:nvPr/>
        </p:nvGrpSpPr>
        <p:grpSpPr>
          <a:xfrm>
            <a:off x="5602255" y="3208968"/>
            <a:ext cx="406004" cy="167267"/>
            <a:chOff x="7493876" y="2774731"/>
            <a:chExt cx="1481958" cy="894622"/>
          </a:xfrm>
        </p:grpSpPr>
        <p:sp>
          <p:nvSpPr>
            <p:cNvPr id="961" name="Freeform 960">
              <a:extLst>
                <a:ext uri="{FF2B5EF4-FFF2-40B4-BE49-F238E27FC236}">
                  <a16:creationId xmlns:a16="http://schemas.microsoft.com/office/drawing/2014/main" id="{8EF1D860-B711-3743-A475-0C6DB2BAB3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62" name="Oval 961">
              <a:extLst>
                <a:ext uri="{FF2B5EF4-FFF2-40B4-BE49-F238E27FC236}">
                  <a16:creationId xmlns:a16="http://schemas.microsoft.com/office/drawing/2014/main" id="{37A0AB5E-D9CC-724B-855A-A8218863578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63" name="Group 962">
              <a:extLst>
                <a:ext uri="{FF2B5EF4-FFF2-40B4-BE49-F238E27FC236}">
                  <a16:creationId xmlns:a16="http://schemas.microsoft.com/office/drawing/2014/main" id="{8F6005C9-9B60-8748-86C0-D3E6A08036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4" name="Freeform 963">
                <a:extLst>
                  <a:ext uri="{FF2B5EF4-FFF2-40B4-BE49-F238E27FC236}">
                    <a16:creationId xmlns:a16="http://schemas.microsoft.com/office/drawing/2014/main" id="{DE0F8D72-5786-D54F-93E4-C3C9C54159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5" name="Freeform 964">
                <a:extLst>
                  <a:ext uri="{FF2B5EF4-FFF2-40B4-BE49-F238E27FC236}">
                    <a16:creationId xmlns:a16="http://schemas.microsoft.com/office/drawing/2014/main" id="{5464F08B-BD83-8A44-BBFA-F4EE1966C4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6" name="Freeform 965">
                <a:extLst>
                  <a:ext uri="{FF2B5EF4-FFF2-40B4-BE49-F238E27FC236}">
                    <a16:creationId xmlns:a16="http://schemas.microsoft.com/office/drawing/2014/main" id="{09ECF1C0-ACB1-8540-969F-7EA711FE8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7" name="Freeform 966">
                <a:extLst>
                  <a:ext uri="{FF2B5EF4-FFF2-40B4-BE49-F238E27FC236}">
                    <a16:creationId xmlns:a16="http://schemas.microsoft.com/office/drawing/2014/main" id="{F98EB79D-440D-CA4F-A9C3-BD9212D3EDD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5" name="Group 864">
            <a:extLst>
              <a:ext uri="{FF2B5EF4-FFF2-40B4-BE49-F238E27FC236}">
                <a16:creationId xmlns:a16="http://schemas.microsoft.com/office/drawing/2014/main" id="{B7E7D103-F268-674F-B3C3-92EA88673276}"/>
              </a:ext>
            </a:extLst>
          </p:cNvPr>
          <p:cNvGrpSpPr/>
          <p:nvPr/>
        </p:nvGrpSpPr>
        <p:grpSpPr>
          <a:xfrm>
            <a:off x="5234517" y="3044677"/>
            <a:ext cx="406004" cy="167267"/>
            <a:chOff x="7493876" y="2774731"/>
            <a:chExt cx="1481958" cy="894622"/>
          </a:xfrm>
        </p:grpSpPr>
        <p:sp>
          <p:nvSpPr>
            <p:cNvPr id="954" name="Freeform 953">
              <a:extLst>
                <a:ext uri="{FF2B5EF4-FFF2-40B4-BE49-F238E27FC236}">
                  <a16:creationId xmlns:a16="http://schemas.microsoft.com/office/drawing/2014/main" id="{EB728D85-B436-E54F-874C-34B0042A866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946A835F-BA3F-764B-B186-F72E0110BE6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56" name="Group 955">
              <a:extLst>
                <a:ext uri="{FF2B5EF4-FFF2-40B4-BE49-F238E27FC236}">
                  <a16:creationId xmlns:a16="http://schemas.microsoft.com/office/drawing/2014/main" id="{BE4F084A-E9A5-3044-A2FF-F78EBF4D712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7" name="Freeform 956">
                <a:extLst>
                  <a:ext uri="{FF2B5EF4-FFF2-40B4-BE49-F238E27FC236}">
                    <a16:creationId xmlns:a16="http://schemas.microsoft.com/office/drawing/2014/main" id="{3731CD43-1F76-FC4C-B577-47908AE83FD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8" name="Freeform 957">
                <a:extLst>
                  <a:ext uri="{FF2B5EF4-FFF2-40B4-BE49-F238E27FC236}">
                    <a16:creationId xmlns:a16="http://schemas.microsoft.com/office/drawing/2014/main" id="{E5922D92-CE3B-F444-BBBB-094EE443F8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9" name="Freeform 958">
                <a:extLst>
                  <a:ext uri="{FF2B5EF4-FFF2-40B4-BE49-F238E27FC236}">
                    <a16:creationId xmlns:a16="http://schemas.microsoft.com/office/drawing/2014/main" id="{FFCCE373-6CD7-CF42-892E-CA621687B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60" name="Freeform 959">
                <a:extLst>
                  <a:ext uri="{FF2B5EF4-FFF2-40B4-BE49-F238E27FC236}">
                    <a16:creationId xmlns:a16="http://schemas.microsoft.com/office/drawing/2014/main" id="{E3119A7D-B722-F548-9954-AA327EFAED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6" name="Group 865">
            <a:extLst>
              <a:ext uri="{FF2B5EF4-FFF2-40B4-BE49-F238E27FC236}">
                <a16:creationId xmlns:a16="http://schemas.microsoft.com/office/drawing/2014/main" id="{25847F9D-CFF7-5643-B6B5-34AC8A619763}"/>
              </a:ext>
            </a:extLst>
          </p:cNvPr>
          <p:cNvGrpSpPr/>
          <p:nvPr/>
        </p:nvGrpSpPr>
        <p:grpSpPr>
          <a:xfrm>
            <a:off x="5042712" y="3275047"/>
            <a:ext cx="406004" cy="167267"/>
            <a:chOff x="7493876" y="2774731"/>
            <a:chExt cx="1481958" cy="894622"/>
          </a:xfrm>
        </p:grpSpPr>
        <p:sp>
          <p:nvSpPr>
            <p:cNvPr id="947" name="Freeform 946">
              <a:extLst>
                <a:ext uri="{FF2B5EF4-FFF2-40B4-BE49-F238E27FC236}">
                  <a16:creationId xmlns:a16="http://schemas.microsoft.com/office/drawing/2014/main" id="{4A82214C-8C1F-BB49-8FC4-CFEE6481F4E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C6DB8AC9-820A-504A-9670-7CEE5BB4E00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49" name="Group 948">
              <a:extLst>
                <a:ext uri="{FF2B5EF4-FFF2-40B4-BE49-F238E27FC236}">
                  <a16:creationId xmlns:a16="http://schemas.microsoft.com/office/drawing/2014/main" id="{A0C3804C-D799-0B4C-89DF-FC0B44C2096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0" name="Freeform 949">
                <a:extLst>
                  <a:ext uri="{FF2B5EF4-FFF2-40B4-BE49-F238E27FC236}">
                    <a16:creationId xmlns:a16="http://schemas.microsoft.com/office/drawing/2014/main" id="{00F71241-1388-C540-9F11-AA43DC1BD9C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1" name="Freeform 950">
                <a:extLst>
                  <a:ext uri="{FF2B5EF4-FFF2-40B4-BE49-F238E27FC236}">
                    <a16:creationId xmlns:a16="http://schemas.microsoft.com/office/drawing/2014/main" id="{B892CC6B-D497-9946-B2FE-18A16FA7524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2" name="Freeform 951">
                <a:extLst>
                  <a:ext uri="{FF2B5EF4-FFF2-40B4-BE49-F238E27FC236}">
                    <a16:creationId xmlns:a16="http://schemas.microsoft.com/office/drawing/2014/main" id="{DAA7BCA0-C4BF-774A-9DB8-B5D24C8A02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53" name="Freeform 952">
                <a:extLst>
                  <a:ext uri="{FF2B5EF4-FFF2-40B4-BE49-F238E27FC236}">
                    <a16:creationId xmlns:a16="http://schemas.microsoft.com/office/drawing/2014/main" id="{7D6DF0F5-5284-2048-85DC-C4B7C1D0C8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3" name="Group 872">
            <a:extLst>
              <a:ext uri="{FF2B5EF4-FFF2-40B4-BE49-F238E27FC236}">
                <a16:creationId xmlns:a16="http://schemas.microsoft.com/office/drawing/2014/main" id="{C54AB713-5B88-EF45-B0D1-C4B00F726693}"/>
              </a:ext>
            </a:extLst>
          </p:cNvPr>
          <p:cNvGrpSpPr/>
          <p:nvPr/>
        </p:nvGrpSpPr>
        <p:grpSpPr>
          <a:xfrm>
            <a:off x="2805064" y="3473592"/>
            <a:ext cx="406004" cy="167267"/>
            <a:chOff x="7493876" y="2774731"/>
            <a:chExt cx="1481958" cy="894622"/>
          </a:xfrm>
        </p:grpSpPr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DFDAEE8A-153F-F148-ACED-DCB6523146D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99" name="Oval 898">
              <a:extLst>
                <a:ext uri="{FF2B5EF4-FFF2-40B4-BE49-F238E27FC236}">
                  <a16:creationId xmlns:a16="http://schemas.microsoft.com/office/drawing/2014/main" id="{12E9968E-6A5D-1D49-87AD-9360D941AF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00" name="Group 899">
              <a:extLst>
                <a:ext uri="{FF2B5EF4-FFF2-40B4-BE49-F238E27FC236}">
                  <a16:creationId xmlns:a16="http://schemas.microsoft.com/office/drawing/2014/main" id="{C96DB30C-CB79-ED4D-990A-79FB83582D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1" name="Freeform 900">
                <a:extLst>
                  <a:ext uri="{FF2B5EF4-FFF2-40B4-BE49-F238E27FC236}">
                    <a16:creationId xmlns:a16="http://schemas.microsoft.com/office/drawing/2014/main" id="{2A2BB217-A5F6-F142-B4CF-398F9DAFFC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2" name="Freeform 901">
                <a:extLst>
                  <a:ext uri="{FF2B5EF4-FFF2-40B4-BE49-F238E27FC236}">
                    <a16:creationId xmlns:a16="http://schemas.microsoft.com/office/drawing/2014/main" id="{098B3B92-C926-1C43-A24C-B12286D823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3" name="Freeform 902">
                <a:extLst>
                  <a:ext uri="{FF2B5EF4-FFF2-40B4-BE49-F238E27FC236}">
                    <a16:creationId xmlns:a16="http://schemas.microsoft.com/office/drawing/2014/main" id="{7A699073-99D7-F145-AF5D-6000D9E789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4" name="Freeform 903">
                <a:extLst>
                  <a:ext uri="{FF2B5EF4-FFF2-40B4-BE49-F238E27FC236}">
                    <a16:creationId xmlns:a16="http://schemas.microsoft.com/office/drawing/2014/main" id="{9DF6CA8B-C8D2-0649-92B0-D39407735BD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4" name="Group 873">
            <a:extLst>
              <a:ext uri="{FF2B5EF4-FFF2-40B4-BE49-F238E27FC236}">
                <a16:creationId xmlns:a16="http://schemas.microsoft.com/office/drawing/2014/main" id="{BB4F8064-75E6-4148-A080-7FE6F41A0BDD}"/>
              </a:ext>
            </a:extLst>
          </p:cNvPr>
          <p:cNvGrpSpPr/>
          <p:nvPr/>
        </p:nvGrpSpPr>
        <p:grpSpPr>
          <a:xfrm>
            <a:off x="2625559" y="3677134"/>
            <a:ext cx="406004" cy="167267"/>
            <a:chOff x="7493876" y="2774731"/>
            <a:chExt cx="1481958" cy="894622"/>
          </a:xfrm>
        </p:grpSpPr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3450A9CF-C953-C045-9C98-C67E566E1D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1C10C7D2-78B6-5244-AEDC-999C61D0E17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93" name="Group 892">
              <a:extLst>
                <a:ext uri="{FF2B5EF4-FFF2-40B4-BE49-F238E27FC236}">
                  <a16:creationId xmlns:a16="http://schemas.microsoft.com/office/drawing/2014/main" id="{C348A6F0-8B18-E549-942A-B4BA0E4351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4" name="Freeform 893">
                <a:extLst>
                  <a:ext uri="{FF2B5EF4-FFF2-40B4-BE49-F238E27FC236}">
                    <a16:creationId xmlns:a16="http://schemas.microsoft.com/office/drawing/2014/main" id="{50BF416E-5E10-9E42-BF67-C438CBDE37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5" name="Freeform 894">
                <a:extLst>
                  <a:ext uri="{FF2B5EF4-FFF2-40B4-BE49-F238E27FC236}">
                    <a16:creationId xmlns:a16="http://schemas.microsoft.com/office/drawing/2014/main" id="{301F7374-9853-7146-9A47-25C0E033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6" name="Freeform 895">
                <a:extLst>
                  <a:ext uri="{FF2B5EF4-FFF2-40B4-BE49-F238E27FC236}">
                    <a16:creationId xmlns:a16="http://schemas.microsoft.com/office/drawing/2014/main" id="{0164ECE1-B718-B34A-8EDE-D4D0DB3D0D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7" name="Freeform 896">
                <a:extLst>
                  <a:ext uri="{FF2B5EF4-FFF2-40B4-BE49-F238E27FC236}">
                    <a16:creationId xmlns:a16="http://schemas.microsoft.com/office/drawing/2014/main" id="{C96E24B3-51EE-4841-AC48-02977D922FE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5" name="Group 874">
            <a:extLst>
              <a:ext uri="{FF2B5EF4-FFF2-40B4-BE49-F238E27FC236}">
                <a16:creationId xmlns:a16="http://schemas.microsoft.com/office/drawing/2014/main" id="{A27592D6-B4A5-A942-80A1-4D78584A3729}"/>
              </a:ext>
            </a:extLst>
          </p:cNvPr>
          <p:cNvGrpSpPr/>
          <p:nvPr/>
        </p:nvGrpSpPr>
        <p:grpSpPr>
          <a:xfrm>
            <a:off x="2242477" y="3816935"/>
            <a:ext cx="406004" cy="167267"/>
            <a:chOff x="7493876" y="2774731"/>
            <a:chExt cx="1481958" cy="894622"/>
          </a:xfrm>
        </p:grpSpPr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4392C382-3B33-664B-9F30-2368CB7435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85" name="Oval 884">
              <a:extLst>
                <a:ext uri="{FF2B5EF4-FFF2-40B4-BE49-F238E27FC236}">
                  <a16:creationId xmlns:a16="http://schemas.microsoft.com/office/drawing/2014/main" id="{E90301FC-FA81-3446-843A-1157E8F0D1A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86" name="Group 885">
              <a:extLst>
                <a:ext uri="{FF2B5EF4-FFF2-40B4-BE49-F238E27FC236}">
                  <a16:creationId xmlns:a16="http://schemas.microsoft.com/office/drawing/2014/main" id="{8F48D118-A375-7442-B7A1-D3B3C92259B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7" name="Freeform 886">
                <a:extLst>
                  <a:ext uri="{FF2B5EF4-FFF2-40B4-BE49-F238E27FC236}">
                    <a16:creationId xmlns:a16="http://schemas.microsoft.com/office/drawing/2014/main" id="{E429E113-061A-8D4E-A711-8433BE2D779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8" name="Freeform 887">
                <a:extLst>
                  <a:ext uri="{FF2B5EF4-FFF2-40B4-BE49-F238E27FC236}">
                    <a16:creationId xmlns:a16="http://schemas.microsoft.com/office/drawing/2014/main" id="{E0359472-260A-464A-8A61-1822736A767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9" name="Freeform 888">
                <a:extLst>
                  <a:ext uri="{FF2B5EF4-FFF2-40B4-BE49-F238E27FC236}">
                    <a16:creationId xmlns:a16="http://schemas.microsoft.com/office/drawing/2014/main" id="{B379B8F8-0A7B-E648-8635-FC0E285361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0" name="Freeform 889">
                <a:extLst>
                  <a:ext uri="{FF2B5EF4-FFF2-40B4-BE49-F238E27FC236}">
                    <a16:creationId xmlns:a16="http://schemas.microsoft.com/office/drawing/2014/main" id="{F43281EA-3AA2-6846-BFA5-C6871369B73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76" name="Group 875">
            <a:extLst>
              <a:ext uri="{FF2B5EF4-FFF2-40B4-BE49-F238E27FC236}">
                <a16:creationId xmlns:a16="http://schemas.microsoft.com/office/drawing/2014/main" id="{77B1D9FD-DA0A-6F46-AF57-F32DAF022A6D}"/>
              </a:ext>
            </a:extLst>
          </p:cNvPr>
          <p:cNvGrpSpPr/>
          <p:nvPr/>
        </p:nvGrpSpPr>
        <p:grpSpPr>
          <a:xfrm>
            <a:off x="3017911" y="3883843"/>
            <a:ext cx="406004" cy="167267"/>
            <a:chOff x="7493876" y="2774731"/>
            <a:chExt cx="1481958" cy="894622"/>
          </a:xfrm>
        </p:grpSpPr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38DD07A8-F151-D74A-B9B0-150EF89A609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CE2FED6D-7123-A44C-A27D-AC4E5E5A7A1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79" name="Group 878">
              <a:extLst>
                <a:ext uri="{FF2B5EF4-FFF2-40B4-BE49-F238E27FC236}">
                  <a16:creationId xmlns:a16="http://schemas.microsoft.com/office/drawing/2014/main" id="{AF4FC758-360F-9143-BBCE-5314F170B3C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0" name="Freeform 879">
                <a:extLst>
                  <a:ext uri="{FF2B5EF4-FFF2-40B4-BE49-F238E27FC236}">
                    <a16:creationId xmlns:a16="http://schemas.microsoft.com/office/drawing/2014/main" id="{15710929-DD09-6847-973F-95DA58E5C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1" name="Freeform 880">
                <a:extLst>
                  <a:ext uri="{FF2B5EF4-FFF2-40B4-BE49-F238E27FC236}">
                    <a16:creationId xmlns:a16="http://schemas.microsoft.com/office/drawing/2014/main" id="{6BF30287-E1A0-3044-AA63-03344380454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2" name="Freeform 881">
                <a:extLst>
                  <a:ext uri="{FF2B5EF4-FFF2-40B4-BE49-F238E27FC236}">
                    <a16:creationId xmlns:a16="http://schemas.microsoft.com/office/drawing/2014/main" id="{7CBC1677-B55C-7446-B5B2-60FEAAD50D2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3" name="Freeform 882">
                <a:extLst>
                  <a:ext uri="{FF2B5EF4-FFF2-40B4-BE49-F238E27FC236}">
                    <a16:creationId xmlns:a16="http://schemas.microsoft.com/office/drawing/2014/main" id="{2689907A-654D-7246-93EC-6F1DEB7F9B7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30BB6B1D-0B22-BA43-AA01-2EC5643695A5}"/>
              </a:ext>
            </a:extLst>
          </p:cNvPr>
          <p:cNvGrpSpPr>
            <a:grpSpLocks/>
          </p:cNvGrpSpPr>
          <p:nvPr/>
        </p:nvGrpSpPr>
        <p:grpSpPr bwMode="auto">
          <a:xfrm>
            <a:off x="2245939" y="1732844"/>
            <a:ext cx="508844" cy="313666"/>
            <a:chOff x="3053396" y="4304255"/>
            <a:chExt cx="678368" cy="418253"/>
          </a:xfrm>
        </p:grpSpPr>
        <p:sp>
          <p:nvSpPr>
            <p:cNvPr id="61" name="Freeform 84">
              <a:extLst>
                <a:ext uri="{FF2B5EF4-FFF2-40B4-BE49-F238E27FC236}">
                  <a16:creationId xmlns:a16="http://schemas.microsoft.com/office/drawing/2014/main" id="{B60A3DA3-256B-8E43-9575-8F1327BC5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2" name="TextBox 1">
              <a:extLst>
                <a:ext uri="{FF2B5EF4-FFF2-40B4-BE49-F238E27FC236}">
                  <a16:creationId xmlns:a16="http://schemas.microsoft.com/office/drawing/2014/main" id="{F1EBE77F-A331-1B49-AD54-E7C5C36B2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1" name="Group 135">
            <a:extLst>
              <a:ext uri="{FF2B5EF4-FFF2-40B4-BE49-F238E27FC236}">
                <a16:creationId xmlns:a16="http://schemas.microsoft.com/office/drawing/2014/main" id="{0041D52F-4091-A944-8003-ED442384CB16}"/>
              </a:ext>
            </a:extLst>
          </p:cNvPr>
          <p:cNvGrpSpPr>
            <a:grpSpLocks/>
          </p:cNvGrpSpPr>
          <p:nvPr/>
        </p:nvGrpSpPr>
        <p:grpSpPr bwMode="auto">
          <a:xfrm>
            <a:off x="5627769" y="1923329"/>
            <a:ext cx="508844" cy="313666"/>
            <a:chOff x="3053396" y="4304255"/>
            <a:chExt cx="678368" cy="418253"/>
          </a:xfrm>
        </p:grpSpPr>
        <p:sp>
          <p:nvSpPr>
            <p:cNvPr id="57" name="Freeform 84">
              <a:extLst>
                <a:ext uri="{FF2B5EF4-FFF2-40B4-BE49-F238E27FC236}">
                  <a16:creationId xmlns:a16="http://schemas.microsoft.com/office/drawing/2014/main" id="{078145B8-5D76-7B44-95E4-711130D97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8" name="TextBox 137">
              <a:extLst>
                <a:ext uri="{FF2B5EF4-FFF2-40B4-BE49-F238E27FC236}">
                  <a16:creationId xmlns:a16="http://schemas.microsoft.com/office/drawing/2014/main" id="{5CA3BADE-216F-2843-9D81-CE5E9D20B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2" name="Group 138">
            <a:extLst>
              <a:ext uri="{FF2B5EF4-FFF2-40B4-BE49-F238E27FC236}">
                <a16:creationId xmlns:a16="http://schemas.microsoft.com/office/drawing/2014/main" id="{F1C6BD9A-0B39-B244-94E8-678C50D1ECD9}"/>
              </a:ext>
            </a:extLst>
          </p:cNvPr>
          <p:cNvGrpSpPr>
            <a:grpSpLocks/>
          </p:cNvGrpSpPr>
          <p:nvPr/>
        </p:nvGrpSpPr>
        <p:grpSpPr bwMode="auto">
          <a:xfrm>
            <a:off x="1807730" y="4066289"/>
            <a:ext cx="508844" cy="313666"/>
            <a:chOff x="3053396" y="4304255"/>
            <a:chExt cx="678368" cy="418253"/>
          </a:xfrm>
        </p:grpSpPr>
        <p:sp>
          <p:nvSpPr>
            <p:cNvPr id="55" name="Freeform 84">
              <a:extLst>
                <a:ext uri="{FF2B5EF4-FFF2-40B4-BE49-F238E27FC236}">
                  <a16:creationId xmlns:a16="http://schemas.microsoft.com/office/drawing/2014/main" id="{7E729DEF-3587-F14B-AE03-C52CF3B01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6" name="TextBox 140">
              <a:extLst>
                <a:ext uri="{FF2B5EF4-FFF2-40B4-BE49-F238E27FC236}">
                  <a16:creationId xmlns:a16="http://schemas.microsoft.com/office/drawing/2014/main" id="{DA418C0A-2209-A942-A859-5ECE8083B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3" name="Group 141">
            <a:extLst>
              <a:ext uri="{FF2B5EF4-FFF2-40B4-BE49-F238E27FC236}">
                <a16:creationId xmlns:a16="http://schemas.microsoft.com/office/drawing/2014/main" id="{F1A8927C-3AF4-D742-848C-35E15D25BFB5}"/>
              </a:ext>
            </a:extLst>
          </p:cNvPr>
          <p:cNvGrpSpPr>
            <a:grpSpLocks/>
          </p:cNvGrpSpPr>
          <p:nvPr/>
        </p:nvGrpSpPr>
        <p:grpSpPr bwMode="auto">
          <a:xfrm>
            <a:off x="1493363" y="3599600"/>
            <a:ext cx="508844" cy="313666"/>
            <a:chOff x="3053396" y="4304255"/>
            <a:chExt cx="678368" cy="418253"/>
          </a:xfrm>
        </p:grpSpPr>
        <p:sp>
          <p:nvSpPr>
            <p:cNvPr id="53" name="Freeform 84">
              <a:extLst>
                <a:ext uri="{FF2B5EF4-FFF2-40B4-BE49-F238E27FC236}">
                  <a16:creationId xmlns:a16="http://schemas.microsoft.com/office/drawing/2014/main" id="{E8F8A0DF-7843-7E4A-8EBF-A24CA907C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4" name="TextBox 143">
              <a:extLst>
                <a:ext uri="{FF2B5EF4-FFF2-40B4-BE49-F238E27FC236}">
                  <a16:creationId xmlns:a16="http://schemas.microsoft.com/office/drawing/2014/main" id="{D97DC0BC-584A-AC4F-835D-B981DD67C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4" name="Group 144">
            <a:extLst>
              <a:ext uri="{FF2B5EF4-FFF2-40B4-BE49-F238E27FC236}">
                <a16:creationId xmlns:a16="http://schemas.microsoft.com/office/drawing/2014/main" id="{937AB14A-1B92-0C4D-9DB7-3A65A35F708F}"/>
              </a:ext>
            </a:extLst>
          </p:cNvPr>
          <p:cNvGrpSpPr>
            <a:grpSpLocks/>
          </p:cNvGrpSpPr>
          <p:nvPr/>
        </p:nvGrpSpPr>
        <p:grpSpPr bwMode="auto">
          <a:xfrm>
            <a:off x="1321889" y="3104338"/>
            <a:ext cx="508844" cy="313666"/>
            <a:chOff x="3053396" y="4304255"/>
            <a:chExt cx="678368" cy="418253"/>
          </a:xfrm>
        </p:grpSpPr>
        <p:sp>
          <p:nvSpPr>
            <p:cNvPr id="51" name="Freeform 84">
              <a:extLst>
                <a:ext uri="{FF2B5EF4-FFF2-40B4-BE49-F238E27FC236}">
                  <a16:creationId xmlns:a16="http://schemas.microsoft.com/office/drawing/2014/main" id="{72BD96B2-8C8B-A34A-A0B1-8A56E080B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2" name="TextBox 146">
              <a:extLst>
                <a:ext uri="{FF2B5EF4-FFF2-40B4-BE49-F238E27FC236}">
                  <a16:creationId xmlns:a16="http://schemas.microsoft.com/office/drawing/2014/main" id="{2E687D8E-E3CE-F949-BB94-C8F32F433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5" name="Group 147">
            <a:extLst>
              <a:ext uri="{FF2B5EF4-FFF2-40B4-BE49-F238E27FC236}">
                <a16:creationId xmlns:a16="http://schemas.microsoft.com/office/drawing/2014/main" id="{417DAC5F-2573-4743-9127-36524340FED9}"/>
              </a:ext>
            </a:extLst>
          </p:cNvPr>
          <p:cNvGrpSpPr>
            <a:grpSpLocks/>
          </p:cNvGrpSpPr>
          <p:nvPr/>
        </p:nvGrpSpPr>
        <p:grpSpPr bwMode="auto">
          <a:xfrm>
            <a:off x="6189820" y="2247154"/>
            <a:ext cx="508844" cy="313666"/>
            <a:chOff x="3053396" y="4304255"/>
            <a:chExt cx="678368" cy="418253"/>
          </a:xfrm>
        </p:grpSpPr>
        <p:sp>
          <p:nvSpPr>
            <p:cNvPr id="49" name="Freeform 84">
              <a:extLst>
                <a:ext uri="{FF2B5EF4-FFF2-40B4-BE49-F238E27FC236}">
                  <a16:creationId xmlns:a16="http://schemas.microsoft.com/office/drawing/2014/main" id="{E9F7E8C6-F700-614F-9F9F-0A88C85D7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" name="TextBox 149">
              <a:extLst>
                <a:ext uri="{FF2B5EF4-FFF2-40B4-BE49-F238E27FC236}">
                  <a16:creationId xmlns:a16="http://schemas.microsoft.com/office/drawing/2014/main" id="{59E18F13-5C5C-4049-B258-FAF65F9B2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6" name="Group 150">
            <a:extLst>
              <a:ext uri="{FF2B5EF4-FFF2-40B4-BE49-F238E27FC236}">
                <a16:creationId xmlns:a16="http://schemas.microsoft.com/office/drawing/2014/main" id="{B1724044-B1C6-934B-8868-30D0FD03826E}"/>
              </a:ext>
            </a:extLst>
          </p:cNvPr>
          <p:cNvGrpSpPr>
            <a:grpSpLocks/>
          </p:cNvGrpSpPr>
          <p:nvPr/>
        </p:nvGrpSpPr>
        <p:grpSpPr bwMode="auto">
          <a:xfrm>
            <a:off x="3446251" y="1551882"/>
            <a:ext cx="508844" cy="313666"/>
            <a:chOff x="3053396" y="4304255"/>
            <a:chExt cx="678368" cy="418253"/>
          </a:xfrm>
        </p:grpSpPr>
        <p:sp>
          <p:nvSpPr>
            <p:cNvPr id="47" name="Freeform 84">
              <a:extLst>
                <a:ext uri="{FF2B5EF4-FFF2-40B4-BE49-F238E27FC236}">
                  <a16:creationId xmlns:a16="http://schemas.microsoft.com/office/drawing/2014/main" id="{44CA58B7-16C9-C241-8F79-C6964EA2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8" name="TextBox 152">
              <a:extLst>
                <a:ext uri="{FF2B5EF4-FFF2-40B4-BE49-F238E27FC236}">
                  <a16:creationId xmlns:a16="http://schemas.microsoft.com/office/drawing/2014/main" id="{766583C3-B9DB-094A-A09E-A4BC2FBDE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18" name="Group 156">
            <a:extLst>
              <a:ext uri="{FF2B5EF4-FFF2-40B4-BE49-F238E27FC236}">
                <a16:creationId xmlns:a16="http://schemas.microsoft.com/office/drawing/2014/main" id="{DE67CACE-BA9C-4F49-9CCC-2A95DDABF7BC}"/>
              </a:ext>
            </a:extLst>
          </p:cNvPr>
          <p:cNvGrpSpPr>
            <a:grpSpLocks/>
          </p:cNvGrpSpPr>
          <p:nvPr/>
        </p:nvGrpSpPr>
        <p:grpSpPr bwMode="auto">
          <a:xfrm>
            <a:off x="4132143" y="1532834"/>
            <a:ext cx="508844" cy="313666"/>
            <a:chOff x="3053396" y="4304255"/>
            <a:chExt cx="678368" cy="418253"/>
          </a:xfrm>
        </p:grpSpPr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8AD1749B-4C4E-DE45-96BC-98F1585D4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4" name="TextBox 158">
              <a:extLst>
                <a:ext uri="{FF2B5EF4-FFF2-40B4-BE49-F238E27FC236}">
                  <a16:creationId xmlns:a16="http://schemas.microsoft.com/office/drawing/2014/main" id="{0ADF884B-3F6F-8145-B641-9A429A34A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9" name="Group 160">
            <a:extLst>
              <a:ext uri="{FF2B5EF4-FFF2-40B4-BE49-F238E27FC236}">
                <a16:creationId xmlns:a16="http://schemas.microsoft.com/office/drawing/2014/main" id="{CF0A8E3D-09B1-214E-99FD-B5570442C39E}"/>
              </a:ext>
            </a:extLst>
          </p:cNvPr>
          <p:cNvGrpSpPr>
            <a:grpSpLocks/>
          </p:cNvGrpSpPr>
          <p:nvPr/>
        </p:nvGrpSpPr>
        <p:grpSpPr bwMode="auto">
          <a:xfrm>
            <a:off x="6427977" y="4256775"/>
            <a:ext cx="508844" cy="313666"/>
            <a:chOff x="3053396" y="4304255"/>
            <a:chExt cx="678368" cy="418253"/>
          </a:xfrm>
        </p:grpSpPr>
        <p:sp>
          <p:nvSpPr>
            <p:cNvPr id="41" name="Freeform 84">
              <a:extLst>
                <a:ext uri="{FF2B5EF4-FFF2-40B4-BE49-F238E27FC236}">
                  <a16:creationId xmlns:a16="http://schemas.microsoft.com/office/drawing/2014/main" id="{EDDB4269-F7AA-7240-B093-B37270418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2" name="TextBox 162">
              <a:extLst>
                <a:ext uri="{FF2B5EF4-FFF2-40B4-BE49-F238E27FC236}">
                  <a16:creationId xmlns:a16="http://schemas.microsoft.com/office/drawing/2014/main" id="{0403D7D4-9E2C-F94E-924D-8574777C7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20" name="Group 163">
            <a:extLst>
              <a:ext uri="{FF2B5EF4-FFF2-40B4-BE49-F238E27FC236}">
                <a16:creationId xmlns:a16="http://schemas.microsoft.com/office/drawing/2014/main" id="{4FD3E459-AF79-0B45-B5D3-3CA1740A2701}"/>
              </a:ext>
            </a:extLst>
          </p:cNvPr>
          <p:cNvGrpSpPr>
            <a:grpSpLocks/>
          </p:cNvGrpSpPr>
          <p:nvPr/>
        </p:nvGrpSpPr>
        <p:grpSpPr bwMode="auto">
          <a:xfrm>
            <a:off x="7056712" y="3771037"/>
            <a:ext cx="508844" cy="313666"/>
            <a:chOff x="3053396" y="4304255"/>
            <a:chExt cx="678368" cy="418253"/>
          </a:xfrm>
        </p:grpSpPr>
        <p:sp>
          <p:nvSpPr>
            <p:cNvPr id="39" name="Freeform 84">
              <a:extLst>
                <a:ext uri="{FF2B5EF4-FFF2-40B4-BE49-F238E27FC236}">
                  <a16:creationId xmlns:a16="http://schemas.microsoft.com/office/drawing/2014/main" id="{3CAEF347-FE90-E949-A631-0171A060E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0" name="TextBox 165">
              <a:extLst>
                <a:ext uri="{FF2B5EF4-FFF2-40B4-BE49-F238E27FC236}">
                  <a16:creationId xmlns:a16="http://schemas.microsoft.com/office/drawing/2014/main" id="{0B914A90-A394-6F45-B155-CCE12CEFE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21" name="Group 166">
            <a:extLst>
              <a:ext uri="{FF2B5EF4-FFF2-40B4-BE49-F238E27FC236}">
                <a16:creationId xmlns:a16="http://schemas.microsoft.com/office/drawing/2014/main" id="{5FECB796-EB1A-6941-942C-2C77B9305400}"/>
              </a:ext>
            </a:extLst>
          </p:cNvPr>
          <p:cNvGrpSpPr>
            <a:grpSpLocks/>
          </p:cNvGrpSpPr>
          <p:nvPr/>
        </p:nvGrpSpPr>
        <p:grpSpPr bwMode="auto">
          <a:xfrm>
            <a:off x="6885239" y="3085290"/>
            <a:ext cx="508844" cy="313666"/>
            <a:chOff x="3053396" y="4304255"/>
            <a:chExt cx="678368" cy="418253"/>
          </a:xfrm>
        </p:grpSpPr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583D705A-27D6-7742-A076-4DD3D0002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8" name="TextBox 168">
              <a:extLst>
                <a:ext uri="{FF2B5EF4-FFF2-40B4-BE49-F238E27FC236}">
                  <a16:creationId xmlns:a16="http://schemas.microsoft.com/office/drawing/2014/main" id="{B52DEC78-1030-A54E-8A0F-BCB9B6D6B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sp>
        <p:nvSpPr>
          <p:cNvPr id="25" name="TextBox 4">
            <a:extLst>
              <a:ext uri="{FF2B5EF4-FFF2-40B4-BE49-F238E27FC236}">
                <a16:creationId xmlns:a16="http://schemas.microsoft.com/office/drawing/2014/main" id="{4EBE302E-6B07-964E-B474-2379BF38E56E}"/>
              </a:ext>
            </a:extLst>
          </p:cNvPr>
          <p:cNvSpPr txBox="1">
            <a:spLocks noChangeArrowheads="1"/>
          </p:cNvSpPr>
          <p:nvPr/>
        </p:nvSpPr>
        <p:spPr bwMode="auto">
          <a:xfrm rot="1053502">
            <a:off x="4933826" y="1464915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26" name="TextBox 179">
            <a:extLst>
              <a:ext uri="{FF2B5EF4-FFF2-40B4-BE49-F238E27FC236}">
                <a16:creationId xmlns:a16="http://schemas.microsoft.com/office/drawing/2014/main" id="{5687370B-669A-6440-92DE-16AFFBA3FBDE}"/>
              </a:ext>
            </a:extLst>
          </p:cNvPr>
          <p:cNvSpPr txBox="1">
            <a:spLocks noChangeArrowheads="1"/>
          </p:cNvSpPr>
          <p:nvPr/>
        </p:nvSpPr>
        <p:spPr bwMode="auto">
          <a:xfrm rot="2829263">
            <a:off x="6648556" y="2569730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27" name="TextBox 180">
            <a:extLst>
              <a:ext uri="{FF2B5EF4-FFF2-40B4-BE49-F238E27FC236}">
                <a16:creationId xmlns:a16="http://schemas.microsoft.com/office/drawing/2014/main" id="{DDCB7942-CF63-0E41-965D-4990C91E38C2}"/>
              </a:ext>
            </a:extLst>
          </p:cNvPr>
          <p:cNvSpPr txBox="1">
            <a:spLocks noChangeArrowheads="1"/>
          </p:cNvSpPr>
          <p:nvPr/>
        </p:nvSpPr>
        <p:spPr bwMode="auto">
          <a:xfrm rot="9845918">
            <a:off x="5649978" y="4454419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28" name="TextBox 181">
            <a:extLst>
              <a:ext uri="{FF2B5EF4-FFF2-40B4-BE49-F238E27FC236}">
                <a16:creationId xmlns:a16="http://schemas.microsoft.com/office/drawing/2014/main" id="{14DD3F3C-E274-2D4E-83D9-E679452E9927}"/>
              </a:ext>
            </a:extLst>
          </p:cNvPr>
          <p:cNvSpPr txBox="1">
            <a:spLocks noChangeArrowheads="1"/>
          </p:cNvSpPr>
          <p:nvPr/>
        </p:nvSpPr>
        <p:spPr bwMode="auto">
          <a:xfrm rot="11651262">
            <a:off x="2373945" y="4381943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29" name="TextBox 182">
            <a:extLst>
              <a:ext uri="{FF2B5EF4-FFF2-40B4-BE49-F238E27FC236}">
                <a16:creationId xmlns:a16="http://schemas.microsoft.com/office/drawing/2014/main" id="{99FAE186-77C6-3F42-AB05-E0FF7C6CB0A1}"/>
              </a:ext>
            </a:extLst>
          </p:cNvPr>
          <p:cNvSpPr txBox="1">
            <a:spLocks noChangeArrowheads="1"/>
          </p:cNvSpPr>
          <p:nvPr/>
        </p:nvSpPr>
        <p:spPr bwMode="auto">
          <a:xfrm rot="16607303">
            <a:off x="1184169" y="2652243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30" name="TextBox 183">
            <a:extLst>
              <a:ext uri="{FF2B5EF4-FFF2-40B4-BE49-F238E27FC236}">
                <a16:creationId xmlns:a16="http://schemas.microsoft.com/office/drawing/2014/main" id="{1CE3A2E2-820D-D645-BBA3-0C3089DE6461}"/>
              </a:ext>
            </a:extLst>
          </p:cNvPr>
          <p:cNvSpPr txBox="1">
            <a:spLocks noChangeArrowheads="1"/>
          </p:cNvSpPr>
          <p:nvPr/>
        </p:nvSpPr>
        <p:spPr bwMode="auto">
          <a:xfrm rot="20582737">
            <a:off x="2823699" y="1427329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802" name="Rectangle 3">
            <a:extLst>
              <a:ext uri="{FF2B5EF4-FFF2-40B4-BE49-F238E27FC236}">
                <a16:creationId xmlns:a16="http://schemas.microsoft.com/office/drawing/2014/main" id="{883B8B7C-52E4-7C4B-8F8D-C53D3AF05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50" y="856572"/>
            <a:ext cx="8118650" cy="62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altLang="en-US" sz="2100" dirty="0">
                <a:latin typeface="+mn-lt"/>
              </a:rPr>
              <a:t>… and content provider networks  (e.g., Google, Microsoft,  Akamai) may run their own network, to bring services, content close to end users</a:t>
            </a:r>
          </a:p>
        </p:txBody>
      </p:sp>
      <p:grpSp>
        <p:nvGrpSpPr>
          <p:cNvPr id="302" name="Group 20">
            <a:extLst>
              <a:ext uri="{FF2B5EF4-FFF2-40B4-BE49-F238E27FC236}">
                <a16:creationId xmlns:a16="http://schemas.microsoft.com/office/drawing/2014/main" id="{2E65E034-15F8-4544-9A88-3C6F87D79608}"/>
              </a:ext>
            </a:extLst>
          </p:cNvPr>
          <p:cNvGrpSpPr>
            <a:grpSpLocks/>
          </p:cNvGrpSpPr>
          <p:nvPr/>
        </p:nvGrpSpPr>
        <p:grpSpPr bwMode="auto">
          <a:xfrm>
            <a:off x="4302435" y="2174869"/>
            <a:ext cx="1704292" cy="795757"/>
            <a:chOff x="4696844" y="2871032"/>
            <a:chExt cx="2272671" cy="1061113"/>
          </a:xfrm>
        </p:grpSpPr>
        <p:grpSp>
          <p:nvGrpSpPr>
            <p:cNvPr id="303" name="Group 16">
              <a:extLst>
                <a:ext uri="{FF2B5EF4-FFF2-40B4-BE49-F238E27FC236}">
                  <a16:creationId xmlns:a16="http://schemas.microsoft.com/office/drawing/2014/main" id="{AE7FAC14-602F-5840-95C2-10B4B1F3F9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96839" cy="369369"/>
              <a:chOff x="5573768" y="2726239"/>
              <a:chExt cx="596839" cy="369369"/>
            </a:xfrm>
          </p:grpSpPr>
          <p:sp>
            <p:nvSpPr>
              <p:cNvPr id="306" name="Oval 14">
                <a:extLst>
                  <a:ext uri="{FF2B5EF4-FFF2-40B4-BE49-F238E27FC236}">
                    <a16:creationId xmlns:a16="http://schemas.microsoft.com/office/drawing/2014/main" id="{0540692A-C81C-724C-B821-D711DAE71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07" name="TextBox 15">
                <a:extLst>
                  <a:ext uri="{FF2B5EF4-FFF2-40B4-BE49-F238E27FC236}">
                    <a16:creationId xmlns:a16="http://schemas.microsoft.com/office/drawing/2014/main" id="{B7EC47D0-A46E-E246-960E-89C0F218E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6" y="2726239"/>
                <a:ext cx="577581" cy="36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 dirty="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304" name="Straight Connector 18">
              <a:extLst>
                <a:ext uri="{FF2B5EF4-FFF2-40B4-BE49-F238E27FC236}">
                  <a16:creationId xmlns:a16="http://schemas.microsoft.com/office/drawing/2014/main" id="{6DC2A61E-B493-9841-A8B3-1C17E6A8ED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6844" y="3073933"/>
              <a:ext cx="980347" cy="35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5" name="Straight Connector 516">
              <a:extLst>
                <a:ext uri="{FF2B5EF4-FFF2-40B4-BE49-F238E27FC236}">
                  <a16:creationId xmlns:a16="http://schemas.microsoft.com/office/drawing/2014/main" id="{ED5D0B03-04A8-4A40-9C0F-4EA56D9810E8}"/>
                </a:ext>
              </a:extLst>
            </p:cNvPr>
            <p:cNvCxnSpPr>
              <a:cxnSpLocks noChangeShapeType="1"/>
              <a:endCxn id="976" idx="1"/>
            </p:cNvCxnSpPr>
            <p:nvPr/>
          </p:nvCxnSpPr>
          <p:spPr bwMode="auto">
            <a:xfrm>
              <a:off x="6137159" y="3146857"/>
              <a:ext cx="832356" cy="785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8" name="Group 39939">
            <a:extLst>
              <a:ext uri="{FF2B5EF4-FFF2-40B4-BE49-F238E27FC236}">
                <a16:creationId xmlns:a16="http://schemas.microsoft.com/office/drawing/2014/main" id="{17CCBDCA-CC15-454D-A26D-AA4BB11DE0FB}"/>
              </a:ext>
            </a:extLst>
          </p:cNvPr>
          <p:cNvGrpSpPr>
            <a:grpSpLocks/>
          </p:cNvGrpSpPr>
          <p:nvPr/>
        </p:nvGrpSpPr>
        <p:grpSpPr bwMode="auto">
          <a:xfrm>
            <a:off x="2677616" y="2822166"/>
            <a:ext cx="2203902" cy="1018124"/>
            <a:chOff x="2746064" y="3733002"/>
            <a:chExt cx="2937093" cy="1359582"/>
          </a:xfrm>
        </p:grpSpPr>
        <p:cxnSp>
          <p:nvCxnSpPr>
            <p:cNvPr id="309" name="Straight Connector 7">
              <a:extLst>
                <a:ext uri="{FF2B5EF4-FFF2-40B4-BE49-F238E27FC236}">
                  <a16:creationId xmlns:a16="http://schemas.microsoft.com/office/drawing/2014/main" id="{415ABF4C-9DC7-3E48-8D47-77091F596BBC}"/>
                </a:ext>
              </a:extLst>
            </p:cNvPr>
            <p:cNvCxnSpPr>
              <a:cxnSpLocks noChangeShapeType="1"/>
              <a:stCxn id="1032" idx="5"/>
              <a:endCxn id="983" idx="3"/>
            </p:cNvCxnSpPr>
            <p:nvPr/>
          </p:nvCxnSpPr>
          <p:spPr bwMode="auto">
            <a:xfrm>
              <a:off x="5094305" y="3733002"/>
              <a:ext cx="588852" cy="2127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" name="Straight Connector 415">
              <a:extLst>
                <a:ext uri="{FF2B5EF4-FFF2-40B4-BE49-F238E27FC236}">
                  <a16:creationId xmlns:a16="http://schemas.microsoft.com/office/drawing/2014/main" id="{5C73DBFB-D008-3643-BC55-DC0EB59EE06A}"/>
                </a:ext>
              </a:extLst>
            </p:cNvPr>
            <p:cNvCxnSpPr>
              <a:cxnSpLocks noChangeShapeType="1"/>
              <a:stCxn id="1010" idx="5"/>
            </p:cNvCxnSpPr>
            <p:nvPr/>
          </p:nvCxnSpPr>
          <p:spPr bwMode="auto">
            <a:xfrm flipH="1">
              <a:off x="2746064" y="3789080"/>
              <a:ext cx="54551" cy="60192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1" name="Straight Connector 523">
              <a:extLst>
                <a:ext uri="{FF2B5EF4-FFF2-40B4-BE49-F238E27FC236}">
                  <a16:creationId xmlns:a16="http://schemas.microsoft.com/office/drawing/2014/main" id="{FABFBABF-764F-F24E-92BB-9E89BDA24ADC}"/>
                </a:ext>
              </a:extLst>
            </p:cNvPr>
            <p:cNvCxnSpPr>
              <a:cxnSpLocks noChangeShapeType="1"/>
              <a:endCxn id="941" idx="3"/>
            </p:cNvCxnSpPr>
            <p:nvPr/>
          </p:nvCxnSpPr>
          <p:spPr bwMode="auto">
            <a:xfrm flipV="1">
              <a:off x="4424422" y="4701847"/>
              <a:ext cx="1074473" cy="39073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19" name="Straight Connector 515">
            <a:extLst>
              <a:ext uri="{FF2B5EF4-FFF2-40B4-BE49-F238E27FC236}">
                <a16:creationId xmlns:a16="http://schemas.microsoft.com/office/drawing/2014/main" id="{E64B2F34-F5A2-0748-B519-596A0F2D52A9}"/>
              </a:ext>
            </a:extLst>
          </p:cNvPr>
          <p:cNvCxnSpPr>
            <a:cxnSpLocks noChangeShapeType="1"/>
            <a:stCxn id="930" idx="2"/>
          </p:cNvCxnSpPr>
          <p:nvPr/>
        </p:nvCxnSpPr>
        <p:spPr bwMode="auto">
          <a:xfrm flipV="1">
            <a:off x="3737160" y="3232474"/>
            <a:ext cx="231860" cy="23078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1" name="Straight Connector 519">
            <a:extLst>
              <a:ext uri="{FF2B5EF4-FFF2-40B4-BE49-F238E27FC236}">
                <a16:creationId xmlns:a16="http://schemas.microsoft.com/office/drawing/2014/main" id="{A78B3472-4495-804D-9DE2-F7A93E5EED6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40136" y="2943189"/>
            <a:ext cx="697376" cy="275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2" name="Straight Connector 520">
            <a:extLst>
              <a:ext uri="{FF2B5EF4-FFF2-40B4-BE49-F238E27FC236}">
                <a16:creationId xmlns:a16="http://schemas.microsoft.com/office/drawing/2014/main" id="{B39E2778-53AB-7A47-8C24-A5C1BE87DA91}"/>
              </a:ext>
            </a:extLst>
          </p:cNvPr>
          <p:cNvCxnSpPr>
            <a:cxnSpLocks noChangeShapeType="1"/>
            <a:stCxn id="1007" idx="2"/>
          </p:cNvCxnSpPr>
          <p:nvPr/>
        </p:nvCxnSpPr>
        <p:spPr bwMode="auto">
          <a:xfrm>
            <a:off x="3611305" y="2960282"/>
            <a:ext cx="357715" cy="20812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B86CF571-59B7-9040-88E6-ACE367964601}"/>
              </a:ext>
            </a:extLst>
          </p:cNvPr>
          <p:cNvGrpSpPr/>
          <p:nvPr/>
        </p:nvGrpSpPr>
        <p:grpSpPr>
          <a:xfrm>
            <a:off x="5947106" y="2954769"/>
            <a:ext cx="406004" cy="167267"/>
            <a:chOff x="7493876" y="2774731"/>
            <a:chExt cx="1481958" cy="894622"/>
          </a:xfrm>
        </p:grpSpPr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1999BFB5-779F-7B4E-BCBF-9040592BFB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61415BE9-66CA-0045-99BF-BA54F41E05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77" name="Group 976">
              <a:extLst>
                <a:ext uri="{FF2B5EF4-FFF2-40B4-BE49-F238E27FC236}">
                  <a16:creationId xmlns:a16="http://schemas.microsoft.com/office/drawing/2014/main" id="{390121EC-5020-DC41-8658-E7E4546EDD8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8" name="Freeform 977">
                <a:extLst>
                  <a:ext uri="{FF2B5EF4-FFF2-40B4-BE49-F238E27FC236}">
                    <a16:creationId xmlns:a16="http://schemas.microsoft.com/office/drawing/2014/main" id="{379AA28D-75A8-A345-B828-DEB6099EB1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79" name="Freeform 978">
                <a:extLst>
                  <a:ext uri="{FF2B5EF4-FFF2-40B4-BE49-F238E27FC236}">
                    <a16:creationId xmlns:a16="http://schemas.microsoft.com/office/drawing/2014/main" id="{9DDC0BF3-00A0-7C46-A0BC-285C4E950A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0" name="Freeform 979">
                <a:extLst>
                  <a:ext uri="{FF2B5EF4-FFF2-40B4-BE49-F238E27FC236}">
                    <a16:creationId xmlns:a16="http://schemas.microsoft.com/office/drawing/2014/main" id="{DECB33A6-775B-1A42-95E8-73DA8B9651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1" name="Freeform 980">
                <a:extLst>
                  <a:ext uri="{FF2B5EF4-FFF2-40B4-BE49-F238E27FC236}">
                    <a16:creationId xmlns:a16="http://schemas.microsoft.com/office/drawing/2014/main" id="{2619AA7F-A92C-BA49-876D-4FE864A189C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20" name="Group 819">
            <a:extLst>
              <a:ext uri="{FF2B5EF4-FFF2-40B4-BE49-F238E27FC236}">
                <a16:creationId xmlns:a16="http://schemas.microsoft.com/office/drawing/2014/main" id="{381985F4-0019-534F-8CE5-AE9A089DDF51}"/>
              </a:ext>
            </a:extLst>
          </p:cNvPr>
          <p:cNvGrpSpPr/>
          <p:nvPr/>
        </p:nvGrpSpPr>
        <p:grpSpPr>
          <a:xfrm>
            <a:off x="3300215" y="2870078"/>
            <a:ext cx="406004" cy="167267"/>
            <a:chOff x="7493876" y="2774731"/>
            <a:chExt cx="1481958" cy="894622"/>
          </a:xfrm>
        </p:grpSpPr>
        <p:sp>
          <p:nvSpPr>
            <p:cNvPr id="1003" name="Freeform 1002">
              <a:extLst>
                <a:ext uri="{FF2B5EF4-FFF2-40B4-BE49-F238E27FC236}">
                  <a16:creationId xmlns:a16="http://schemas.microsoft.com/office/drawing/2014/main" id="{4CE10CC8-8336-0245-950D-7D623D68111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04" name="Oval 1003">
              <a:extLst>
                <a:ext uri="{FF2B5EF4-FFF2-40B4-BE49-F238E27FC236}">
                  <a16:creationId xmlns:a16="http://schemas.microsoft.com/office/drawing/2014/main" id="{7D977A06-C0BE-1540-88E3-7929A84F78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05" name="Group 1004">
              <a:extLst>
                <a:ext uri="{FF2B5EF4-FFF2-40B4-BE49-F238E27FC236}">
                  <a16:creationId xmlns:a16="http://schemas.microsoft.com/office/drawing/2014/main" id="{19FDDE53-D84C-8442-9D8A-CCD581A3530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6" name="Freeform 1005">
                <a:extLst>
                  <a:ext uri="{FF2B5EF4-FFF2-40B4-BE49-F238E27FC236}">
                    <a16:creationId xmlns:a16="http://schemas.microsoft.com/office/drawing/2014/main" id="{6F6E6FCB-EFD3-7540-AA59-096EB89F325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7" name="Freeform 1006">
                <a:extLst>
                  <a:ext uri="{FF2B5EF4-FFF2-40B4-BE49-F238E27FC236}">
                    <a16:creationId xmlns:a16="http://schemas.microsoft.com/office/drawing/2014/main" id="{2D261D66-4D24-274A-B7FF-FCB547B174B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F563306F-33C6-A847-92E7-649E85912A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AEB4B7BE-FCC2-3F4D-8665-4275FF1FEB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9" name="Group 868">
            <a:extLst>
              <a:ext uri="{FF2B5EF4-FFF2-40B4-BE49-F238E27FC236}">
                <a16:creationId xmlns:a16="http://schemas.microsoft.com/office/drawing/2014/main" id="{5524909D-92D6-CB46-8697-C9B8CAE6477E}"/>
              </a:ext>
            </a:extLst>
          </p:cNvPr>
          <p:cNvGrpSpPr/>
          <p:nvPr/>
        </p:nvGrpSpPr>
        <p:grpSpPr>
          <a:xfrm>
            <a:off x="3426070" y="3373059"/>
            <a:ext cx="406004" cy="167267"/>
            <a:chOff x="7493876" y="2774731"/>
            <a:chExt cx="1481958" cy="894622"/>
          </a:xfrm>
        </p:grpSpPr>
        <p:sp>
          <p:nvSpPr>
            <p:cNvPr id="926" name="Freeform 925">
              <a:extLst>
                <a:ext uri="{FF2B5EF4-FFF2-40B4-BE49-F238E27FC236}">
                  <a16:creationId xmlns:a16="http://schemas.microsoft.com/office/drawing/2014/main" id="{3B2D0726-1886-8A49-BDF6-9C8DECE04B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C80EEA86-DEEC-D249-B401-35418DE0268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28" name="Group 927">
              <a:extLst>
                <a:ext uri="{FF2B5EF4-FFF2-40B4-BE49-F238E27FC236}">
                  <a16:creationId xmlns:a16="http://schemas.microsoft.com/office/drawing/2014/main" id="{D1E8DCDB-27F1-AA42-88DA-FD19F1C402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9" name="Freeform 928">
                <a:extLst>
                  <a:ext uri="{FF2B5EF4-FFF2-40B4-BE49-F238E27FC236}">
                    <a16:creationId xmlns:a16="http://schemas.microsoft.com/office/drawing/2014/main" id="{9508B2E1-C7BF-9740-BE83-39DB94E1E7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0" name="Freeform 929">
                <a:extLst>
                  <a:ext uri="{FF2B5EF4-FFF2-40B4-BE49-F238E27FC236}">
                    <a16:creationId xmlns:a16="http://schemas.microsoft.com/office/drawing/2014/main" id="{521758E3-0DD8-204F-A905-0354031EA03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1" name="Freeform 930">
                <a:extLst>
                  <a:ext uri="{FF2B5EF4-FFF2-40B4-BE49-F238E27FC236}">
                    <a16:creationId xmlns:a16="http://schemas.microsoft.com/office/drawing/2014/main" id="{7DAC71D7-383B-4540-A8A4-4AEA3CFAE88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2" name="Freeform 931">
                <a:extLst>
                  <a:ext uri="{FF2B5EF4-FFF2-40B4-BE49-F238E27FC236}">
                    <a16:creationId xmlns:a16="http://schemas.microsoft.com/office/drawing/2014/main" id="{890040AB-E90B-C742-90BE-0BDFCAC68D6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1" name="Group 860">
            <a:extLst>
              <a:ext uri="{FF2B5EF4-FFF2-40B4-BE49-F238E27FC236}">
                <a16:creationId xmlns:a16="http://schemas.microsoft.com/office/drawing/2014/main" id="{D449FF35-FAF6-E449-9A22-F811CE472966}"/>
              </a:ext>
            </a:extLst>
          </p:cNvPr>
          <p:cNvGrpSpPr/>
          <p:nvPr/>
        </p:nvGrpSpPr>
        <p:grpSpPr>
          <a:xfrm>
            <a:off x="4821898" y="2889070"/>
            <a:ext cx="406004" cy="167267"/>
            <a:chOff x="7493876" y="2774731"/>
            <a:chExt cx="1481958" cy="894622"/>
          </a:xfrm>
        </p:grpSpPr>
        <p:sp>
          <p:nvSpPr>
            <p:cNvPr id="982" name="Freeform 981">
              <a:extLst>
                <a:ext uri="{FF2B5EF4-FFF2-40B4-BE49-F238E27FC236}">
                  <a16:creationId xmlns:a16="http://schemas.microsoft.com/office/drawing/2014/main" id="{C7B6FB0D-082A-3945-9A3E-A5F7186297E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83" name="Oval 982">
              <a:extLst>
                <a:ext uri="{FF2B5EF4-FFF2-40B4-BE49-F238E27FC236}">
                  <a16:creationId xmlns:a16="http://schemas.microsoft.com/office/drawing/2014/main" id="{4EF624E0-71DE-964A-8571-4D8C1996401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84" name="Group 983">
              <a:extLst>
                <a:ext uri="{FF2B5EF4-FFF2-40B4-BE49-F238E27FC236}">
                  <a16:creationId xmlns:a16="http://schemas.microsoft.com/office/drawing/2014/main" id="{30E6BF43-A210-1E4C-BAD2-D624181508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85" name="Freeform 984">
                <a:extLst>
                  <a:ext uri="{FF2B5EF4-FFF2-40B4-BE49-F238E27FC236}">
                    <a16:creationId xmlns:a16="http://schemas.microsoft.com/office/drawing/2014/main" id="{F4D1AD34-F02F-9941-970C-35B2968329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6" name="Freeform 985">
                <a:extLst>
                  <a:ext uri="{FF2B5EF4-FFF2-40B4-BE49-F238E27FC236}">
                    <a16:creationId xmlns:a16="http://schemas.microsoft.com/office/drawing/2014/main" id="{0F5A4911-FBD2-E540-9A2F-3E431D553D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7" name="Freeform 986">
                <a:extLst>
                  <a:ext uri="{FF2B5EF4-FFF2-40B4-BE49-F238E27FC236}">
                    <a16:creationId xmlns:a16="http://schemas.microsoft.com/office/drawing/2014/main" id="{DCAAD9B9-53E3-A344-9344-FD09758AEB0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88" name="Freeform 987">
                <a:extLst>
                  <a:ext uri="{FF2B5EF4-FFF2-40B4-BE49-F238E27FC236}">
                    <a16:creationId xmlns:a16="http://schemas.microsoft.com/office/drawing/2014/main" id="{7E121ADB-28BD-A34D-864D-CAE2965181F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6" name="Group 815">
            <a:extLst>
              <a:ext uri="{FF2B5EF4-FFF2-40B4-BE49-F238E27FC236}">
                <a16:creationId xmlns:a16="http://schemas.microsoft.com/office/drawing/2014/main" id="{5D57186B-96C6-4245-A5CD-2EC8F02FE2C5}"/>
              </a:ext>
            </a:extLst>
          </p:cNvPr>
          <p:cNvGrpSpPr/>
          <p:nvPr/>
        </p:nvGrpSpPr>
        <p:grpSpPr>
          <a:xfrm>
            <a:off x="4093303" y="2729741"/>
            <a:ext cx="406004" cy="167267"/>
            <a:chOff x="7493876" y="2774731"/>
            <a:chExt cx="1481958" cy="894622"/>
          </a:xfrm>
        </p:grpSpPr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F884C67D-5359-0D4B-92F3-51236F5721A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C3DDEC0B-9B46-6E40-AFA7-85DD71E00D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AFA389A2-1145-6742-AFF5-BBE2D79E08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D4EB8805-ED69-3A4C-B790-5B0BE9CAFC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9160B87-94D9-4746-9AB1-F94A2850C6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6" name="Freeform 1035">
                <a:extLst>
                  <a:ext uri="{FF2B5EF4-FFF2-40B4-BE49-F238E27FC236}">
                    <a16:creationId xmlns:a16="http://schemas.microsoft.com/office/drawing/2014/main" id="{AC514A69-8535-9F4F-9082-9C0664FDD7D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37" name="Freeform 1036">
                <a:extLst>
                  <a:ext uri="{FF2B5EF4-FFF2-40B4-BE49-F238E27FC236}">
                    <a16:creationId xmlns:a16="http://schemas.microsoft.com/office/drawing/2014/main" id="{16FAD8F4-5C16-3548-9F13-8A162DB18CB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320" name="Group 518">
            <a:extLst>
              <a:ext uri="{FF2B5EF4-FFF2-40B4-BE49-F238E27FC236}">
                <a16:creationId xmlns:a16="http://schemas.microsoft.com/office/drawing/2014/main" id="{5B45D9C6-3CE7-2041-98FA-CDA4548CA9EC}"/>
              </a:ext>
            </a:extLst>
          </p:cNvPr>
          <p:cNvGrpSpPr>
            <a:grpSpLocks/>
          </p:cNvGrpSpPr>
          <p:nvPr/>
        </p:nvGrpSpPr>
        <p:grpSpPr bwMode="auto">
          <a:xfrm>
            <a:off x="3839756" y="3089329"/>
            <a:ext cx="471203" cy="276999"/>
            <a:chOff x="5634518" y="2652249"/>
            <a:chExt cx="627854" cy="368918"/>
          </a:xfrm>
        </p:grpSpPr>
        <p:sp>
          <p:nvSpPr>
            <p:cNvPr id="323" name="Oval 521">
              <a:extLst>
                <a:ext uri="{FF2B5EF4-FFF2-40B4-BE49-F238E27FC236}">
                  <a16:creationId xmlns:a16="http://schemas.microsoft.com/office/drawing/2014/main" id="{8C2B1233-55C2-9047-95E3-7365B78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24" name="TextBox 522">
              <a:extLst>
                <a:ext uri="{FF2B5EF4-FFF2-40B4-BE49-F238E27FC236}">
                  <a16:creationId xmlns:a16="http://schemas.microsoft.com/office/drawing/2014/main" id="{A334D512-2736-F84E-A319-19B29AF83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5246" y="2652249"/>
              <a:ext cx="577126" cy="368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 dirty="0">
                  <a:solidFill>
                    <a:schemeClr val="bg1"/>
                  </a:solidFill>
                  <a:latin typeface="+mn-lt"/>
                </a:rPr>
                <a:t>IXP</a:t>
              </a:r>
            </a:p>
          </p:txBody>
        </p:sp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58E5558D-3D33-544A-9618-E00C8D6923C7}"/>
              </a:ext>
            </a:extLst>
          </p:cNvPr>
          <p:cNvGrpSpPr/>
          <p:nvPr/>
        </p:nvGrpSpPr>
        <p:grpSpPr>
          <a:xfrm>
            <a:off x="4683634" y="3455262"/>
            <a:ext cx="406004" cy="167267"/>
            <a:chOff x="7493876" y="2774731"/>
            <a:chExt cx="1481958" cy="894622"/>
          </a:xfrm>
        </p:grpSpPr>
        <p:sp>
          <p:nvSpPr>
            <p:cNvPr id="940" name="Freeform 939">
              <a:extLst>
                <a:ext uri="{FF2B5EF4-FFF2-40B4-BE49-F238E27FC236}">
                  <a16:creationId xmlns:a16="http://schemas.microsoft.com/office/drawing/2014/main" id="{CE49F0E8-4CAB-264C-AC25-083099BD35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41" name="Oval 940">
              <a:extLst>
                <a:ext uri="{FF2B5EF4-FFF2-40B4-BE49-F238E27FC236}">
                  <a16:creationId xmlns:a16="http://schemas.microsoft.com/office/drawing/2014/main" id="{FDB92030-8F0D-8048-BA6F-8E94CCC52E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42" name="Group 941">
              <a:extLst>
                <a:ext uri="{FF2B5EF4-FFF2-40B4-BE49-F238E27FC236}">
                  <a16:creationId xmlns:a16="http://schemas.microsoft.com/office/drawing/2014/main" id="{E584775B-EF39-E641-9296-62D0E98EBD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3" name="Freeform 942">
                <a:extLst>
                  <a:ext uri="{FF2B5EF4-FFF2-40B4-BE49-F238E27FC236}">
                    <a16:creationId xmlns:a16="http://schemas.microsoft.com/office/drawing/2014/main" id="{5FDEF6E3-E3EE-6C46-9470-4C6034153E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4" name="Freeform 943">
                <a:extLst>
                  <a:ext uri="{FF2B5EF4-FFF2-40B4-BE49-F238E27FC236}">
                    <a16:creationId xmlns:a16="http://schemas.microsoft.com/office/drawing/2014/main" id="{F09DCEA1-EA74-5942-A863-43EE3356891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5" name="Freeform 944">
                <a:extLst>
                  <a:ext uri="{FF2B5EF4-FFF2-40B4-BE49-F238E27FC236}">
                    <a16:creationId xmlns:a16="http://schemas.microsoft.com/office/drawing/2014/main" id="{7E4A31FF-3937-8145-99B6-C539859E71D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46" name="Freeform 945">
                <a:extLst>
                  <a:ext uri="{FF2B5EF4-FFF2-40B4-BE49-F238E27FC236}">
                    <a16:creationId xmlns:a16="http://schemas.microsoft.com/office/drawing/2014/main" id="{AE42ABD3-20A1-3A47-A5A0-6B9BD70524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19" name="Group 818">
            <a:extLst>
              <a:ext uri="{FF2B5EF4-FFF2-40B4-BE49-F238E27FC236}">
                <a16:creationId xmlns:a16="http://schemas.microsoft.com/office/drawing/2014/main" id="{BC079EE2-B5B9-1946-83CA-FB5D7C12BB3C}"/>
              </a:ext>
            </a:extLst>
          </p:cNvPr>
          <p:cNvGrpSpPr/>
          <p:nvPr/>
        </p:nvGrpSpPr>
        <p:grpSpPr>
          <a:xfrm>
            <a:off x="2516650" y="2755507"/>
            <a:ext cx="406004" cy="167267"/>
            <a:chOff x="7493876" y="2774731"/>
            <a:chExt cx="1481958" cy="894622"/>
          </a:xfrm>
        </p:grpSpPr>
        <p:sp>
          <p:nvSpPr>
            <p:cNvPr id="1010" name="Freeform 1009">
              <a:extLst>
                <a:ext uri="{FF2B5EF4-FFF2-40B4-BE49-F238E27FC236}">
                  <a16:creationId xmlns:a16="http://schemas.microsoft.com/office/drawing/2014/main" id="{92DD86F6-73AF-224B-B049-218E0EE4D53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011" name="Oval 1010">
              <a:extLst>
                <a:ext uri="{FF2B5EF4-FFF2-40B4-BE49-F238E27FC236}">
                  <a16:creationId xmlns:a16="http://schemas.microsoft.com/office/drawing/2014/main" id="{620B6D4B-4DE6-3F40-A4F5-C34D0B6BA0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012" name="Group 1011">
              <a:extLst>
                <a:ext uri="{FF2B5EF4-FFF2-40B4-BE49-F238E27FC236}">
                  <a16:creationId xmlns:a16="http://schemas.microsoft.com/office/drawing/2014/main" id="{79E8750B-383B-4641-8E1B-82CF46F5FE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13" name="Freeform 1012">
                <a:extLst>
                  <a:ext uri="{FF2B5EF4-FFF2-40B4-BE49-F238E27FC236}">
                    <a16:creationId xmlns:a16="http://schemas.microsoft.com/office/drawing/2014/main" id="{1A6B8441-BBF6-4A40-BA5C-5AA0E5DC70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4" name="Freeform 1013">
                <a:extLst>
                  <a:ext uri="{FF2B5EF4-FFF2-40B4-BE49-F238E27FC236}">
                    <a16:creationId xmlns:a16="http://schemas.microsoft.com/office/drawing/2014/main" id="{30818833-5C97-7548-9F55-3C0175E588E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5" name="Freeform 1014">
                <a:extLst>
                  <a:ext uri="{FF2B5EF4-FFF2-40B4-BE49-F238E27FC236}">
                    <a16:creationId xmlns:a16="http://schemas.microsoft.com/office/drawing/2014/main" id="{9E3C655D-3A7D-E14F-A7F2-F9D4BE59CF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016" name="Freeform 1015">
                <a:extLst>
                  <a:ext uri="{FF2B5EF4-FFF2-40B4-BE49-F238E27FC236}">
                    <a16:creationId xmlns:a16="http://schemas.microsoft.com/office/drawing/2014/main" id="{4F322FCA-51A6-1E49-B553-D74D173229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cxnSp>
        <p:nvCxnSpPr>
          <p:cNvPr id="325" name="Straight Connector 500">
            <a:extLst>
              <a:ext uri="{FF2B5EF4-FFF2-40B4-BE49-F238E27FC236}">
                <a16:creationId xmlns:a16="http://schemas.microsoft.com/office/drawing/2014/main" id="{EF8338AF-209E-814B-90EA-03D0FD1B42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66805" y="2262115"/>
            <a:ext cx="28575" cy="2321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6" name="Straight Connector 501">
            <a:extLst>
              <a:ext uri="{FF2B5EF4-FFF2-40B4-BE49-F238E27FC236}">
                <a16:creationId xmlns:a16="http://schemas.microsoft.com/office/drawing/2014/main" id="{A4EF59C7-39D5-A64B-9E1B-7D8DD234CD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01309" y="2472856"/>
            <a:ext cx="92869" cy="159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Straight Connector 514">
            <a:extLst>
              <a:ext uri="{FF2B5EF4-FFF2-40B4-BE49-F238E27FC236}">
                <a16:creationId xmlns:a16="http://schemas.microsoft.com/office/drawing/2014/main" id="{9AB43EDB-FC7A-3149-8AC7-F57E5F976F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1778" y="3295577"/>
            <a:ext cx="152400" cy="5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" name="Straight Connector 39941">
            <a:extLst>
              <a:ext uri="{FF2B5EF4-FFF2-40B4-BE49-F238E27FC236}">
                <a16:creationId xmlns:a16="http://schemas.microsoft.com/office/drawing/2014/main" id="{CB780043-4D09-4C44-814E-EA66A3A2354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38256" y="2887193"/>
            <a:ext cx="32266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7" name="Group 153">
            <a:extLst>
              <a:ext uri="{FF2B5EF4-FFF2-40B4-BE49-F238E27FC236}">
                <a16:creationId xmlns:a16="http://schemas.microsoft.com/office/drawing/2014/main" id="{D3F39309-4CCA-1346-A4B3-93C528C3A3F3}"/>
              </a:ext>
            </a:extLst>
          </p:cNvPr>
          <p:cNvGrpSpPr>
            <a:grpSpLocks/>
          </p:cNvGrpSpPr>
          <p:nvPr/>
        </p:nvGrpSpPr>
        <p:grpSpPr bwMode="auto">
          <a:xfrm>
            <a:off x="1664836" y="2037621"/>
            <a:ext cx="508844" cy="313666"/>
            <a:chOff x="3053396" y="4304255"/>
            <a:chExt cx="678368" cy="418253"/>
          </a:xfrm>
        </p:grpSpPr>
        <p:sp>
          <p:nvSpPr>
            <p:cNvPr id="45" name="Freeform 84">
              <a:extLst>
                <a:ext uri="{FF2B5EF4-FFF2-40B4-BE49-F238E27FC236}">
                  <a16:creationId xmlns:a16="http://schemas.microsoft.com/office/drawing/2014/main" id="{07DE4F60-83A5-0341-A9C1-1548C4278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6" name="TextBox 155">
              <a:extLst>
                <a:ext uri="{FF2B5EF4-FFF2-40B4-BE49-F238E27FC236}">
                  <a16:creationId xmlns:a16="http://schemas.microsoft.com/office/drawing/2014/main" id="{661C5E06-AA77-3D42-A208-2104FCC9B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 dirty="0"/>
                <a:t>net</a:t>
              </a:r>
            </a:p>
          </p:txBody>
        </p:sp>
      </p:grpSp>
      <p:grpSp>
        <p:nvGrpSpPr>
          <p:cNvPr id="10" name="Group 131">
            <a:extLst>
              <a:ext uri="{FF2B5EF4-FFF2-40B4-BE49-F238E27FC236}">
                <a16:creationId xmlns:a16="http://schemas.microsoft.com/office/drawing/2014/main" id="{15FE5D2D-CFDD-2545-AD30-9375E330E58E}"/>
              </a:ext>
            </a:extLst>
          </p:cNvPr>
          <p:cNvGrpSpPr>
            <a:grpSpLocks/>
          </p:cNvGrpSpPr>
          <p:nvPr/>
        </p:nvGrpSpPr>
        <p:grpSpPr bwMode="auto">
          <a:xfrm>
            <a:off x="1379047" y="2332872"/>
            <a:ext cx="508844" cy="313666"/>
            <a:chOff x="3053396" y="4304255"/>
            <a:chExt cx="678368" cy="418253"/>
          </a:xfrm>
        </p:grpSpPr>
        <p:sp>
          <p:nvSpPr>
            <p:cNvPr id="59" name="Freeform 84">
              <a:extLst>
                <a:ext uri="{FF2B5EF4-FFF2-40B4-BE49-F238E27FC236}">
                  <a16:creationId xmlns:a16="http://schemas.microsoft.com/office/drawing/2014/main" id="{0C318F62-493F-244E-9A3D-74FDA424F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0" name="TextBox 133">
              <a:extLst>
                <a:ext uri="{FF2B5EF4-FFF2-40B4-BE49-F238E27FC236}">
                  <a16:creationId xmlns:a16="http://schemas.microsoft.com/office/drawing/2014/main" id="{45ED4CFD-305F-FD49-AB6C-BC96E8D76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cxnSp>
        <p:nvCxnSpPr>
          <p:cNvPr id="330" name="Straight Connector 524">
            <a:extLst>
              <a:ext uri="{FF2B5EF4-FFF2-40B4-BE49-F238E27FC236}">
                <a16:creationId xmlns:a16="http://schemas.microsoft.com/office/drawing/2014/main" id="{25B43DB6-52F3-DE4C-9BA6-B2A747C4C9A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21587" y="3122937"/>
            <a:ext cx="400485" cy="2186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72" name="Group 871">
            <a:extLst>
              <a:ext uri="{FF2B5EF4-FFF2-40B4-BE49-F238E27FC236}">
                <a16:creationId xmlns:a16="http://schemas.microsoft.com/office/drawing/2014/main" id="{A25E589D-842B-C047-A119-3D7A98414FB7}"/>
              </a:ext>
            </a:extLst>
          </p:cNvPr>
          <p:cNvGrpSpPr/>
          <p:nvPr/>
        </p:nvGrpSpPr>
        <p:grpSpPr>
          <a:xfrm>
            <a:off x="2469290" y="3282531"/>
            <a:ext cx="406004" cy="167267"/>
            <a:chOff x="7493876" y="2774731"/>
            <a:chExt cx="1481958" cy="894622"/>
          </a:xfrm>
        </p:grpSpPr>
        <p:sp>
          <p:nvSpPr>
            <p:cNvPr id="905" name="Freeform 904">
              <a:extLst>
                <a:ext uri="{FF2B5EF4-FFF2-40B4-BE49-F238E27FC236}">
                  <a16:creationId xmlns:a16="http://schemas.microsoft.com/office/drawing/2014/main" id="{81EA2F3C-5A7E-8343-AB35-2ABC44A9D32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5FDE10E8-50B3-BC4D-AC25-C68EBCF695D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07" name="Group 906">
              <a:extLst>
                <a:ext uri="{FF2B5EF4-FFF2-40B4-BE49-F238E27FC236}">
                  <a16:creationId xmlns:a16="http://schemas.microsoft.com/office/drawing/2014/main" id="{0B8FD6CA-C921-9744-A760-55D802E5FF4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8" name="Freeform 907">
                <a:extLst>
                  <a:ext uri="{FF2B5EF4-FFF2-40B4-BE49-F238E27FC236}">
                    <a16:creationId xmlns:a16="http://schemas.microsoft.com/office/drawing/2014/main" id="{4807C980-FDBE-794F-AD74-6D2BF0D484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09" name="Freeform 908">
                <a:extLst>
                  <a:ext uri="{FF2B5EF4-FFF2-40B4-BE49-F238E27FC236}">
                    <a16:creationId xmlns:a16="http://schemas.microsoft.com/office/drawing/2014/main" id="{26F08AE6-E4B5-0D4B-815F-50BAD5E7146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0" name="Freeform 909">
                <a:extLst>
                  <a:ext uri="{FF2B5EF4-FFF2-40B4-BE49-F238E27FC236}">
                    <a16:creationId xmlns:a16="http://schemas.microsoft.com/office/drawing/2014/main" id="{3314964C-B1A5-6944-90A3-2DB4945602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1" name="Freeform 910">
                <a:extLst>
                  <a:ext uri="{FF2B5EF4-FFF2-40B4-BE49-F238E27FC236}">
                    <a16:creationId xmlns:a16="http://schemas.microsoft.com/office/drawing/2014/main" id="{52A2021F-EAC2-B84A-9171-8219D4BDC09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cxnSp>
        <p:nvCxnSpPr>
          <p:cNvPr id="349" name="Straight Connector 510">
            <a:extLst>
              <a:ext uri="{FF2B5EF4-FFF2-40B4-BE49-F238E27FC236}">
                <a16:creationId xmlns:a16="http://schemas.microsoft.com/office/drawing/2014/main" id="{B29E275D-8845-6E40-A08F-12FF3311E17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884349" y="3878388"/>
            <a:ext cx="278606" cy="7298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" name="Straight Connector 509">
            <a:extLst>
              <a:ext uri="{FF2B5EF4-FFF2-40B4-BE49-F238E27FC236}">
                <a16:creationId xmlns:a16="http://schemas.microsoft.com/office/drawing/2014/main" id="{15E7E8CE-D231-0443-8237-9CDCCE54325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617773" y="4358210"/>
            <a:ext cx="390525" cy="127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1" name="Straight Connector 511">
            <a:extLst>
              <a:ext uri="{FF2B5EF4-FFF2-40B4-BE49-F238E27FC236}">
                <a16:creationId xmlns:a16="http://schemas.microsoft.com/office/drawing/2014/main" id="{DDF17605-AB1A-CD4B-919C-6D6D051BCF0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46186" y="4361782"/>
            <a:ext cx="229790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4" name="Group 175">
            <a:extLst>
              <a:ext uri="{FF2B5EF4-FFF2-40B4-BE49-F238E27FC236}">
                <a16:creationId xmlns:a16="http://schemas.microsoft.com/office/drawing/2014/main" id="{134DD520-7978-5747-B557-6216C572DFE6}"/>
              </a:ext>
            </a:extLst>
          </p:cNvPr>
          <p:cNvGrpSpPr>
            <a:grpSpLocks/>
          </p:cNvGrpSpPr>
          <p:nvPr/>
        </p:nvGrpSpPr>
        <p:grpSpPr bwMode="auto">
          <a:xfrm>
            <a:off x="3150936" y="4428211"/>
            <a:ext cx="508844" cy="313666"/>
            <a:chOff x="3053396" y="4304255"/>
            <a:chExt cx="678368" cy="418253"/>
          </a:xfrm>
        </p:grpSpPr>
        <p:sp>
          <p:nvSpPr>
            <p:cNvPr id="31" name="Freeform 84">
              <a:extLst>
                <a:ext uri="{FF2B5EF4-FFF2-40B4-BE49-F238E27FC236}">
                  <a16:creationId xmlns:a16="http://schemas.microsoft.com/office/drawing/2014/main" id="{C577F5FD-5D66-CF43-8149-2A5429C89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" name="TextBox 177">
              <a:extLst>
                <a:ext uri="{FF2B5EF4-FFF2-40B4-BE49-F238E27FC236}">
                  <a16:creationId xmlns:a16="http://schemas.microsoft.com/office/drawing/2014/main" id="{AA8FB1A9-24AA-6944-82EC-BE9D92626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23" name="Group 172">
            <a:extLst>
              <a:ext uri="{FF2B5EF4-FFF2-40B4-BE49-F238E27FC236}">
                <a16:creationId xmlns:a16="http://schemas.microsoft.com/office/drawing/2014/main" id="{7C2A35D0-56CA-3641-A6F1-6B3B15ECC563}"/>
              </a:ext>
            </a:extLst>
          </p:cNvPr>
          <p:cNvGrpSpPr>
            <a:grpSpLocks/>
          </p:cNvGrpSpPr>
          <p:nvPr/>
        </p:nvGrpSpPr>
        <p:grpSpPr bwMode="auto">
          <a:xfrm>
            <a:off x="4065459" y="4542502"/>
            <a:ext cx="508844" cy="313666"/>
            <a:chOff x="3053396" y="4304255"/>
            <a:chExt cx="678368" cy="418253"/>
          </a:xfrm>
        </p:grpSpPr>
        <p:sp>
          <p:nvSpPr>
            <p:cNvPr id="33" name="Freeform 84">
              <a:extLst>
                <a:ext uri="{FF2B5EF4-FFF2-40B4-BE49-F238E27FC236}">
                  <a16:creationId xmlns:a16="http://schemas.microsoft.com/office/drawing/2014/main" id="{8AAD2739-378D-9246-AF78-87DAEF7F2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4" name="TextBox 174">
              <a:extLst>
                <a:ext uri="{FF2B5EF4-FFF2-40B4-BE49-F238E27FC236}">
                  <a16:creationId xmlns:a16="http://schemas.microsoft.com/office/drawing/2014/main" id="{E7F13F8B-3A00-D34F-9D41-965BF8458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22" name="Group 169">
            <a:extLst>
              <a:ext uri="{FF2B5EF4-FFF2-40B4-BE49-F238E27FC236}">
                <a16:creationId xmlns:a16="http://schemas.microsoft.com/office/drawing/2014/main" id="{188C2074-F159-A84A-BA68-5AB5304751BC}"/>
              </a:ext>
            </a:extLst>
          </p:cNvPr>
          <p:cNvGrpSpPr>
            <a:grpSpLocks/>
          </p:cNvGrpSpPr>
          <p:nvPr/>
        </p:nvGrpSpPr>
        <p:grpSpPr bwMode="auto">
          <a:xfrm>
            <a:off x="4751351" y="4437735"/>
            <a:ext cx="508844" cy="313666"/>
            <a:chOff x="3053396" y="4304255"/>
            <a:chExt cx="678368" cy="418253"/>
          </a:xfrm>
        </p:grpSpPr>
        <p:sp>
          <p:nvSpPr>
            <p:cNvPr id="35" name="Freeform 84">
              <a:extLst>
                <a:ext uri="{FF2B5EF4-FFF2-40B4-BE49-F238E27FC236}">
                  <a16:creationId xmlns:a16="http://schemas.microsoft.com/office/drawing/2014/main" id="{BDC6D0EF-413A-9E4D-9647-D0D2FE444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6" name="TextBox 171">
              <a:extLst>
                <a:ext uri="{FF2B5EF4-FFF2-40B4-BE49-F238E27FC236}">
                  <a16:creationId xmlns:a16="http://schemas.microsoft.com/office/drawing/2014/main" id="{FE5336A0-2A38-3C4B-B598-A66CCCFD5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750"/>
                </a:lnSpc>
              </a:pPr>
              <a:r>
                <a:rPr lang="en-US" altLang="en-US" sz="750"/>
                <a:t>access</a:t>
              </a:r>
            </a:p>
            <a:p>
              <a:pPr algn="ctr">
                <a:lnSpc>
                  <a:spcPts val="750"/>
                </a:lnSpc>
              </a:pPr>
              <a:r>
                <a:rPr lang="en-US" altLang="en-US" sz="750"/>
                <a:t>net</a:t>
              </a:r>
            </a:p>
          </p:txBody>
        </p:sp>
      </p:grpSp>
      <p:grpSp>
        <p:nvGrpSpPr>
          <p:cNvPr id="870" name="Group 869">
            <a:extLst>
              <a:ext uri="{FF2B5EF4-FFF2-40B4-BE49-F238E27FC236}">
                <a16:creationId xmlns:a16="http://schemas.microsoft.com/office/drawing/2014/main" id="{2201EDA2-F87D-BF47-BEA0-21B0A24F495A}"/>
              </a:ext>
            </a:extLst>
          </p:cNvPr>
          <p:cNvGrpSpPr/>
          <p:nvPr/>
        </p:nvGrpSpPr>
        <p:grpSpPr>
          <a:xfrm>
            <a:off x="3609314" y="3758731"/>
            <a:ext cx="406004" cy="167267"/>
            <a:chOff x="7493876" y="2774731"/>
            <a:chExt cx="1481958" cy="894622"/>
          </a:xfrm>
        </p:grpSpPr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7BACFFDC-142B-174A-BFED-E6176627DB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6B0BD693-1861-1344-9C54-9555107E799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21" name="Group 920">
              <a:extLst>
                <a:ext uri="{FF2B5EF4-FFF2-40B4-BE49-F238E27FC236}">
                  <a16:creationId xmlns:a16="http://schemas.microsoft.com/office/drawing/2014/main" id="{0019A1FA-0729-AB44-ACE4-09350E33F46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2" name="Freeform 921">
                <a:extLst>
                  <a:ext uri="{FF2B5EF4-FFF2-40B4-BE49-F238E27FC236}">
                    <a16:creationId xmlns:a16="http://schemas.microsoft.com/office/drawing/2014/main" id="{FA1FC1ED-CBBF-5F44-A7FA-778F742FE76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3" name="Freeform 922">
                <a:extLst>
                  <a:ext uri="{FF2B5EF4-FFF2-40B4-BE49-F238E27FC236}">
                    <a16:creationId xmlns:a16="http://schemas.microsoft.com/office/drawing/2014/main" id="{6C0ECFD1-933A-B74E-BFEE-72B00BC4C3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4" name="Freeform 923">
                <a:extLst>
                  <a:ext uri="{FF2B5EF4-FFF2-40B4-BE49-F238E27FC236}">
                    <a16:creationId xmlns:a16="http://schemas.microsoft.com/office/drawing/2014/main" id="{FF559D91-8CE3-6E40-B135-CC54DC6069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25" name="Freeform 924">
                <a:extLst>
                  <a:ext uri="{FF2B5EF4-FFF2-40B4-BE49-F238E27FC236}">
                    <a16:creationId xmlns:a16="http://schemas.microsoft.com/office/drawing/2014/main" id="{4747411F-F0D6-A548-A80F-4ED08DE503B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A34C3F37-2EC8-8C40-A875-EED0086B4874}"/>
              </a:ext>
            </a:extLst>
          </p:cNvPr>
          <p:cNvGrpSpPr/>
          <p:nvPr/>
        </p:nvGrpSpPr>
        <p:grpSpPr>
          <a:xfrm>
            <a:off x="1758543" y="1843080"/>
            <a:ext cx="5135542" cy="2608907"/>
            <a:chOff x="2344724" y="2457440"/>
            <a:chExt cx="6847389" cy="34785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69BF921-3AC7-1044-A538-669A3FC8CEA7}"/>
                </a:ext>
              </a:extLst>
            </p:cNvPr>
            <p:cNvGrpSpPr/>
            <p:nvPr/>
          </p:nvGrpSpPr>
          <p:grpSpPr>
            <a:xfrm>
              <a:off x="2557552" y="3624662"/>
              <a:ext cx="6096000" cy="799432"/>
              <a:chOff x="1031788" y="6401642"/>
              <a:chExt cx="6096000" cy="799432"/>
            </a:xfrm>
          </p:grpSpPr>
          <p:sp>
            <p:nvSpPr>
              <p:cNvPr id="331" name="Oval 11">
                <a:extLst>
                  <a:ext uri="{FF2B5EF4-FFF2-40B4-BE49-F238E27FC236}">
                    <a16:creationId xmlns:a16="http://schemas.microsoft.com/office/drawing/2014/main" id="{E061FF7A-2BDA-1049-851F-9E7040663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1788" y="6471664"/>
                <a:ext cx="6096000" cy="729410"/>
              </a:xfrm>
              <a:prstGeom prst="ellipse">
                <a:avLst/>
              </a:prstGeom>
              <a:solidFill>
                <a:srgbClr val="FF6600">
                  <a:alpha val="70195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dirty="0"/>
                  <a:t>     </a:t>
                </a:r>
              </a:p>
            </p:txBody>
          </p:sp>
          <p:sp>
            <p:nvSpPr>
              <p:cNvPr id="332" name="TextBox 13">
                <a:extLst>
                  <a:ext uri="{FF2B5EF4-FFF2-40B4-BE49-F238E27FC236}">
                    <a16:creationId xmlns:a16="http://schemas.microsoft.com/office/drawing/2014/main" id="{67D6F307-0D89-0E48-8E5A-486474147B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7167" y="6584898"/>
                <a:ext cx="3683060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i="1" dirty="0">
                    <a:solidFill>
                      <a:schemeClr val="bg1"/>
                    </a:solidFill>
                    <a:latin typeface="+mn-lt"/>
                  </a:rPr>
                  <a:t>Content provider network</a:t>
                </a: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E4BB923-EBFA-A347-B72C-B0E3A24930E5}"/>
                  </a:ext>
                </a:extLst>
              </p:cNvPr>
              <p:cNvGrpSpPr/>
              <p:nvPr/>
            </p:nvGrpSpPr>
            <p:grpSpPr>
              <a:xfrm>
                <a:off x="1602338" y="6401642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51" name="Group 850">
                  <a:extLst>
                    <a:ext uri="{FF2B5EF4-FFF2-40B4-BE49-F238E27FC236}">
                      <a16:creationId xmlns:a16="http://schemas.microsoft.com/office/drawing/2014/main" id="{6E1EA9A4-B18A-EC46-ACB4-D4E9BD73A9BF}"/>
                    </a:ext>
                  </a:extLst>
                </p:cNvPr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52" name="Freeform 851">
                    <a:extLst>
                      <a:ext uri="{FF2B5EF4-FFF2-40B4-BE49-F238E27FC236}">
                        <a16:creationId xmlns:a16="http://schemas.microsoft.com/office/drawing/2014/main" id="{54D758E7-C24C-0946-82F2-A3E32F9840BD}"/>
                      </a:ext>
                    </a:extLst>
                  </p:cNvPr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avLst/>
                    <a:gdLst>
                      <a:gd name="connsiteX0" fmla="*/ 3618 w 651290"/>
                      <a:gd name="connsiteY0" fmla="*/ 492070 h 492070"/>
                      <a:gd name="connsiteX1" fmla="*/ 0 w 651290"/>
                      <a:gd name="connsiteY1" fmla="*/ 141108 h 492070"/>
                      <a:gd name="connsiteX2" fmla="*/ 423338 w 651290"/>
                      <a:gd name="connsiteY2" fmla="*/ 0 h 492070"/>
                      <a:gd name="connsiteX3" fmla="*/ 647672 w 651290"/>
                      <a:gd name="connsiteY3" fmla="*/ 57891 h 492070"/>
                      <a:gd name="connsiteX4" fmla="*/ 651290 w 651290"/>
                      <a:gd name="connsiteY4" fmla="*/ 492070 h 492070"/>
                      <a:gd name="connsiteX5" fmla="*/ 3618 w 651290"/>
                      <a:gd name="connsiteY5" fmla="*/ 492070 h 492070"/>
                      <a:gd name="connsiteX0" fmla="*/ 3618 w 651290"/>
                      <a:gd name="connsiteY0" fmla="*/ 593378 h 593378"/>
                      <a:gd name="connsiteX1" fmla="*/ 0 w 651290"/>
                      <a:gd name="connsiteY1" fmla="*/ 242416 h 593378"/>
                      <a:gd name="connsiteX2" fmla="*/ 423338 w 651290"/>
                      <a:gd name="connsiteY2" fmla="*/ 101308 h 593378"/>
                      <a:gd name="connsiteX3" fmla="*/ 647672 w 651290"/>
                      <a:gd name="connsiteY3" fmla="*/ 0 h 593378"/>
                      <a:gd name="connsiteX4" fmla="*/ 651290 w 651290"/>
                      <a:gd name="connsiteY4" fmla="*/ 593378 h 593378"/>
                      <a:gd name="connsiteX5" fmla="*/ 3618 w 651290"/>
                      <a:gd name="connsiteY5" fmla="*/ 593378 h 593378"/>
                      <a:gd name="connsiteX0" fmla="*/ 3618 w 651290"/>
                      <a:gd name="connsiteY0" fmla="*/ 662124 h 662124"/>
                      <a:gd name="connsiteX1" fmla="*/ 0 w 651290"/>
                      <a:gd name="connsiteY1" fmla="*/ 311162 h 662124"/>
                      <a:gd name="connsiteX2" fmla="*/ 376300 w 651290"/>
                      <a:gd name="connsiteY2" fmla="*/ 0 h 662124"/>
                      <a:gd name="connsiteX3" fmla="*/ 647672 w 651290"/>
                      <a:gd name="connsiteY3" fmla="*/ 68746 h 662124"/>
                      <a:gd name="connsiteX4" fmla="*/ 651290 w 651290"/>
                      <a:gd name="connsiteY4" fmla="*/ 662124 h 662124"/>
                      <a:gd name="connsiteX5" fmla="*/ 3618 w 651290"/>
                      <a:gd name="connsiteY5" fmla="*/ 662124 h 662124"/>
                      <a:gd name="connsiteX0" fmla="*/ 0 w 647672"/>
                      <a:gd name="connsiteY0" fmla="*/ 662124 h 662124"/>
                      <a:gd name="connsiteX1" fmla="*/ 123021 w 647672"/>
                      <a:gd name="connsiteY1" fmla="*/ 83217 h 662124"/>
                      <a:gd name="connsiteX2" fmla="*/ 372682 w 647672"/>
                      <a:gd name="connsiteY2" fmla="*/ 0 h 662124"/>
                      <a:gd name="connsiteX3" fmla="*/ 644054 w 647672"/>
                      <a:gd name="connsiteY3" fmla="*/ 68746 h 662124"/>
                      <a:gd name="connsiteX4" fmla="*/ 647672 w 647672"/>
                      <a:gd name="connsiteY4" fmla="*/ 662124 h 662124"/>
                      <a:gd name="connsiteX5" fmla="*/ 0 w 647672"/>
                      <a:gd name="connsiteY5" fmla="*/ 662124 h 662124"/>
                      <a:gd name="connsiteX0" fmla="*/ 7238 w 524651"/>
                      <a:gd name="connsiteY0" fmla="*/ 669360 h 669360"/>
                      <a:gd name="connsiteX1" fmla="*/ 0 w 524651"/>
                      <a:gd name="connsiteY1" fmla="*/ 83217 h 669360"/>
                      <a:gd name="connsiteX2" fmla="*/ 249661 w 524651"/>
                      <a:gd name="connsiteY2" fmla="*/ 0 h 669360"/>
                      <a:gd name="connsiteX3" fmla="*/ 521033 w 524651"/>
                      <a:gd name="connsiteY3" fmla="*/ 68746 h 669360"/>
                      <a:gd name="connsiteX4" fmla="*/ 524651 w 524651"/>
                      <a:gd name="connsiteY4" fmla="*/ 662124 h 669360"/>
                      <a:gd name="connsiteX5" fmla="*/ 7238 w 524651"/>
                      <a:gd name="connsiteY5" fmla="*/ 669360 h 669360"/>
                      <a:gd name="connsiteX0" fmla="*/ 438 w 528706"/>
                      <a:gd name="connsiteY0" fmla="*/ 665742 h 665742"/>
                      <a:gd name="connsiteX1" fmla="*/ 4055 w 528706"/>
                      <a:gd name="connsiteY1" fmla="*/ 83217 h 665742"/>
                      <a:gd name="connsiteX2" fmla="*/ 253716 w 528706"/>
                      <a:gd name="connsiteY2" fmla="*/ 0 h 665742"/>
                      <a:gd name="connsiteX3" fmla="*/ 525088 w 528706"/>
                      <a:gd name="connsiteY3" fmla="*/ 68746 h 665742"/>
                      <a:gd name="connsiteX4" fmla="*/ 528706 w 528706"/>
                      <a:gd name="connsiteY4" fmla="*/ 662124 h 665742"/>
                      <a:gd name="connsiteX5" fmla="*/ 438 w 528706"/>
                      <a:gd name="connsiteY5" fmla="*/ 665742 h 665742"/>
                      <a:gd name="connsiteX0" fmla="*/ 155 w 546514"/>
                      <a:gd name="connsiteY0" fmla="*/ 662124 h 662124"/>
                      <a:gd name="connsiteX1" fmla="*/ 21863 w 546514"/>
                      <a:gd name="connsiteY1" fmla="*/ 83217 h 662124"/>
                      <a:gd name="connsiteX2" fmla="*/ 271524 w 546514"/>
                      <a:gd name="connsiteY2" fmla="*/ 0 h 662124"/>
                      <a:gd name="connsiteX3" fmla="*/ 542896 w 546514"/>
                      <a:gd name="connsiteY3" fmla="*/ 68746 h 662124"/>
                      <a:gd name="connsiteX4" fmla="*/ 546514 w 546514"/>
                      <a:gd name="connsiteY4" fmla="*/ 662124 h 662124"/>
                      <a:gd name="connsiteX5" fmla="*/ 155 w 546514"/>
                      <a:gd name="connsiteY5" fmla="*/ 662124 h 662124"/>
                      <a:gd name="connsiteX0" fmla="*/ 10856 w 524651"/>
                      <a:gd name="connsiteY0" fmla="*/ 658506 h 662124"/>
                      <a:gd name="connsiteX1" fmla="*/ 0 w 524651"/>
                      <a:gd name="connsiteY1" fmla="*/ 83217 h 662124"/>
                      <a:gd name="connsiteX2" fmla="*/ 249661 w 524651"/>
                      <a:gd name="connsiteY2" fmla="*/ 0 h 662124"/>
                      <a:gd name="connsiteX3" fmla="*/ 521033 w 524651"/>
                      <a:gd name="connsiteY3" fmla="*/ 68746 h 662124"/>
                      <a:gd name="connsiteX4" fmla="*/ 524651 w 524651"/>
                      <a:gd name="connsiteY4" fmla="*/ 662124 h 662124"/>
                      <a:gd name="connsiteX5" fmla="*/ 10856 w 524651"/>
                      <a:gd name="connsiteY5" fmla="*/ 658506 h 662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24651" h="662124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>
                    <a:solidFill>
                      <a:srgbClr val="0000A8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853" name="Freeform 852">
                    <a:extLst>
                      <a:ext uri="{FF2B5EF4-FFF2-40B4-BE49-F238E27FC236}">
                        <a16:creationId xmlns:a16="http://schemas.microsoft.com/office/drawing/2014/main" id="{A2C8E2EA-C03E-3D40-9309-9A26DB88F7B1}"/>
                      </a:ext>
                    </a:extLst>
                  </p:cNvPr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avLst/>
                    <a:gdLst>
                      <a:gd name="connsiteX0" fmla="*/ 3618 w 651290"/>
                      <a:gd name="connsiteY0" fmla="*/ 492070 h 492070"/>
                      <a:gd name="connsiteX1" fmla="*/ 0 w 651290"/>
                      <a:gd name="connsiteY1" fmla="*/ 141108 h 492070"/>
                      <a:gd name="connsiteX2" fmla="*/ 423338 w 651290"/>
                      <a:gd name="connsiteY2" fmla="*/ 0 h 492070"/>
                      <a:gd name="connsiteX3" fmla="*/ 647672 w 651290"/>
                      <a:gd name="connsiteY3" fmla="*/ 57891 h 492070"/>
                      <a:gd name="connsiteX4" fmla="*/ 651290 w 651290"/>
                      <a:gd name="connsiteY4" fmla="*/ 492070 h 492070"/>
                      <a:gd name="connsiteX5" fmla="*/ 3618 w 651290"/>
                      <a:gd name="connsiteY5" fmla="*/ 492070 h 4920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1290" h="49207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>
                    <a:solidFill>
                      <a:srgbClr val="0000A3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050"/>
                  </a:p>
                </p:txBody>
              </p:sp>
              <p:cxnSp>
                <p:nvCxnSpPr>
                  <p:cNvPr id="856" name="Straight Connector 855">
                    <a:extLst>
                      <a:ext uri="{FF2B5EF4-FFF2-40B4-BE49-F238E27FC236}">
                        <a16:creationId xmlns:a16="http://schemas.microsoft.com/office/drawing/2014/main" id="{7E114527-2240-094A-BD11-84E940566E6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0526" y="2029553"/>
                    <a:ext cx="295249" cy="73468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5" name="Straight Connector 1044">
                    <a:extLst>
                      <a:ext uri="{FF2B5EF4-FFF2-40B4-BE49-F238E27FC236}">
                        <a16:creationId xmlns:a16="http://schemas.microsoft.com/office/drawing/2014/main" id="{1F999166-DE8A-994F-B120-EA761CA93CB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5406" y="2261710"/>
                    <a:ext cx="290369" cy="16752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6" name="Straight Connector 1045">
                    <a:extLst>
                      <a:ext uri="{FF2B5EF4-FFF2-40B4-BE49-F238E27FC236}">
                        <a16:creationId xmlns:a16="http://schemas.microsoft.com/office/drawing/2014/main" id="{6E30271F-9D0F-F741-8A9B-0C408294FF1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5406" y="2151772"/>
                    <a:ext cx="290369" cy="48402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7" name="Straight Connector 1046">
                    <a:extLst>
                      <a:ext uri="{FF2B5EF4-FFF2-40B4-BE49-F238E27FC236}">
                        <a16:creationId xmlns:a16="http://schemas.microsoft.com/office/drawing/2014/main" id="{F330B512-4E42-1647-820B-211C35AA815C}"/>
                      </a:ext>
                    </a:extLst>
                  </p:cNvPr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8" name="Straight Connector 1047">
                    <a:extLst>
                      <a:ext uri="{FF2B5EF4-FFF2-40B4-BE49-F238E27FC236}">
                        <a16:creationId xmlns:a16="http://schemas.microsoft.com/office/drawing/2014/main" id="{BC0EC845-A3BA-0B4F-8261-1D784734BDA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950242" y="1866900"/>
                    <a:ext cx="0" cy="465273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  <a:prstDash val="sys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9" name="Straight Connector 1048">
                    <a:extLst>
                      <a:ext uri="{FF2B5EF4-FFF2-40B4-BE49-F238E27FC236}">
                        <a16:creationId xmlns:a16="http://schemas.microsoft.com/office/drawing/2014/main" id="{1F88AE9A-DB5C-9244-B7C5-18B4779C4D80}"/>
                      </a:ext>
                    </a:extLst>
                  </p:cNvPr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line">
                    <a:avLst/>
                  </a:prstGeom>
                  <a:ln w="15875">
                    <a:solidFill>
                      <a:srgbClr val="0000A8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45" name="Group 844">
                  <a:extLst>
                    <a:ext uri="{FF2B5EF4-FFF2-40B4-BE49-F238E27FC236}">
                      <a16:creationId xmlns:a16="http://schemas.microsoft.com/office/drawing/2014/main" id="{26D04249-9C1C-9C4E-819B-F0D40F827162}"/>
                    </a:ext>
                  </a:extLst>
                </p:cNvPr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1050" name="Group 1049">
                    <a:extLst>
                      <a:ext uri="{FF2B5EF4-FFF2-40B4-BE49-F238E27FC236}">
                        <a16:creationId xmlns:a16="http://schemas.microsoft.com/office/drawing/2014/main" id="{C8E31B1B-A8BD-C348-9DBB-5A47113CE7A0}"/>
                      </a:ext>
                    </a:extLst>
                  </p:cNvPr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1055" name="Freeform 1054">
                      <a:extLst>
                        <a:ext uri="{FF2B5EF4-FFF2-40B4-BE49-F238E27FC236}">
                          <a16:creationId xmlns:a16="http://schemas.microsoft.com/office/drawing/2014/main" id="{0539E2C3-83D8-7842-9BA9-84128A56DB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avLst/>
                      <a:gdLst>
                        <a:gd name="connsiteX0" fmla="*/ 3618 w 651290"/>
                        <a:gd name="connsiteY0" fmla="*/ 492070 h 492070"/>
                        <a:gd name="connsiteX1" fmla="*/ 0 w 651290"/>
                        <a:gd name="connsiteY1" fmla="*/ 141108 h 492070"/>
                        <a:gd name="connsiteX2" fmla="*/ 423338 w 651290"/>
                        <a:gd name="connsiteY2" fmla="*/ 0 h 492070"/>
                        <a:gd name="connsiteX3" fmla="*/ 647672 w 651290"/>
                        <a:gd name="connsiteY3" fmla="*/ 57891 h 492070"/>
                        <a:gd name="connsiteX4" fmla="*/ 651290 w 651290"/>
                        <a:gd name="connsiteY4" fmla="*/ 492070 h 492070"/>
                        <a:gd name="connsiteX5" fmla="*/ 3618 w 651290"/>
                        <a:gd name="connsiteY5" fmla="*/ 492070 h 492070"/>
                        <a:gd name="connsiteX0" fmla="*/ 3618 w 651290"/>
                        <a:gd name="connsiteY0" fmla="*/ 593378 h 593378"/>
                        <a:gd name="connsiteX1" fmla="*/ 0 w 651290"/>
                        <a:gd name="connsiteY1" fmla="*/ 242416 h 593378"/>
                        <a:gd name="connsiteX2" fmla="*/ 423338 w 651290"/>
                        <a:gd name="connsiteY2" fmla="*/ 101308 h 593378"/>
                        <a:gd name="connsiteX3" fmla="*/ 647672 w 651290"/>
                        <a:gd name="connsiteY3" fmla="*/ 0 h 593378"/>
                        <a:gd name="connsiteX4" fmla="*/ 651290 w 651290"/>
                        <a:gd name="connsiteY4" fmla="*/ 593378 h 593378"/>
                        <a:gd name="connsiteX5" fmla="*/ 3618 w 651290"/>
                        <a:gd name="connsiteY5" fmla="*/ 593378 h 593378"/>
                        <a:gd name="connsiteX0" fmla="*/ 3618 w 651290"/>
                        <a:gd name="connsiteY0" fmla="*/ 662124 h 662124"/>
                        <a:gd name="connsiteX1" fmla="*/ 0 w 651290"/>
                        <a:gd name="connsiteY1" fmla="*/ 311162 h 662124"/>
                        <a:gd name="connsiteX2" fmla="*/ 376300 w 651290"/>
                        <a:gd name="connsiteY2" fmla="*/ 0 h 662124"/>
                        <a:gd name="connsiteX3" fmla="*/ 647672 w 651290"/>
                        <a:gd name="connsiteY3" fmla="*/ 68746 h 662124"/>
                        <a:gd name="connsiteX4" fmla="*/ 651290 w 651290"/>
                        <a:gd name="connsiteY4" fmla="*/ 662124 h 662124"/>
                        <a:gd name="connsiteX5" fmla="*/ 3618 w 651290"/>
                        <a:gd name="connsiteY5" fmla="*/ 662124 h 662124"/>
                        <a:gd name="connsiteX0" fmla="*/ 0 w 647672"/>
                        <a:gd name="connsiteY0" fmla="*/ 662124 h 662124"/>
                        <a:gd name="connsiteX1" fmla="*/ 123021 w 647672"/>
                        <a:gd name="connsiteY1" fmla="*/ 83217 h 662124"/>
                        <a:gd name="connsiteX2" fmla="*/ 372682 w 647672"/>
                        <a:gd name="connsiteY2" fmla="*/ 0 h 662124"/>
                        <a:gd name="connsiteX3" fmla="*/ 644054 w 647672"/>
                        <a:gd name="connsiteY3" fmla="*/ 68746 h 662124"/>
                        <a:gd name="connsiteX4" fmla="*/ 647672 w 647672"/>
                        <a:gd name="connsiteY4" fmla="*/ 662124 h 662124"/>
                        <a:gd name="connsiteX5" fmla="*/ 0 w 647672"/>
                        <a:gd name="connsiteY5" fmla="*/ 662124 h 662124"/>
                        <a:gd name="connsiteX0" fmla="*/ 7238 w 524651"/>
                        <a:gd name="connsiteY0" fmla="*/ 669360 h 669360"/>
                        <a:gd name="connsiteX1" fmla="*/ 0 w 524651"/>
                        <a:gd name="connsiteY1" fmla="*/ 83217 h 669360"/>
                        <a:gd name="connsiteX2" fmla="*/ 249661 w 524651"/>
                        <a:gd name="connsiteY2" fmla="*/ 0 h 669360"/>
                        <a:gd name="connsiteX3" fmla="*/ 521033 w 524651"/>
                        <a:gd name="connsiteY3" fmla="*/ 68746 h 669360"/>
                        <a:gd name="connsiteX4" fmla="*/ 524651 w 524651"/>
                        <a:gd name="connsiteY4" fmla="*/ 662124 h 669360"/>
                        <a:gd name="connsiteX5" fmla="*/ 7238 w 524651"/>
                        <a:gd name="connsiteY5" fmla="*/ 669360 h 669360"/>
                        <a:gd name="connsiteX0" fmla="*/ 438 w 528706"/>
                        <a:gd name="connsiteY0" fmla="*/ 665742 h 665742"/>
                        <a:gd name="connsiteX1" fmla="*/ 4055 w 528706"/>
                        <a:gd name="connsiteY1" fmla="*/ 83217 h 665742"/>
                        <a:gd name="connsiteX2" fmla="*/ 253716 w 528706"/>
                        <a:gd name="connsiteY2" fmla="*/ 0 h 665742"/>
                        <a:gd name="connsiteX3" fmla="*/ 525088 w 528706"/>
                        <a:gd name="connsiteY3" fmla="*/ 68746 h 665742"/>
                        <a:gd name="connsiteX4" fmla="*/ 528706 w 528706"/>
                        <a:gd name="connsiteY4" fmla="*/ 662124 h 665742"/>
                        <a:gd name="connsiteX5" fmla="*/ 438 w 528706"/>
                        <a:gd name="connsiteY5" fmla="*/ 665742 h 665742"/>
                        <a:gd name="connsiteX0" fmla="*/ 155 w 546514"/>
                        <a:gd name="connsiteY0" fmla="*/ 662124 h 662124"/>
                        <a:gd name="connsiteX1" fmla="*/ 21863 w 546514"/>
                        <a:gd name="connsiteY1" fmla="*/ 83217 h 662124"/>
                        <a:gd name="connsiteX2" fmla="*/ 271524 w 546514"/>
                        <a:gd name="connsiteY2" fmla="*/ 0 h 662124"/>
                        <a:gd name="connsiteX3" fmla="*/ 542896 w 546514"/>
                        <a:gd name="connsiteY3" fmla="*/ 68746 h 662124"/>
                        <a:gd name="connsiteX4" fmla="*/ 546514 w 546514"/>
                        <a:gd name="connsiteY4" fmla="*/ 662124 h 662124"/>
                        <a:gd name="connsiteX5" fmla="*/ 155 w 546514"/>
                        <a:gd name="connsiteY5" fmla="*/ 662124 h 662124"/>
                        <a:gd name="connsiteX0" fmla="*/ 10856 w 524651"/>
                        <a:gd name="connsiteY0" fmla="*/ 658506 h 662124"/>
                        <a:gd name="connsiteX1" fmla="*/ 0 w 524651"/>
                        <a:gd name="connsiteY1" fmla="*/ 83217 h 662124"/>
                        <a:gd name="connsiteX2" fmla="*/ 249661 w 524651"/>
                        <a:gd name="connsiteY2" fmla="*/ 0 h 662124"/>
                        <a:gd name="connsiteX3" fmla="*/ 521033 w 524651"/>
                        <a:gd name="connsiteY3" fmla="*/ 68746 h 662124"/>
                        <a:gd name="connsiteX4" fmla="*/ 524651 w 524651"/>
                        <a:gd name="connsiteY4" fmla="*/ 662124 h 662124"/>
                        <a:gd name="connsiteX5" fmla="*/ 10856 w 524651"/>
                        <a:gd name="connsiteY5" fmla="*/ 658506 h 6621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524651" h="662124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>
                      <a:solidFill>
                        <a:srgbClr val="0000A8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1056" name="Freeform 1055">
                      <a:extLst>
                        <a:ext uri="{FF2B5EF4-FFF2-40B4-BE49-F238E27FC236}">
                          <a16:creationId xmlns:a16="http://schemas.microsoft.com/office/drawing/2014/main" id="{7F957A9C-F106-0C41-9CB4-AA3B37083F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avLst/>
                      <a:gdLst>
                        <a:gd name="connsiteX0" fmla="*/ 3618 w 651290"/>
                        <a:gd name="connsiteY0" fmla="*/ 492070 h 492070"/>
                        <a:gd name="connsiteX1" fmla="*/ 0 w 651290"/>
                        <a:gd name="connsiteY1" fmla="*/ 141108 h 492070"/>
                        <a:gd name="connsiteX2" fmla="*/ 423338 w 651290"/>
                        <a:gd name="connsiteY2" fmla="*/ 0 h 492070"/>
                        <a:gd name="connsiteX3" fmla="*/ 647672 w 651290"/>
                        <a:gd name="connsiteY3" fmla="*/ 57891 h 492070"/>
                        <a:gd name="connsiteX4" fmla="*/ 651290 w 651290"/>
                        <a:gd name="connsiteY4" fmla="*/ 492070 h 492070"/>
                        <a:gd name="connsiteX5" fmla="*/ 3618 w 651290"/>
                        <a:gd name="connsiteY5" fmla="*/ 492070 h 49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51290" h="49207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>
                      <a:solidFill>
                        <a:srgbClr val="0000A3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sz="1050"/>
                    </a:p>
                  </p:txBody>
                </p:sp>
                <p:cxnSp>
                  <p:nvCxnSpPr>
                    <p:cNvPr id="1057" name="Straight Connector 1056">
                      <a:extLst>
                        <a:ext uri="{FF2B5EF4-FFF2-40B4-BE49-F238E27FC236}">
                          <a16:creationId xmlns:a16="http://schemas.microsoft.com/office/drawing/2014/main" id="{4D8AB269-9C7C-9F4F-BE37-8E69BF1C9AC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0526" y="2029553"/>
                      <a:ext cx="295249" cy="73468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8" name="Straight Connector 1057">
                      <a:extLst>
                        <a:ext uri="{FF2B5EF4-FFF2-40B4-BE49-F238E27FC236}">
                          <a16:creationId xmlns:a16="http://schemas.microsoft.com/office/drawing/2014/main" id="{8C9917B3-A4FD-A648-8288-AC661D55506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5406" y="2261710"/>
                      <a:ext cx="290369" cy="16752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9" name="Straight Connector 1058">
                      <a:extLst>
                        <a:ext uri="{FF2B5EF4-FFF2-40B4-BE49-F238E27FC236}">
                          <a16:creationId xmlns:a16="http://schemas.microsoft.com/office/drawing/2014/main" id="{DA41B1EE-D206-C94C-A493-AE9411518D6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5406" y="2151772"/>
                      <a:ext cx="290369" cy="48402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0" name="Straight Connector 1059">
                      <a:extLst>
                        <a:ext uri="{FF2B5EF4-FFF2-40B4-BE49-F238E27FC236}">
                          <a16:creationId xmlns:a16="http://schemas.microsoft.com/office/drawing/2014/main" id="{6CFB218F-3F64-4A40-B5C3-F9B08935639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1" name="Straight Connector 1060">
                      <a:extLst>
                        <a:ext uri="{FF2B5EF4-FFF2-40B4-BE49-F238E27FC236}">
                          <a16:creationId xmlns:a16="http://schemas.microsoft.com/office/drawing/2014/main" id="{B5889328-72DC-AC45-8A8D-611A9C172BF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950242" y="1866900"/>
                      <a:ext cx="0" cy="465273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  <a:prstDash val="sys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2" name="Straight Connector 1061">
                      <a:extLst>
                        <a:ext uri="{FF2B5EF4-FFF2-40B4-BE49-F238E27FC236}">
                          <a16:creationId xmlns:a16="http://schemas.microsoft.com/office/drawing/2014/main" id="{1DA0436A-6056-AC48-A373-770869324F6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line">
                      <a:avLst/>
                    </a:prstGeom>
                    <a:ln w="15875">
                      <a:solidFill>
                        <a:srgbClr val="0000A8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51" name="Group 1050">
                    <a:extLst>
                      <a:ext uri="{FF2B5EF4-FFF2-40B4-BE49-F238E27FC236}">
                        <a16:creationId xmlns:a16="http://schemas.microsoft.com/office/drawing/2014/main" id="{22A5A7B3-4B87-0A4B-AF9B-A2CEEF9C6A1E}"/>
                      </a:ext>
                    </a:extLst>
                  </p:cNvPr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id="1052" name="Picture 1051" descr="server_rack.png">
                      <a:extLst>
                        <a:ext uri="{FF2B5EF4-FFF2-40B4-BE49-F238E27FC236}">
                          <a16:creationId xmlns:a16="http://schemas.microsoft.com/office/drawing/2014/main" id="{16762D31-A312-9242-9140-75D9B2D49ED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53" name="Picture 1052" descr="server_rack.png">
                      <a:extLst>
                        <a:ext uri="{FF2B5EF4-FFF2-40B4-BE49-F238E27FC236}">
                          <a16:creationId xmlns:a16="http://schemas.microsoft.com/office/drawing/2014/main" id="{67C075EF-ABED-BE4F-80C8-E2E6902028A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54" name="Picture 1053" descr="server_rack.png">
                      <a:extLst>
                        <a:ext uri="{FF2B5EF4-FFF2-40B4-BE49-F238E27FC236}">
                          <a16:creationId xmlns:a16="http://schemas.microsoft.com/office/drawing/2014/main" id="{D6E8731F-56EE-6E43-979F-B938DC83382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063" name="Group 1062">
                <a:extLst>
                  <a:ext uri="{FF2B5EF4-FFF2-40B4-BE49-F238E27FC236}">
                    <a16:creationId xmlns:a16="http://schemas.microsoft.com/office/drawing/2014/main" id="{8DCC768B-82D0-1C4C-BB9C-D294741D09F8}"/>
                  </a:ext>
                </a:extLst>
              </p:cNvPr>
              <p:cNvGrpSpPr/>
              <p:nvPr/>
            </p:nvGrpSpPr>
            <p:grpSpPr>
              <a:xfrm>
                <a:off x="5694561" y="6441153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1064" name="Group 1063">
                  <a:extLst>
                    <a:ext uri="{FF2B5EF4-FFF2-40B4-BE49-F238E27FC236}">
                      <a16:creationId xmlns:a16="http://schemas.microsoft.com/office/drawing/2014/main" id="{A646105A-003F-554A-88D4-5069F5E93FFC}"/>
                    </a:ext>
                  </a:extLst>
                </p:cNvPr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1079" name="Freeform 1078">
                    <a:extLst>
                      <a:ext uri="{FF2B5EF4-FFF2-40B4-BE49-F238E27FC236}">
                        <a16:creationId xmlns:a16="http://schemas.microsoft.com/office/drawing/2014/main" id="{783869E3-485B-9047-AFC5-CF97F1DDB50A}"/>
                      </a:ext>
                    </a:extLst>
                  </p:cNvPr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avLst/>
                    <a:gdLst>
                      <a:gd name="connsiteX0" fmla="*/ 3618 w 651290"/>
                      <a:gd name="connsiteY0" fmla="*/ 492070 h 492070"/>
                      <a:gd name="connsiteX1" fmla="*/ 0 w 651290"/>
                      <a:gd name="connsiteY1" fmla="*/ 141108 h 492070"/>
                      <a:gd name="connsiteX2" fmla="*/ 423338 w 651290"/>
                      <a:gd name="connsiteY2" fmla="*/ 0 h 492070"/>
                      <a:gd name="connsiteX3" fmla="*/ 647672 w 651290"/>
                      <a:gd name="connsiteY3" fmla="*/ 57891 h 492070"/>
                      <a:gd name="connsiteX4" fmla="*/ 651290 w 651290"/>
                      <a:gd name="connsiteY4" fmla="*/ 492070 h 492070"/>
                      <a:gd name="connsiteX5" fmla="*/ 3618 w 651290"/>
                      <a:gd name="connsiteY5" fmla="*/ 492070 h 492070"/>
                      <a:gd name="connsiteX0" fmla="*/ 3618 w 651290"/>
                      <a:gd name="connsiteY0" fmla="*/ 593378 h 593378"/>
                      <a:gd name="connsiteX1" fmla="*/ 0 w 651290"/>
                      <a:gd name="connsiteY1" fmla="*/ 242416 h 593378"/>
                      <a:gd name="connsiteX2" fmla="*/ 423338 w 651290"/>
                      <a:gd name="connsiteY2" fmla="*/ 101308 h 593378"/>
                      <a:gd name="connsiteX3" fmla="*/ 647672 w 651290"/>
                      <a:gd name="connsiteY3" fmla="*/ 0 h 593378"/>
                      <a:gd name="connsiteX4" fmla="*/ 651290 w 651290"/>
                      <a:gd name="connsiteY4" fmla="*/ 593378 h 593378"/>
                      <a:gd name="connsiteX5" fmla="*/ 3618 w 651290"/>
                      <a:gd name="connsiteY5" fmla="*/ 593378 h 593378"/>
                      <a:gd name="connsiteX0" fmla="*/ 3618 w 651290"/>
                      <a:gd name="connsiteY0" fmla="*/ 662124 h 662124"/>
                      <a:gd name="connsiteX1" fmla="*/ 0 w 651290"/>
                      <a:gd name="connsiteY1" fmla="*/ 311162 h 662124"/>
                      <a:gd name="connsiteX2" fmla="*/ 376300 w 651290"/>
                      <a:gd name="connsiteY2" fmla="*/ 0 h 662124"/>
                      <a:gd name="connsiteX3" fmla="*/ 647672 w 651290"/>
                      <a:gd name="connsiteY3" fmla="*/ 68746 h 662124"/>
                      <a:gd name="connsiteX4" fmla="*/ 651290 w 651290"/>
                      <a:gd name="connsiteY4" fmla="*/ 662124 h 662124"/>
                      <a:gd name="connsiteX5" fmla="*/ 3618 w 651290"/>
                      <a:gd name="connsiteY5" fmla="*/ 662124 h 662124"/>
                      <a:gd name="connsiteX0" fmla="*/ 0 w 647672"/>
                      <a:gd name="connsiteY0" fmla="*/ 662124 h 662124"/>
                      <a:gd name="connsiteX1" fmla="*/ 123021 w 647672"/>
                      <a:gd name="connsiteY1" fmla="*/ 83217 h 662124"/>
                      <a:gd name="connsiteX2" fmla="*/ 372682 w 647672"/>
                      <a:gd name="connsiteY2" fmla="*/ 0 h 662124"/>
                      <a:gd name="connsiteX3" fmla="*/ 644054 w 647672"/>
                      <a:gd name="connsiteY3" fmla="*/ 68746 h 662124"/>
                      <a:gd name="connsiteX4" fmla="*/ 647672 w 647672"/>
                      <a:gd name="connsiteY4" fmla="*/ 662124 h 662124"/>
                      <a:gd name="connsiteX5" fmla="*/ 0 w 647672"/>
                      <a:gd name="connsiteY5" fmla="*/ 662124 h 662124"/>
                      <a:gd name="connsiteX0" fmla="*/ 7238 w 524651"/>
                      <a:gd name="connsiteY0" fmla="*/ 669360 h 669360"/>
                      <a:gd name="connsiteX1" fmla="*/ 0 w 524651"/>
                      <a:gd name="connsiteY1" fmla="*/ 83217 h 669360"/>
                      <a:gd name="connsiteX2" fmla="*/ 249661 w 524651"/>
                      <a:gd name="connsiteY2" fmla="*/ 0 h 669360"/>
                      <a:gd name="connsiteX3" fmla="*/ 521033 w 524651"/>
                      <a:gd name="connsiteY3" fmla="*/ 68746 h 669360"/>
                      <a:gd name="connsiteX4" fmla="*/ 524651 w 524651"/>
                      <a:gd name="connsiteY4" fmla="*/ 662124 h 669360"/>
                      <a:gd name="connsiteX5" fmla="*/ 7238 w 524651"/>
                      <a:gd name="connsiteY5" fmla="*/ 669360 h 669360"/>
                      <a:gd name="connsiteX0" fmla="*/ 438 w 528706"/>
                      <a:gd name="connsiteY0" fmla="*/ 665742 h 665742"/>
                      <a:gd name="connsiteX1" fmla="*/ 4055 w 528706"/>
                      <a:gd name="connsiteY1" fmla="*/ 83217 h 665742"/>
                      <a:gd name="connsiteX2" fmla="*/ 253716 w 528706"/>
                      <a:gd name="connsiteY2" fmla="*/ 0 h 665742"/>
                      <a:gd name="connsiteX3" fmla="*/ 525088 w 528706"/>
                      <a:gd name="connsiteY3" fmla="*/ 68746 h 665742"/>
                      <a:gd name="connsiteX4" fmla="*/ 528706 w 528706"/>
                      <a:gd name="connsiteY4" fmla="*/ 662124 h 665742"/>
                      <a:gd name="connsiteX5" fmla="*/ 438 w 528706"/>
                      <a:gd name="connsiteY5" fmla="*/ 665742 h 665742"/>
                      <a:gd name="connsiteX0" fmla="*/ 155 w 546514"/>
                      <a:gd name="connsiteY0" fmla="*/ 662124 h 662124"/>
                      <a:gd name="connsiteX1" fmla="*/ 21863 w 546514"/>
                      <a:gd name="connsiteY1" fmla="*/ 83217 h 662124"/>
                      <a:gd name="connsiteX2" fmla="*/ 271524 w 546514"/>
                      <a:gd name="connsiteY2" fmla="*/ 0 h 662124"/>
                      <a:gd name="connsiteX3" fmla="*/ 542896 w 546514"/>
                      <a:gd name="connsiteY3" fmla="*/ 68746 h 662124"/>
                      <a:gd name="connsiteX4" fmla="*/ 546514 w 546514"/>
                      <a:gd name="connsiteY4" fmla="*/ 662124 h 662124"/>
                      <a:gd name="connsiteX5" fmla="*/ 155 w 546514"/>
                      <a:gd name="connsiteY5" fmla="*/ 662124 h 662124"/>
                      <a:gd name="connsiteX0" fmla="*/ 10856 w 524651"/>
                      <a:gd name="connsiteY0" fmla="*/ 658506 h 662124"/>
                      <a:gd name="connsiteX1" fmla="*/ 0 w 524651"/>
                      <a:gd name="connsiteY1" fmla="*/ 83217 h 662124"/>
                      <a:gd name="connsiteX2" fmla="*/ 249661 w 524651"/>
                      <a:gd name="connsiteY2" fmla="*/ 0 h 662124"/>
                      <a:gd name="connsiteX3" fmla="*/ 521033 w 524651"/>
                      <a:gd name="connsiteY3" fmla="*/ 68746 h 662124"/>
                      <a:gd name="connsiteX4" fmla="*/ 524651 w 524651"/>
                      <a:gd name="connsiteY4" fmla="*/ 662124 h 662124"/>
                      <a:gd name="connsiteX5" fmla="*/ 10856 w 524651"/>
                      <a:gd name="connsiteY5" fmla="*/ 658506 h 662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24651" h="662124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>
                    <a:solidFill>
                      <a:srgbClr val="0000A8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080" name="Freeform 1079">
                    <a:extLst>
                      <a:ext uri="{FF2B5EF4-FFF2-40B4-BE49-F238E27FC236}">
                        <a16:creationId xmlns:a16="http://schemas.microsoft.com/office/drawing/2014/main" id="{8E65AB09-DDF1-6A4D-ABA3-56FB2D4CED46}"/>
                      </a:ext>
                    </a:extLst>
                  </p:cNvPr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avLst/>
                    <a:gdLst>
                      <a:gd name="connsiteX0" fmla="*/ 3618 w 651290"/>
                      <a:gd name="connsiteY0" fmla="*/ 492070 h 492070"/>
                      <a:gd name="connsiteX1" fmla="*/ 0 w 651290"/>
                      <a:gd name="connsiteY1" fmla="*/ 141108 h 492070"/>
                      <a:gd name="connsiteX2" fmla="*/ 423338 w 651290"/>
                      <a:gd name="connsiteY2" fmla="*/ 0 h 492070"/>
                      <a:gd name="connsiteX3" fmla="*/ 647672 w 651290"/>
                      <a:gd name="connsiteY3" fmla="*/ 57891 h 492070"/>
                      <a:gd name="connsiteX4" fmla="*/ 651290 w 651290"/>
                      <a:gd name="connsiteY4" fmla="*/ 492070 h 492070"/>
                      <a:gd name="connsiteX5" fmla="*/ 3618 w 651290"/>
                      <a:gd name="connsiteY5" fmla="*/ 492070 h 4920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1290" h="49207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>
                    <a:solidFill>
                      <a:srgbClr val="0000A3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050"/>
                  </a:p>
                </p:txBody>
              </p:sp>
              <p:cxnSp>
                <p:nvCxnSpPr>
                  <p:cNvPr id="1081" name="Straight Connector 1080">
                    <a:extLst>
                      <a:ext uri="{FF2B5EF4-FFF2-40B4-BE49-F238E27FC236}">
                        <a16:creationId xmlns:a16="http://schemas.microsoft.com/office/drawing/2014/main" id="{618AEF39-9C64-824D-9165-FA33924AE8F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0526" y="2029553"/>
                    <a:ext cx="295249" cy="73468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2" name="Straight Connector 1081">
                    <a:extLst>
                      <a:ext uri="{FF2B5EF4-FFF2-40B4-BE49-F238E27FC236}">
                        <a16:creationId xmlns:a16="http://schemas.microsoft.com/office/drawing/2014/main" id="{486CF28E-1757-1E4F-B50E-13175345D4D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5406" y="2261710"/>
                    <a:ext cx="290369" cy="16752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3" name="Straight Connector 1082">
                    <a:extLst>
                      <a:ext uri="{FF2B5EF4-FFF2-40B4-BE49-F238E27FC236}">
                        <a16:creationId xmlns:a16="http://schemas.microsoft.com/office/drawing/2014/main" id="{47473366-77DC-214A-8A2B-F7D96315F60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5406" y="2151772"/>
                    <a:ext cx="290369" cy="48402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4" name="Straight Connector 1083">
                    <a:extLst>
                      <a:ext uri="{FF2B5EF4-FFF2-40B4-BE49-F238E27FC236}">
                        <a16:creationId xmlns:a16="http://schemas.microsoft.com/office/drawing/2014/main" id="{2EF16BEC-FBF7-DF43-AC97-4B8743F8D68F}"/>
                      </a:ext>
                    </a:extLst>
                  </p:cNvPr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5" name="Straight Connector 1084">
                    <a:extLst>
                      <a:ext uri="{FF2B5EF4-FFF2-40B4-BE49-F238E27FC236}">
                        <a16:creationId xmlns:a16="http://schemas.microsoft.com/office/drawing/2014/main" id="{7BEB9537-B234-2A40-878F-D5DCB893594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950242" y="1866900"/>
                    <a:ext cx="0" cy="465273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  <a:prstDash val="sys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6" name="Straight Connector 1085">
                    <a:extLst>
                      <a:ext uri="{FF2B5EF4-FFF2-40B4-BE49-F238E27FC236}">
                        <a16:creationId xmlns:a16="http://schemas.microsoft.com/office/drawing/2014/main" id="{36D4353D-F1D8-A749-B8D7-DF1A75AAB163}"/>
                      </a:ext>
                    </a:extLst>
                  </p:cNvPr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line">
                    <a:avLst/>
                  </a:prstGeom>
                  <a:ln w="15875">
                    <a:solidFill>
                      <a:srgbClr val="0000A8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65" name="Group 1064">
                  <a:extLst>
                    <a:ext uri="{FF2B5EF4-FFF2-40B4-BE49-F238E27FC236}">
                      <a16:creationId xmlns:a16="http://schemas.microsoft.com/office/drawing/2014/main" id="{32BC0B46-E7F4-FB4D-8976-24D2F44EA1E4}"/>
                    </a:ext>
                  </a:extLst>
                </p:cNvPr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1066" name="Group 1065">
                    <a:extLst>
                      <a:ext uri="{FF2B5EF4-FFF2-40B4-BE49-F238E27FC236}">
                        <a16:creationId xmlns:a16="http://schemas.microsoft.com/office/drawing/2014/main" id="{657EBA9E-3D02-3647-AD62-4C3FA03B1F87}"/>
                      </a:ext>
                    </a:extLst>
                  </p:cNvPr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1071" name="Freeform 1070">
                      <a:extLst>
                        <a:ext uri="{FF2B5EF4-FFF2-40B4-BE49-F238E27FC236}">
                          <a16:creationId xmlns:a16="http://schemas.microsoft.com/office/drawing/2014/main" id="{FE372475-847B-5A48-BA42-FC4EB2AFDB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avLst/>
                      <a:gdLst>
                        <a:gd name="connsiteX0" fmla="*/ 3618 w 651290"/>
                        <a:gd name="connsiteY0" fmla="*/ 492070 h 492070"/>
                        <a:gd name="connsiteX1" fmla="*/ 0 w 651290"/>
                        <a:gd name="connsiteY1" fmla="*/ 141108 h 492070"/>
                        <a:gd name="connsiteX2" fmla="*/ 423338 w 651290"/>
                        <a:gd name="connsiteY2" fmla="*/ 0 h 492070"/>
                        <a:gd name="connsiteX3" fmla="*/ 647672 w 651290"/>
                        <a:gd name="connsiteY3" fmla="*/ 57891 h 492070"/>
                        <a:gd name="connsiteX4" fmla="*/ 651290 w 651290"/>
                        <a:gd name="connsiteY4" fmla="*/ 492070 h 492070"/>
                        <a:gd name="connsiteX5" fmla="*/ 3618 w 651290"/>
                        <a:gd name="connsiteY5" fmla="*/ 492070 h 492070"/>
                        <a:gd name="connsiteX0" fmla="*/ 3618 w 651290"/>
                        <a:gd name="connsiteY0" fmla="*/ 593378 h 593378"/>
                        <a:gd name="connsiteX1" fmla="*/ 0 w 651290"/>
                        <a:gd name="connsiteY1" fmla="*/ 242416 h 593378"/>
                        <a:gd name="connsiteX2" fmla="*/ 423338 w 651290"/>
                        <a:gd name="connsiteY2" fmla="*/ 101308 h 593378"/>
                        <a:gd name="connsiteX3" fmla="*/ 647672 w 651290"/>
                        <a:gd name="connsiteY3" fmla="*/ 0 h 593378"/>
                        <a:gd name="connsiteX4" fmla="*/ 651290 w 651290"/>
                        <a:gd name="connsiteY4" fmla="*/ 593378 h 593378"/>
                        <a:gd name="connsiteX5" fmla="*/ 3618 w 651290"/>
                        <a:gd name="connsiteY5" fmla="*/ 593378 h 593378"/>
                        <a:gd name="connsiteX0" fmla="*/ 3618 w 651290"/>
                        <a:gd name="connsiteY0" fmla="*/ 662124 h 662124"/>
                        <a:gd name="connsiteX1" fmla="*/ 0 w 651290"/>
                        <a:gd name="connsiteY1" fmla="*/ 311162 h 662124"/>
                        <a:gd name="connsiteX2" fmla="*/ 376300 w 651290"/>
                        <a:gd name="connsiteY2" fmla="*/ 0 h 662124"/>
                        <a:gd name="connsiteX3" fmla="*/ 647672 w 651290"/>
                        <a:gd name="connsiteY3" fmla="*/ 68746 h 662124"/>
                        <a:gd name="connsiteX4" fmla="*/ 651290 w 651290"/>
                        <a:gd name="connsiteY4" fmla="*/ 662124 h 662124"/>
                        <a:gd name="connsiteX5" fmla="*/ 3618 w 651290"/>
                        <a:gd name="connsiteY5" fmla="*/ 662124 h 662124"/>
                        <a:gd name="connsiteX0" fmla="*/ 0 w 647672"/>
                        <a:gd name="connsiteY0" fmla="*/ 662124 h 662124"/>
                        <a:gd name="connsiteX1" fmla="*/ 123021 w 647672"/>
                        <a:gd name="connsiteY1" fmla="*/ 83217 h 662124"/>
                        <a:gd name="connsiteX2" fmla="*/ 372682 w 647672"/>
                        <a:gd name="connsiteY2" fmla="*/ 0 h 662124"/>
                        <a:gd name="connsiteX3" fmla="*/ 644054 w 647672"/>
                        <a:gd name="connsiteY3" fmla="*/ 68746 h 662124"/>
                        <a:gd name="connsiteX4" fmla="*/ 647672 w 647672"/>
                        <a:gd name="connsiteY4" fmla="*/ 662124 h 662124"/>
                        <a:gd name="connsiteX5" fmla="*/ 0 w 647672"/>
                        <a:gd name="connsiteY5" fmla="*/ 662124 h 662124"/>
                        <a:gd name="connsiteX0" fmla="*/ 7238 w 524651"/>
                        <a:gd name="connsiteY0" fmla="*/ 669360 h 669360"/>
                        <a:gd name="connsiteX1" fmla="*/ 0 w 524651"/>
                        <a:gd name="connsiteY1" fmla="*/ 83217 h 669360"/>
                        <a:gd name="connsiteX2" fmla="*/ 249661 w 524651"/>
                        <a:gd name="connsiteY2" fmla="*/ 0 h 669360"/>
                        <a:gd name="connsiteX3" fmla="*/ 521033 w 524651"/>
                        <a:gd name="connsiteY3" fmla="*/ 68746 h 669360"/>
                        <a:gd name="connsiteX4" fmla="*/ 524651 w 524651"/>
                        <a:gd name="connsiteY4" fmla="*/ 662124 h 669360"/>
                        <a:gd name="connsiteX5" fmla="*/ 7238 w 524651"/>
                        <a:gd name="connsiteY5" fmla="*/ 669360 h 669360"/>
                        <a:gd name="connsiteX0" fmla="*/ 438 w 528706"/>
                        <a:gd name="connsiteY0" fmla="*/ 665742 h 665742"/>
                        <a:gd name="connsiteX1" fmla="*/ 4055 w 528706"/>
                        <a:gd name="connsiteY1" fmla="*/ 83217 h 665742"/>
                        <a:gd name="connsiteX2" fmla="*/ 253716 w 528706"/>
                        <a:gd name="connsiteY2" fmla="*/ 0 h 665742"/>
                        <a:gd name="connsiteX3" fmla="*/ 525088 w 528706"/>
                        <a:gd name="connsiteY3" fmla="*/ 68746 h 665742"/>
                        <a:gd name="connsiteX4" fmla="*/ 528706 w 528706"/>
                        <a:gd name="connsiteY4" fmla="*/ 662124 h 665742"/>
                        <a:gd name="connsiteX5" fmla="*/ 438 w 528706"/>
                        <a:gd name="connsiteY5" fmla="*/ 665742 h 665742"/>
                        <a:gd name="connsiteX0" fmla="*/ 155 w 546514"/>
                        <a:gd name="connsiteY0" fmla="*/ 662124 h 662124"/>
                        <a:gd name="connsiteX1" fmla="*/ 21863 w 546514"/>
                        <a:gd name="connsiteY1" fmla="*/ 83217 h 662124"/>
                        <a:gd name="connsiteX2" fmla="*/ 271524 w 546514"/>
                        <a:gd name="connsiteY2" fmla="*/ 0 h 662124"/>
                        <a:gd name="connsiteX3" fmla="*/ 542896 w 546514"/>
                        <a:gd name="connsiteY3" fmla="*/ 68746 h 662124"/>
                        <a:gd name="connsiteX4" fmla="*/ 546514 w 546514"/>
                        <a:gd name="connsiteY4" fmla="*/ 662124 h 662124"/>
                        <a:gd name="connsiteX5" fmla="*/ 155 w 546514"/>
                        <a:gd name="connsiteY5" fmla="*/ 662124 h 662124"/>
                        <a:gd name="connsiteX0" fmla="*/ 10856 w 524651"/>
                        <a:gd name="connsiteY0" fmla="*/ 658506 h 662124"/>
                        <a:gd name="connsiteX1" fmla="*/ 0 w 524651"/>
                        <a:gd name="connsiteY1" fmla="*/ 83217 h 662124"/>
                        <a:gd name="connsiteX2" fmla="*/ 249661 w 524651"/>
                        <a:gd name="connsiteY2" fmla="*/ 0 h 662124"/>
                        <a:gd name="connsiteX3" fmla="*/ 521033 w 524651"/>
                        <a:gd name="connsiteY3" fmla="*/ 68746 h 662124"/>
                        <a:gd name="connsiteX4" fmla="*/ 524651 w 524651"/>
                        <a:gd name="connsiteY4" fmla="*/ 662124 h 662124"/>
                        <a:gd name="connsiteX5" fmla="*/ 10856 w 524651"/>
                        <a:gd name="connsiteY5" fmla="*/ 658506 h 6621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524651" h="662124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>
                      <a:solidFill>
                        <a:srgbClr val="0000A8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sz="1050"/>
                    </a:p>
                  </p:txBody>
                </p:sp>
                <p:sp>
                  <p:nvSpPr>
                    <p:cNvPr id="1072" name="Freeform 1071">
                      <a:extLst>
                        <a:ext uri="{FF2B5EF4-FFF2-40B4-BE49-F238E27FC236}">
                          <a16:creationId xmlns:a16="http://schemas.microsoft.com/office/drawing/2014/main" id="{09130EB1-7474-B94D-BED7-85B261C5AF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avLst/>
                      <a:gdLst>
                        <a:gd name="connsiteX0" fmla="*/ 3618 w 651290"/>
                        <a:gd name="connsiteY0" fmla="*/ 492070 h 492070"/>
                        <a:gd name="connsiteX1" fmla="*/ 0 w 651290"/>
                        <a:gd name="connsiteY1" fmla="*/ 141108 h 492070"/>
                        <a:gd name="connsiteX2" fmla="*/ 423338 w 651290"/>
                        <a:gd name="connsiteY2" fmla="*/ 0 h 492070"/>
                        <a:gd name="connsiteX3" fmla="*/ 647672 w 651290"/>
                        <a:gd name="connsiteY3" fmla="*/ 57891 h 492070"/>
                        <a:gd name="connsiteX4" fmla="*/ 651290 w 651290"/>
                        <a:gd name="connsiteY4" fmla="*/ 492070 h 492070"/>
                        <a:gd name="connsiteX5" fmla="*/ 3618 w 651290"/>
                        <a:gd name="connsiteY5" fmla="*/ 492070 h 49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51290" h="49207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>
                      <a:solidFill>
                        <a:srgbClr val="0000A3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sz="1050"/>
                    </a:p>
                  </p:txBody>
                </p:sp>
                <p:cxnSp>
                  <p:nvCxnSpPr>
                    <p:cNvPr id="1073" name="Straight Connector 1072">
                      <a:extLst>
                        <a:ext uri="{FF2B5EF4-FFF2-40B4-BE49-F238E27FC236}">
                          <a16:creationId xmlns:a16="http://schemas.microsoft.com/office/drawing/2014/main" id="{3616C51B-DFE6-5940-A968-19B2E26EC74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0526" y="2029553"/>
                      <a:ext cx="295249" cy="73468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4" name="Straight Connector 1073">
                      <a:extLst>
                        <a:ext uri="{FF2B5EF4-FFF2-40B4-BE49-F238E27FC236}">
                          <a16:creationId xmlns:a16="http://schemas.microsoft.com/office/drawing/2014/main" id="{D2D1D346-55DA-2341-B60B-600E6324F60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5406" y="2261710"/>
                      <a:ext cx="290369" cy="16752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5" name="Straight Connector 1074">
                      <a:extLst>
                        <a:ext uri="{FF2B5EF4-FFF2-40B4-BE49-F238E27FC236}">
                          <a16:creationId xmlns:a16="http://schemas.microsoft.com/office/drawing/2014/main" id="{DE2B7475-7D9C-4E4B-9858-9B23378387D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5406" y="2151772"/>
                      <a:ext cx="290369" cy="48402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6" name="Straight Connector 1075">
                      <a:extLst>
                        <a:ext uri="{FF2B5EF4-FFF2-40B4-BE49-F238E27FC236}">
                          <a16:creationId xmlns:a16="http://schemas.microsoft.com/office/drawing/2014/main" id="{CF9C23E3-09BC-464F-9403-FB1898939AF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7" name="Straight Connector 1076">
                      <a:extLst>
                        <a:ext uri="{FF2B5EF4-FFF2-40B4-BE49-F238E27FC236}">
                          <a16:creationId xmlns:a16="http://schemas.microsoft.com/office/drawing/2014/main" id="{243DD04E-CE53-C94D-A298-1FAAB17C3AA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950242" y="1866900"/>
                      <a:ext cx="0" cy="465273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  <a:prstDash val="sys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8" name="Straight Connector 1077">
                      <a:extLst>
                        <a:ext uri="{FF2B5EF4-FFF2-40B4-BE49-F238E27FC236}">
                          <a16:creationId xmlns:a16="http://schemas.microsoft.com/office/drawing/2014/main" id="{F586A1A3-9061-B543-B946-AA09FEA1A15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line">
                      <a:avLst/>
                    </a:prstGeom>
                    <a:ln w="15875">
                      <a:solidFill>
                        <a:srgbClr val="0000A8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67" name="Group 1066">
                    <a:extLst>
                      <a:ext uri="{FF2B5EF4-FFF2-40B4-BE49-F238E27FC236}">
                        <a16:creationId xmlns:a16="http://schemas.microsoft.com/office/drawing/2014/main" id="{9D527F42-9829-EC42-BF85-93A8B940898B}"/>
                      </a:ext>
                    </a:extLst>
                  </p:cNvPr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id="1068" name="Picture 1067" descr="server_rack.png">
                      <a:extLst>
                        <a:ext uri="{FF2B5EF4-FFF2-40B4-BE49-F238E27FC236}">
                          <a16:creationId xmlns:a16="http://schemas.microsoft.com/office/drawing/2014/main" id="{3C057932-EAE6-6D42-9FEA-F2846B05C62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69" name="Picture 1068" descr="server_rack.png">
                      <a:extLst>
                        <a:ext uri="{FF2B5EF4-FFF2-40B4-BE49-F238E27FC236}">
                          <a16:creationId xmlns:a16="http://schemas.microsoft.com/office/drawing/2014/main" id="{475029CE-1610-AE4E-880C-27AA1EAC9C9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70" name="Picture 1069" descr="server_rack.png">
                      <a:extLst>
                        <a:ext uri="{FF2B5EF4-FFF2-40B4-BE49-F238E27FC236}">
                          <a16:creationId xmlns:a16="http://schemas.microsoft.com/office/drawing/2014/main" id="{E9A6926E-A499-3B42-BC44-3E767FAE6D8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FB78244-2878-4E4C-80D6-A3A83BFDA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3177" y="3325716"/>
              <a:ext cx="210562" cy="606179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7794E541-D16E-B744-9F4E-F16CE4FFCEFA}"/>
                </a:ext>
              </a:extLst>
            </p:cNvPr>
            <p:cNvCxnSpPr>
              <a:cxnSpLocks/>
              <a:stCxn id="331" idx="6"/>
            </p:cNvCxnSpPr>
            <p:nvPr/>
          </p:nvCxnSpPr>
          <p:spPr>
            <a:xfrm>
              <a:off x="8653552" y="4059389"/>
              <a:ext cx="538561" cy="236967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9E6CEDD3-5237-7F47-A50C-C928A310E2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81407" y="2971505"/>
              <a:ext cx="180081" cy="928886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352AE841-C732-7B4B-BAB0-28479A2CE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0693" y="2457440"/>
              <a:ext cx="3285" cy="1256298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A37BFDB9-13B5-0B44-9BCC-DA10C6BC2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0770" y="2709766"/>
              <a:ext cx="350837" cy="1056148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00D40D05-9869-B142-A822-0D241B0165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3590" y="3084939"/>
              <a:ext cx="184530" cy="786742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478A4948-A08A-7E44-819A-24BDBBE1B5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7108" y="4260753"/>
              <a:ext cx="477027" cy="550561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6333C169-83AE-C947-B0FE-FC14D770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0123" y="4417447"/>
              <a:ext cx="5022" cy="1030757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034E5082-AB2B-B640-B1D2-257AACBDA3C1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H="1" flipV="1">
              <a:off x="5827900" y="4390762"/>
              <a:ext cx="863810" cy="1545220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135A9D83-D5C3-FA4C-A774-C4D577D8C1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42725" y="4273180"/>
              <a:ext cx="719289" cy="1457599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1286ED93-2B6B-404C-A404-B480CF350A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6276" y="3473353"/>
              <a:ext cx="261637" cy="504826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CCEE2E34-D559-CA45-9E5A-F783F810E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4724" y="4114193"/>
              <a:ext cx="251695" cy="109254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D65FCF95-878C-A14C-A6D6-6D22C404145C}"/>
                </a:ext>
              </a:extLst>
            </p:cNvPr>
            <p:cNvCxnSpPr>
              <a:cxnSpLocks/>
              <a:stCxn id="1032" idx="2"/>
              <a:endCxn id="996" idx="2"/>
            </p:cNvCxnSpPr>
            <p:nvPr/>
          </p:nvCxnSpPr>
          <p:spPr>
            <a:xfrm flipV="1">
              <a:off x="5458049" y="3230852"/>
              <a:ext cx="7426" cy="480990"/>
            </a:xfrm>
            <a:prstGeom prst="line">
              <a:avLst/>
            </a:prstGeom>
            <a:ln w="444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15EB59D3-4040-5749-B499-E27490D524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330" y="4394908"/>
              <a:ext cx="7426" cy="480990"/>
            </a:xfrm>
            <a:prstGeom prst="line">
              <a:avLst/>
            </a:prstGeom>
            <a:ln w="444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Straight Connector 1171">
              <a:extLst>
                <a:ext uri="{FF2B5EF4-FFF2-40B4-BE49-F238E27FC236}">
                  <a16:creationId xmlns:a16="http://schemas.microsoft.com/office/drawing/2014/main" id="{585E66CE-5974-5A48-86F4-642D85A8C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7243" y="4368703"/>
              <a:ext cx="7426" cy="480990"/>
            </a:xfrm>
            <a:prstGeom prst="line">
              <a:avLst/>
            </a:prstGeom>
            <a:ln w="444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D11900C4-AD2E-9546-89B5-1A95630DD9E8}"/>
              </a:ext>
            </a:extLst>
          </p:cNvPr>
          <p:cNvGrpSpPr/>
          <p:nvPr/>
        </p:nvGrpSpPr>
        <p:grpSpPr>
          <a:xfrm>
            <a:off x="3408825" y="4085435"/>
            <a:ext cx="1355402" cy="371525"/>
            <a:chOff x="4545099" y="5447247"/>
            <a:chExt cx="1807203" cy="495366"/>
          </a:xfrm>
        </p:grpSpPr>
        <p:sp>
          <p:nvSpPr>
            <p:cNvPr id="1095" name="Oval 33">
              <a:extLst>
                <a:ext uri="{FF2B5EF4-FFF2-40B4-BE49-F238E27FC236}">
                  <a16:creationId xmlns:a16="http://schemas.microsoft.com/office/drawing/2014/main" id="{512F7670-AB23-F240-9D5A-6EAA52208A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97" name="TextBox 9">
              <a:extLst>
                <a:ext uri="{FF2B5EF4-FFF2-40B4-BE49-F238E27FC236}">
                  <a16:creationId xmlns:a16="http://schemas.microsoft.com/office/drawing/2014/main" id="{373ADF7C-1486-8546-95DA-BA176D77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2400" y="5488195"/>
              <a:ext cx="1646178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 i="1" dirty="0"/>
                <a:t>regional ISP</a:t>
              </a:r>
            </a:p>
          </p:txBody>
        </p:sp>
      </p:grpSp>
      <p:grpSp>
        <p:nvGrpSpPr>
          <p:cNvPr id="871" name="Group 870">
            <a:extLst>
              <a:ext uri="{FF2B5EF4-FFF2-40B4-BE49-F238E27FC236}">
                <a16:creationId xmlns:a16="http://schemas.microsoft.com/office/drawing/2014/main" id="{EBB68360-CFEF-9545-B290-C95BF47B5ABD}"/>
              </a:ext>
            </a:extLst>
          </p:cNvPr>
          <p:cNvGrpSpPr/>
          <p:nvPr/>
        </p:nvGrpSpPr>
        <p:grpSpPr>
          <a:xfrm>
            <a:off x="3165211" y="3620128"/>
            <a:ext cx="406004" cy="167267"/>
            <a:chOff x="7493876" y="2774731"/>
            <a:chExt cx="1481958" cy="894622"/>
          </a:xfrm>
        </p:grpSpPr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C31E65F7-C8D0-2148-AE16-6639E37F6C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24C01524-664D-0B42-A170-7AA7DFCD48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14" name="Group 913">
              <a:extLst>
                <a:ext uri="{FF2B5EF4-FFF2-40B4-BE49-F238E27FC236}">
                  <a16:creationId xmlns:a16="http://schemas.microsoft.com/office/drawing/2014/main" id="{69D00E7B-FD92-574B-9D44-DD864E2B55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5" name="Freeform 914">
                <a:extLst>
                  <a:ext uri="{FF2B5EF4-FFF2-40B4-BE49-F238E27FC236}">
                    <a16:creationId xmlns:a16="http://schemas.microsoft.com/office/drawing/2014/main" id="{98518A8B-3C13-A346-87DA-94216CD9FC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6" name="Freeform 915">
                <a:extLst>
                  <a:ext uri="{FF2B5EF4-FFF2-40B4-BE49-F238E27FC236}">
                    <a16:creationId xmlns:a16="http://schemas.microsoft.com/office/drawing/2014/main" id="{C4C44228-65B5-564C-B1D9-63A0904BA4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7" name="Freeform 916">
                <a:extLst>
                  <a:ext uri="{FF2B5EF4-FFF2-40B4-BE49-F238E27FC236}">
                    <a16:creationId xmlns:a16="http://schemas.microsoft.com/office/drawing/2014/main" id="{B5DCAEA1-0E67-2B47-8939-3B96B10806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18" name="Freeform 917">
                <a:extLst>
                  <a:ext uri="{FF2B5EF4-FFF2-40B4-BE49-F238E27FC236}">
                    <a16:creationId xmlns:a16="http://schemas.microsoft.com/office/drawing/2014/main" id="{0BF12852-261D-6142-8DC4-CA6078C2CE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1E439E8A-6D0D-A947-88AE-13F395EF741B}"/>
              </a:ext>
            </a:extLst>
          </p:cNvPr>
          <p:cNvGrpSpPr/>
          <p:nvPr/>
        </p:nvGrpSpPr>
        <p:grpSpPr>
          <a:xfrm>
            <a:off x="5468278" y="3493507"/>
            <a:ext cx="406004" cy="167267"/>
            <a:chOff x="7493876" y="2774731"/>
            <a:chExt cx="1481958" cy="894622"/>
          </a:xfrm>
        </p:grpSpPr>
        <p:sp>
          <p:nvSpPr>
            <p:cNvPr id="933" name="Freeform 932">
              <a:extLst>
                <a:ext uri="{FF2B5EF4-FFF2-40B4-BE49-F238E27FC236}">
                  <a16:creationId xmlns:a16="http://schemas.microsoft.com/office/drawing/2014/main" id="{20642CDD-5807-E440-80BD-4914CEF640C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934" name="Oval 933">
              <a:extLst>
                <a:ext uri="{FF2B5EF4-FFF2-40B4-BE49-F238E27FC236}">
                  <a16:creationId xmlns:a16="http://schemas.microsoft.com/office/drawing/2014/main" id="{5B2D41A3-738C-DE4B-95B1-D98C150F0D7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72893B92-0783-094B-9B06-5B15CE5E8F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6" name="Freeform 935">
                <a:extLst>
                  <a:ext uri="{FF2B5EF4-FFF2-40B4-BE49-F238E27FC236}">
                    <a16:creationId xmlns:a16="http://schemas.microsoft.com/office/drawing/2014/main" id="{A6B26209-5A79-9B49-9A4A-3D3FDEBD6B5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7" name="Freeform 936">
                <a:extLst>
                  <a:ext uri="{FF2B5EF4-FFF2-40B4-BE49-F238E27FC236}">
                    <a16:creationId xmlns:a16="http://schemas.microsoft.com/office/drawing/2014/main" id="{5ABE6455-D1B0-6049-AB8E-5B81D3C447D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8" name="Freeform 937">
                <a:extLst>
                  <a:ext uri="{FF2B5EF4-FFF2-40B4-BE49-F238E27FC236}">
                    <a16:creationId xmlns:a16="http://schemas.microsoft.com/office/drawing/2014/main" id="{C314A57D-E8A9-DA4B-9456-521A28BDBB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939" name="Freeform 938">
                <a:extLst>
                  <a:ext uri="{FF2B5EF4-FFF2-40B4-BE49-F238E27FC236}">
                    <a16:creationId xmlns:a16="http://schemas.microsoft.com/office/drawing/2014/main" id="{88E5CA8C-8B97-3347-8938-C5B63B3D849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389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55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structure: a “network of networks”</a:t>
            </a:r>
            <a:endParaRPr lang="en-US" dirty="0"/>
          </a:p>
        </p:txBody>
      </p: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38E270F7-B953-6746-81D7-5185D1395A5B}"/>
              </a:ext>
            </a:extLst>
          </p:cNvPr>
          <p:cNvCxnSpPr>
            <a:endCxn id="462" idx="0"/>
          </p:cNvCxnSpPr>
          <p:nvPr/>
        </p:nvCxnSpPr>
        <p:spPr bwMode="auto">
          <a:xfrm rot="5400000">
            <a:off x="1299532" y="2212041"/>
            <a:ext cx="1665758" cy="23098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DA98FC37-97EC-C247-AD5F-914F2DE010C6}"/>
              </a:ext>
            </a:extLst>
          </p:cNvPr>
          <p:cNvCxnSpPr>
            <a:stCxn id="459" idx="4"/>
          </p:cNvCxnSpPr>
          <p:nvPr/>
        </p:nvCxnSpPr>
        <p:spPr bwMode="auto">
          <a:xfrm rot="5400000">
            <a:off x="3323635" y="3072508"/>
            <a:ext cx="355988" cy="7381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97671C5E-1113-CA43-A33D-92ECFE2129C2}"/>
              </a:ext>
            </a:extLst>
          </p:cNvPr>
          <p:cNvCxnSpPr>
            <a:stCxn id="459" idx="3"/>
          </p:cNvCxnSpPr>
          <p:nvPr/>
        </p:nvCxnSpPr>
        <p:spPr bwMode="auto">
          <a:xfrm rot="5400000">
            <a:off x="2685676" y="2959614"/>
            <a:ext cx="437709" cy="21788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69E2FA91-0962-294C-A41F-3DD90DF20DA5}"/>
              </a:ext>
            </a:extLst>
          </p:cNvPr>
          <p:cNvCxnSpPr/>
          <p:nvPr/>
        </p:nvCxnSpPr>
        <p:spPr bwMode="auto">
          <a:xfrm rot="16200000" flipH="1">
            <a:off x="1607229" y="2383768"/>
            <a:ext cx="1719492" cy="19526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B69A575B-8E28-3C43-851B-7A48C4D768DA}"/>
              </a:ext>
            </a:extLst>
          </p:cNvPr>
          <p:cNvCxnSpPr>
            <a:cxnSpLocks/>
          </p:cNvCxnSpPr>
          <p:nvPr/>
        </p:nvCxnSpPr>
        <p:spPr bwMode="auto">
          <a:xfrm flipH="1">
            <a:off x="2216945" y="2266463"/>
            <a:ext cx="578643" cy="107468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E475B5A7-C114-7E48-AB1E-92C7CF4A4EF6}"/>
              </a:ext>
            </a:extLst>
          </p:cNvPr>
          <p:cNvCxnSpPr>
            <a:endCxn id="465" idx="0"/>
          </p:cNvCxnSpPr>
          <p:nvPr/>
        </p:nvCxnSpPr>
        <p:spPr bwMode="auto">
          <a:xfrm>
            <a:off x="3889773" y="2784272"/>
            <a:ext cx="316706" cy="37613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0484462A-BBBF-CC4F-8955-E6317779C224}"/>
              </a:ext>
            </a:extLst>
          </p:cNvPr>
          <p:cNvCxnSpPr>
            <a:stCxn id="460" idx="2"/>
            <a:endCxn id="459" idx="6"/>
          </p:cNvCxnSpPr>
          <p:nvPr/>
        </p:nvCxnSpPr>
        <p:spPr bwMode="auto">
          <a:xfrm rot="10800000">
            <a:off x="4282679" y="2652677"/>
            <a:ext cx="398859" cy="0"/>
          </a:xfrm>
          <a:prstGeom prst="line">
            <a:avLst/>
          </a:prstGeom>
          <a:noFill/>
          <a:ln w="9525" cap="flat" cmpd="sng" algn="ctr">
            <a:noFill/>
            <a:prstDash val="solid"/>
          </a:ln>
          <a:effectLst/>
        </p:spPr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A96A5E6E-187B-3A49-A295-FA1F67D8E9B9}"/>
              </a:ext>
            </a:extLst>
          </p:cNvPr>
          <p:cNvCxnSpPr/>
          <p:nvPr/>
        </p:nvCxnSpPr>
        <p:spPr bwMode="auto">
          <a:xfrm rot="5400000">
            <a:off x="4814513" y="2967451"/>
            <a:ext cx="437710" cy="21788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EE62177A-B5F4-4A41-91F0-A95D2315BDCB}"/>
              </a:ext>
            </a:extLst>
          </p:cNvPr>
          <p:cNvCxnSpPr/>
          <p:nvPr/>
        </p:nvCxnSpPr>
        <p:spPr bwMode="auto">
          <a:xfrm rot="16200000" flipH="1">
            <a:off x="5371208" y="3072900"/>
            <a:ext cx="383975" cy="60722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37" name="Straight Connector 436">
            <a:extLst>
              <a:ext uri="{FF2B5EF4-FFF2-40B4-BE49-F238E27FC236}">
                <a16:creationId xmlns:a16="http://schemas.microsoft.com/office/drawing/2014/main" id="{505D1BC1-6C7E-3946-BEB6-4065EC357AD4}"/>
              </a:ext>
            </a:extLst>
          </p:cNvPr>
          <p:cNvCxnSpPr>
            <a:stCxn id="460" idx="5"/>
          </p:cNvCxnSpPr>
          <p:nvPr/>
        </p:nvCxnSpPr>
        <p:spPr bwMode="auto">
          <a:xfrm>
            <a:off x="5950744" y="2849703"/>
            <a:ext cx="309563" cy="50375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D4DDDD88-B509-DD45-9D00-CC8520A75C94}"/>
              </a:ext>
            </a:extLst>
          </p:cNvPr>
          <p:cNvCxnSpPr>
            <a:cxnSpLocks/>
            <a:endCxn id="467" idx="7"/>
          </p:cNvCxnSpPr>
          <p:nvPr/>
        </p:nvCxnSpPr>
        <p:spPr bwMode="auto">
          <a:xfrm>
            <a:off x="6150151" y="1683785"/>
            <a:ext cx="471023" cy="154187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9D811EE1-454D-B44D-B3C7-5257C43AF9EF}"/>
              </a:ext>
            </a:extLst>
          </p:cNvPr>
          <p:cNvCxnSpPr/>
          <p:nvPr/>
        </p:nvCxnSpPr>
        <p:spPr bwMode="auto">
          <a:xfrm rot="10800000">
            <a:off x="3220641" y="1395317"/>
            <a:ext cx="398859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3DB7E325-0415-EB46-A933-1A825FB1EF27}"/>
              </a:ext>
            </a:extLst>
          </p:cNvPr>
          <p:cNvCxnSpPr/>
          <p:nvPr/>
        </p:nvCxnSpPr>
        <p:spPr bwMode="auto">
          <a:xfrm rot="10800000">
            <a:off x="4985148" y="1395317"/>
            <a:ext cx="397669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441" name="Arc 440">
            <a:extLst>
              <a:ext uri="{FF2B5EF4-FFF2-40B4-BE49-F238E27FC236}">
                <a16:creationId xmlns:a16="http://schemas.microsoft.com/office/drawing/2014/main" id="{F3682F77-470D-6D4D-BC43-D73F8E4E433F}"/>
              </a:ext>
            </a:extLst>
          </p:cNvPr>
          <p:cNvSpPr/>
          <p:nvPr/>
        </p:nvSpPr>
        <p:spPr bwMode="auto">
          <a:xfrm>
            <a:off x="2551510" y="965444"/>
            <a:ext cx="3345656" cy="322405"/>
          </a:xfrm>
          <a:prstGeom prst="arc">
            <a:avLst>
              <a:gd name="adj1" fmla="val 10681875"/>
              <a:gd name="adj2" fmla="val 0"/>
            </a:avLst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 dirty="0">
              <a:latin typeface="Gill Sans MT"/>
              <a:ea typeface="+mn-ea"/>
            </a:endParaRPr>
          </a:p>
        </p:txBody>
      </p: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E797CE32-D445-834C-859C-100D3C4F78C7}"/>
              </a:ext>
            </a:extLst>
          </p:cNvPr>
          <p:cNvCxnSpPr/>
          <p:nvPr/>
        </p:nvCxnSpPr>
        <p:spPr bwMode="auto">
          <a:xfrm rot="16200000" flipH="1">
            <a:off x="6439546" y="1633949"/>
            <a:ext cx="376139" cy="24407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B727CE1B-773D-7F4D-9C71-0B340FA2D0A8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542707" y="1691178"/>
            <a:ext cx="322405" cy="18335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3D999D2F-3D6C-EE46-ACFF-9A94460799DD}"/>
              </a:ext>
            </a:extLst>
          </p:cNvPr>
          <p:cNvCxnSpPr/>
          <p:nvPr/>
        </p:nvCxnSpPr>
        <p:spPr bwMode="auto">
          <a:xfrm rot="16200000" flipH="1">
            <a:off x="2968356" y="2229114"/>
            <a:ext cx="322405" cy="18216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77B3FFCD-6B4E-B04D-B26D-CDEAE7B3C9BE}"/>
              </a:ext>
            </a:extLst>
          </p:cNvPr>
          <p:cNvCxnSpPr/>
          <p:nvPr/>
        </p:nvCxnSpPr>
        <p:spPr bwMode="auto">
          <a:xfrm rot="10800000" flipV="1">
            <a:off x="3038475" y="1514186"/>
            <a:ext cx="2372916" cy="54517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5A6922CA-5A15-4F48-88FD-5174505CA917}"/>
              </a:ext>
            </a:extLst>
          </p:cNvPr>
          <p:cNvCxnSpPr/>
          <p:nvPr/>
        </p:nvCxnSpPr>
        <p:spPr bwMode="auto">
          <a:xfrm rot="16200000" flipH="1">
            <a:off x="4594031" y="1647248"/>
            <a:ext cx="355988" cy="30480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4E43A483-DD26-0944-984C-9FFBA432C53A}"/>
              </a:ext>
            </a:extLst>
          </p:cNvPr>
          <p:cNvCxnSpPr/>
          <p:nvPr/>
        </p:nvCxnSpPr>
        <p:spPr bwMode="auto">
          <a:xfrm rot="5400000">
            <a:off x="3548084" y="1963343"/>
            <a:ext cx="806012" cy="12263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A6413169-1F86-9049-BAB4-CB7FC662559B}"/>
              </a:ext>
            </a:extLst>
          </p:cNvPr>
          <p:cNvCxnSpPr/>
          <p:nvPr/>
        </p:nvCxnSpPr>
        <p:spPr bwMode="auto">
          <a:xfrm rot="16200000" flipH="1">
            <a:off x="4938401" y="2259475"/>
            <a:ext cx="214937" cy="121444"/>
          </a:xfrm>
          <a:prstGeom prst="line">
            <a:avLst/>
          </a:prstGeom>
          <a:noFill/>
          <a:ln w="9525" cap="flat" cmpd="sng" algn="ctr">
            <a:noFill/>
            <a:prstDash val="solid"/>
          </a:ln>
          <a:effectLst/>
        </p:spPr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19A50683-7013-9449-840A-903577766A0A}"/>
              </a:ext>
            </a:extLst>
          </p:cNvPr>
          <p:cNvCxnSpPr/>
          <p:nvPr/>
        </p:nvCxnSpPr>
        <p:spPr bwMode="auto">
          <a:xfrm rot="10800000" flipV="1">
            <a:off x="4073129" y="2158996"/>
            <a:ext cx="608409" cy="38397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F41BF13C-E29D-B649-B6A6-97965B9958D9}"/>
              </a:ext>
            </a:extLst>
          </p:cNvPr>
          <p:cNvCxnSpPr>
            <a:stCxn id="456" idx="5"/>
          </p:cNvCxnSpPr>
          <p:nvPr/>
        </p:nvCxnSpPr>
        <p:spPr bwMode="auto">
          <a:xfrm rot="16200000" flipH="1">
            <a:off x="3368485" y="1265263"/>
            <a:ext cx="1036621" cy="171092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27962ADA-D295-E344-A911-5EFFAC81A093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508509" y="2689773"/>
            <a:ext cx="1028785" cy="18216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F1825348-2292-1941-85BD-4D5ABB9502AF}"/>
              </a:ext>
            </a:extLst>
          </p:cNvPr>
          <p:cNvCxnSpPr/>
          <p:nvPr/>
        </p:nvCxnSpPr>
        <p:spPr bwMode="auto">
          <a:xfrm rot="5400000">
            <a:off x="5751790" y="2351118"/>
            <a:ext cx="1082519" cy="91321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70E05AEB-33C1-F146-A41B-426553EF3738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715001" y="2105260"/>
            <a:ext cx="973931" cy="330242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D8015E4B-28EF-5944-BD89-CFE5203E8D04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167313" y="1621654"/>
            <a:ext cx="622697" cy="42987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AFF03100-2980-DA4E-A72E-FE2723506844}"/>
              </a:ext>
            </a:extLst>
          </p:cNvPr>
          <p:cNvCxnSpPr/>
          <p:nvPr/>
        </p:nvCxnSpPr>
        <p:spPr bwMode="auto">
          <a:xfrm>
            <a:off x="4882754" y="1519783"/>
            <a:ext cx="1825228" cy="48360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456" name="Oval 34">
            <a:extLst>
              <a:ext uri="{FF2B5EF4-FFF2-40B4-BE49-F238E27FC236}">
                <a16:creationId xmlns:a16="http://schemas.microsoft.com/office/drawing/2014/main" id="{7403379F-8BEC-BC46-847F-B0D2D30F0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935" y="1126646"/>
            <a:ext cx="1488281" cy="557492"/>
          </a:xfrm>
          <a:prstGeom prst="ellipse">
            <a:avLst/>
          </a:prstGeom>
          <a:solidFill>
            <a:srgbClr val="0000A8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>
                <a:solidFill>
                  <a:srgbClr val="FFFFFF"/>
                </a:solidFill>
              </a:rPr>
              <a:t>Tier 1 ISP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57" name="Oval 34">
            <a:extLst>
              <a:ext uri="{FF2B5EF4-FFF2-40B4-BE49-F238E27FC236}">
                <a16:creationId xmlns:a16="http://schemas.microsoft.com/office/drawing/2014/main" id="{919B70EA-11EB-9443-AD39-281E578ED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442" y="1126646"/>
            <a:ext cx="1487090" cy="557492"/>
          </a:xfrm>
          <a:prstGeom prst="ellipse">
            <a:avLst/>
          </a:prstGeom>
          <a:solidFill>
            <a:srgbClr val="0000A8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dirty="0">
                <a:solidFill>
                  <a:srgbClr val="FFFFFF"/>
                </a:solidFill>
              </a:rPr>
              <a:t>Tier 1 ISP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459" name="Oval 33">
            <a:extLst>
              <a:ext uri="{FF2B5EF4-FFF2-40B4-BE49-F238E27FC236}">
                <a16:creationId xmlns:a16="http://schemas.microsoft.com/office/drawing/2014/main" id="{F16DC38B-A491-5046-83FC-63C66E2CF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373931"/>
            <a:ext cx="1487091" cy="557492"/>
          </a:xfrm>
          <a:prstGeom prst="ellipse">
            <a:avLst/>
          </a:prstGeom>
          <a:solidFill>
            <a:srgbClr val="CCCCFF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Regional ISP</a:t>
            </a:r>
          </a:p>
        </p:txBody>
      </p:sp>
      <p:sp>
        <p:nvSpPr>
          <p:cNvPr id="460" name="Oval 33">
            <a:extLst>
              <a:ext uri="{FF2B5EF4-FFF2-40B4-BE49-F238E27FC236}">
                <a16:creationId xmlns:a16="http://schemas.microsoft.com/office/drawing/2014/main" id="{C9724305-E472-CB48-B1A6-BABAE389F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2373931"/>
            <a:ext cx="1487091" cy="557492"/>
          </a:xfrm>
          <a:prstGeom prst="ellipse">
            <a:avLst/>
          </a:prstGeom>
          <a:solidFill>
            <a:srgbClr val="CCCCFF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Regional ISP</a:t>
            </a:r>
          </a:p>
        </p:txBody>
      </p:sp>
      <p:sp>
        <p:nvSpPr>
          <p:cNvPr id="461" name="Oval 76">
            <a:extLst>
              <a:ext uri="{FF2B5EF4-FFF2-40B4-BE49-F238E27FC236}">
                <a16:creationId xmlns:a16="http://schemas.microsoft.com/office/drawing/2014/main" id="{391AA46F-6A98-C942-87ED-081AD5B70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0066" y="3160410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ISP</a:t>
            </a:r>
          </a:p>
        </p:txBody>
      </p:sp>
      <p:sp>
        <p:nvSpPr>
          <p:cNvPr id="462" name="Oval 76">
            <a:extLst>
              <a:ext uri="{FF2B5EF4-FFF2-40B4-BE49-F238E27FC236}">
                <a16:creationId xmlns:a16="http://schemas.microsoft.com/office/drawing/2014/main" id="{FCCCE50F-BBF8-C548-85FF-BD6B37225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212" y="3160410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ISP</a:t>
            </a:r>
          </a:p>
        </p:txBody>
      </p:sp>
      <p:sp>
        <p:nvSpPr>
          <p:cNvPr id="463" name="Oval 76">
            <a:extLst>
              <a:ext uri="{FF2B5EF4-FFF2-40B4-BE49-F238E27FC236}">
                <a16:creationId xmlns:a16="http://schemas.microsoft.com/office/drawing/2014/main" id="{F63F91B6-CBFC-0C42-9EED-5D9482540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669" y="3160410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ISP</a:t>
            </a:r>
          </a:p>
        </p:txBody>
      </p:sp>
      <p:sp>
        <p:nvSpPr>
          <p:cNvPr id="464" name="Oval 76">
            <a:extLst>
              <a:ext uri="{FF2B5EF4-FFF2-40B4-BE49-F238E27FC236}">
                <a16:creationId xmlns:a16="http://schemas.microsoft.com/office/drawing/2014/main" id="{0CC0ED7A-0698-274E-845B-180581338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25" y="3160410"/>
            <a:ext cx="634604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ISP</a:t>
            </a:r>
          </a:p>
        </p:txBody>
      </p:sp>
      <p:sp>
        <p:nvSpPr>
          <p:cNvPr id="465" name="Oval 76">
            <a:extLst>
              <a:ext uri="{FF2B5EF4-FFF2-40B4-BE49-F238E27FC236}">
                <a16:creationId xmlns:a16="http://schemas.microsoft.com/office/drawing/2014/main" id="{5043E7F4-FB4D-9A41-8107-85F65D012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773" y="3160410"/>
            <a:ext cx="63460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ISP</a:t>
            </a:r>
          </a:p>
        </p:txBody>
      </p:sp>
      <p:sp>
        <p:nvSpPr>
          <p:cNvPr id="466" name="Oval 76">
            <a:extLst>
              <a:ext uri="{FF2B5EF4-FFF2-40B4-BE49-F238E27FC236}">
                <a16:creationId xmlns:a16="http://schemas.microsoft.com/office/drawing/2014/main" id="{019B9582-8292-2B43-876B-11E7E334F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919" y="3160410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ISP</a:t>
            </a:r>
          </a:p>
        </p:txBody>
      </p:sp>
      <p:sp>
        <p:nvSpPr>
          <p:cNvPr id="467" name="Oval 76">
            <a:extLst>
              <a:ext uri="{FF2B5EF4-FFF2-40B4-BE49-F238E27FC236}">
                <a16:creationId xmlns:a16="http://schemas.microsoft.com/office/drawing/2014/main" id="{71C26863-28CD-0841-A043-C33419B4C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522" y="3160410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ISP</a:t>
            </a:r>
          </a:p>
        </p:txBody>
      </p:sp>
      <p:sp>
        <p:nvSpPr>
          <p:cNvPr id="468" name="Oval 76">
            <a:extLst>
              <a:ext uri="{FF2B5EF4-FFF2-40B4-BE49-F238E27FC236}">
                <a16:creationId xmlns:a16="http://schemas.microsoft.com/office/drawing/2014/main" id="{E09B65C0-7813-1B48-A77E-DBAB11081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5" y="3160410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</a:rPr>
              <a:t>ISP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7EA502-E5E7-2148-84FF-7709E5DCC565}"/>
              </a:ext>
            </a:extLst>
          </p:cNvPr>
          <p:cNvGrpSpPr/>
          <p:nvPr/>
        </p:nvGrpSpPr>
        <p:grpSpPr>
          <a:xfrm>
            <a:off x="2610151" y="1898951"/>
            <a:ext cx="717188" cy="423335"/>
            <a:chOff x="553316" y="2997818"/>
            <a:chExt cx="956250" cy="600329"/>
          </a:xfrm>
        </p:grpSpPr>
        <p:sp>
          <p:nvSpPr>
            <p:cNvPr id="474" name="Oval 14">
              <a:extLst>
                <a:ext uri="{FF2B5EF4-FFF2-40B4-BE49-F238E27FC236}">
                  <a16:creationId xmlns:a16="http://schemas.microsoft.com/office/drawing/2014/main" id="{C524E6F7-4D23-5B41-81CB-2E8F6A351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16" y="2997818"/>
              <a:ext cx="869150" cy="523220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  <p:sp>
          <p:nvSpPr>
            <p:cNvPr id="475" name="TextBox 15">
              <a:extLst>
                <a:ext uri="{FF2B5EF4-FFF2-40B4-BE49-F238E27FC236}">
                  <a16:creationId xmlns:a16="http://schemas.microsoft.com/office/drawing/2014/main" id="{53F84AD2-D7E5-C147-8E47-5AD01774F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7" y="3008932"/>
              <a:ext cx="825439" cy="589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 dirty="0">
                  <a:solidFill>
                    <a:schemeClr val="bg1"/>
                  </a:solidFill>
                  <a:latin typeface="+mn-lt"/>
                </a:rPr>
                <a:t>IXP</a:t>
              </a:r>
              <a:endParaRPr lang="en-US" altLang="en-US" sz="12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EA985D80-092A-944F-9CC9-1AC8F8CA8DAE}"/>
              </a:ext>
            </a:extLst>
          </p:cNvPr>
          <p:cNvGrpSpPr/>
          <p:nvPr/>
        </p:nvGrpSpPr>
        <p:grpSpPr>
          <a:xfrm>
            <a:off x="4630345" y="1903220"/>
            <a:ext cx="717188" cy="423335"/>
            <a:chOff x="553316" y="2997818"/>
            <a:chExt cx="956250" cy="600329"/>
          </a:xfrm>
        </p:grpSpPr>
        <p:sp>
          <p:nvSpPr>
            <p:cNvPr id="478" name="Oval 14">
              <a:extLst>
                <a:ext uri="{FF2B5EF4-FFF2-40B4-BE49-F238E27FC236}">
                  <a16:creationId xmlns:a16="http://schemas.microsoft.com/office/drawing/2014/main" id="{3075AFD6-086D-9B47-BCFB-D0B3D834C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16" y="2997818"/>
              <a:ext cx="869150" cy="523220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  <p:sp>
          <p:nvSpPr>
            <p:cNvPr id="479" name="TextBox 15">
              <a:extLst>
                <a:ext uri="{FF2B5EF4-FFF2-40B4-BE49-F238E27FC236}">
                  <a16:creationId xmlns:a16="http://schemas.microsoft.com/office/drawing/2014/main" id="{73956B90-EF11-724A-BB25-B8F47353B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7" y="3008932"/>
              <a:ext cx="825439" cy="589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 dirty="0">
                  <a:solidFill>
                    <a:schemeClr val="bg1"/>
                  </a:solidFill>
                  <a:latin typeface="+mn-lt"/>
                </a:rPr>
                <a:t>IXP</a:t>
              </a:r>
              <a:endParaRPr lang="en-US" altLang="en-US" sz="12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0429A9DE-1B7C-1047-9DD9-C9752FE5E0AA}"/>
              </a:ext>
            </a:extLst>
          </p:cNvPr>
          <p:cNvGrpSpPr/>
          <p:nvPr/>
        </p:nvGrpSpPr>
        <p:grpSpPr>
          <a:xfrm>
            <a:off x="6605887" y="1915742"/>
            <a:ext cx="717188" cy="423335"/>
            <a:chOff x="553316" y="2997818"/>
            <a:chExt cx="956250" cy="600329"/>
          </a:xfrm>
        </p:grpSpPr>
        <p:sp>
          <p:nvSpPr>
            <p:cNvPr id="481" name="Oval 14">
              <a:extLst>
                <a:ext uri="{FF2B5EF4-FFF2-40B4-BE49-F238E27FC236}">
                  <a16:creationId xmlns:a16="http://schemas.microsoft.com/office/drawing/2014/main" id="{128739BB-76B0-4A48-9704-CAFF7205A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16" y="2997818"/>
              <a:ext cx="869150" cy="523220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  <p:sp>
          <p:nvSpPr>
            <p:cNvPr id="482" name="TextBox 15">
              <a:extLst>
                <a:ext uri="{FF2B5EF4-FFF2-40B4-BE49-F238E27FC236}">
                  <a16:creationId xmlns:a16="http://schemas.microsoft.com/office/drawing/2014/main" id="{5AC63B6D-51CB-924B-A12A-9A9BD196B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7" y="3008932"/>
              <a:ext cx="825439" cy="589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100" dirty="0">
                  <a:solidFill>
                    <a:schemeClr val="bg1"/>
                  </a:solidFill>
                  <a:latin typeface="+mn-lt"/>
                </a:rPr>
                <a:t>IXP</a:t>
              </a:r>
              <a:endParaRPr lang="en-US" altLang="en-US" sz="12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483" name="Rectangle 3">
            <a:extLst>
              <a:ext uri="{FF2B5EF4-FFF2-40B4-BE49-F238E27FC236}">
                <a16:creationId xmlns:a16="http://schemas.microsoft.com/office/drawing/2014/main" id="{026D98E3-E55A-AA42-BDF8-9795F6D3C3D1}"/>
              </a:ext>
            </a:extLst>
          </p:cNvPr>
          <p:cNvSpPr txBox="1">
            <a:spLocks noChangeArrowheads="1"/>
          </p:cNvSpPr>
          <p:nvPr/>
        </p:nvSpPr>
        <p:spPr>
          <a:xfrm>
            <a:off x="399082" y="3765380"/>
            <a:ext cx="8462525" cy="1370409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625" indent="0">
              <a:buNone/>
            </a:pPr>
            <a:r>
              <a:rPr lang="en-US" altLang="en-US" sz="1800" dirty="0">
                <a:ea typeface="ＭＳ Ｐゴシック" panose="020B0600070205080204" pitchFamily="34" charset="-128"/>
              </a:rPr>
              <a:t>At “center”: small # of well-connected large networks</a:t>
            </a:r>
          </a:p>
          <a:p>
            <a:pPr marL="345281" lvl="1" indent="-210741">
              <a:buFont typeface="Wingdings" pitchFamily="2" charset="2"/>
              <a:buChar char="§"/>
              <a:tabLst>
                <a:tab pos="252413" algn="l"/>
              </a:tabLst>
            </a:pPr>
            <a:r>
              <a:rPr lang="en-US" altLang="ja-JP" sz="18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“tier-1” commercial ISPs</a:t>
            </a:r>
            <a:r>
              <a:rPr lang="en-US" altLang="ja-JP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ja-JP" sz="1500" dirty="0">
                <a:ea typeface="ＭＳ Ｐゴシック" panose="020B0600070205080204" pitchFamily="34" charset="-128"/>
              </a:rPr>
              <a:t>(e.g., Level 3, Sprint, AT&amp;T, NTT), </a:t>
            </a:r>
            <a:r>
              <a:rPr lang="en-US" altLang="ja-JP" sz="1800" dirty="0">
                <a:ea typeface="ＭＳ Ｐゴシック" panose="020B0600070205080204" pitchFamily="34" charset="-128"/>
              </a:rPr>
              <a:t>national &amp; international coverage</a:t>
            </a:r>
          </a:p>
          <a:p>
            <a:pPr marL="345281" lvl="1" indent="-210741">
              <a:buFont typeface="Wingdings" pitchFamily="2" charset="2"/>
              <a:buChar char="§"/>
              <a:tabLst>
                <a:tab pos="252413" algn="l"/>
              </a:tabLst>
            </a:pPr>
            <a:r>
              <a:rPr lang="en-US" altLang="en-US" sz="1800" dirty="0">
                <a:solidFill>
                  <a:srgbClr val="CC0000"/>
                </a:solidFill>
                <a:ea typeface="Arial" panose="020B0604020202020204" pitchFamily="34" charset="0"/>
              </a:rPr>
              <a:t>content provider networks </a:t>
            </a:r>
            <a:r>
              <a:rPr lang="en-US" altLang="en-US" sz="1500" dirty="0">
                <a:ea typeface="Arial" panose="020B0604020202020204" pitchFamily="34" charset="0"/>
              </a:rPr>
              <a:t>(e.g., Google, Facebook): </a:t>
            </a:r>
            <a:r>
              <a:rPr lang="en-US" altLang="en-US" sz="1800" dirty="0">
                <a:ea typeface="Arial" panose="020B0604020202020204" pitchFamily="34" charset="0"/>
              </a:rPr>
              <a:t>private network that connects its data centers to Internet, often bypassing tier-1, regional ISPs</a:t>
            </a:r>
          </a:p>
          <a:p>
            <a:pPr marL="511969" lvl="1" indent="-169069">
              <a:buNone/>
            </a:pPr>
            <a:endParaRPr lang="en-US" altLang="en-US" sz="1500" dirty="0">
              <a:ea typeface="Arial" panose="020B0604020202020204" pitchFamily="34" charset="0"/>
            </a:endParaRPr>
          </a:p>
        </p:txBody>
      </p:sp>
      <p:sp>
        <p:nvSpPr>
          <p:cNvPr id="55" name="Oval 11">
            <a:extLst>
              <a:ext uri="{FF2B5EF4-FFF2-40B4-BE49-F238E27FC236}">
                <a16:creationId xmlns:a16="http://schemas.microsoft.com/office/drawing/2014/main" id="{9EEAA5DE-DEDF-6F41-AB04-0BB5371BA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23" y="1102223"/>
            <a:ext cx="1511068" cy="547058"/>
          </a:xfrm>
          <a:prstGeom prst="ellipse">
            <a:avLst/>
          </a:prstGeom>
          <a:solidFill>
            <a:srgbClr val="FF6600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/>
              <a:t>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919C5-B50A-CB4F-BA20-BB2AFFB0EE09}"/>
              </a:ext>
            </a:extLst>
          </p:cNvPr>
          <p:cNvSpPr txBox="1"/>
          <p:nvPr/>
        </p:nvSpPr>
        <p:spPr>
          <a:xfrm>
            <a:off x="5564123" y="1123264"/>
            <a:ext cx="130035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Google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6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91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52143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Tier-1 ISP Network map: Sprint </a:t>
            </a:r>
            <a:r>
              <a:rPr lang="en-US" altLang="en-US" sz="2100" dirty="0">
                <a:ea typeface="ＭＳ Ｐゴシック" panose="020B0600070205080204" pitchFamily="34" charset="-128"/>
              </a:rPr>
              <a:t>(2019)</a:t>
            </a:r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C257FC-D68A-8348-83F1-9E9A9AA96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310" y="942664"/>
            <a:ext cx="6506341" cy="38700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EBBA5D-D43B-2C42-9622-3289B7BD7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4" y="3388591"/>
            <a:ext cx="1874428" cy="127177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1409699-F6CF-BF47-B557-5B0B4DD13AD7}"/>
              </a:ext>
            </a:extLst>
          </p:cNvPr>
          <p:cNvGrpSpPr/>
          <p:nvPr/>
        </p:nvGrpSpPr>
        <p:grpSpPr>
          <a:xfrm>
            <a:off x="6011790" y="942664"/>
            <a:ext cx="3302592" cy="2168216"/>
            <a:chOff x="5135487" y="2377854"/>
            <a:chExt cx="4403456" cy="2890954"/>
          </a:xfrm>
        </p:grpSpPr>
        <p:sp>
          <p:nvSpPr>
            <p:cNvPr id="136" name="Freeform 186">
              <a:extLst>
                <a:ext uri="{FF2B5EF4-FFF2-40B4-BE49-F238E27FC236}">
                  <a16:creationId xmlns:a16="http://schemas.microsoft.com/office/drawing/2014/main" id="{0810608F-CCF3-CA4B-9D04-BD5EBBD5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487" y="2637821"/>
              <a:ext cx="633069" cy="2382822"/>
            </a:xfrm>
            <a:custGeom>
              <a:avLst/>
              <a:gdLst>
                <a:gd name="T0" fmla="*/ 0 w 475"/>
                <a:gd name="T1" fmla="*/ 1224 h 1879"/>
                <a:gd name="T2" fmla="*/ 475 w 475"/>
                <a:gd name="T3" fmla="*/ 0 h 1879"/>
                <a:gd name="T4" fmla="*/ 468 w 475"/>
                <a:gd name="T5" fmla="*/ 1879 h 1879"/>
                <a:gd name="T6" fmla="*/ 0 w 475"/>
                <a:gd name="T7" fmla="*/ 1224 h 18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5"/>
                <a:gd name="T13" fmla="*/ 0 h 1879"/>
                <a:gd name="T14" fmla="*/ 475 w 475"/>
                <a:gd name="T15" fmla="*/ 1879 h 1879"/>
                <a:gd name="connsiteX0" fmla="*/ 0 w 10962"/>
                <a:gd name="connsiteY0" fmla="*/ 6222 h 9708"/>
                <a:gd name="connsiteX1" fmla="*/ 10962 w 10962"/>
                <a:gd name="connsiteY1" fmla="*/ 0 h 9708"/>
                <a:gd name="connsiteX2" fmla="*/ 9853 w 10962"/>
                <a:gd name="connsiteY2" fmla="*/ 9708 h 9708"/>
                <a:gd name="connsiteX3" fmla="*/ 0 w 10962"/>
                <a:gd name="connsiteY3" fmla="*/ 6222 h 9708"/>
                <a:gd name="connsiteX0" fmla="*/ 0 w 8988"/>
                <a:gd name="connsiteY0" fmla="*/ 5640 h 9231"/>
                <a:gd name="connsiteX1" fmla="*/ 7659 w 8988"/>
                <a:gd name="connsiteY1" fmla="*/ 0 h 9231"/>
                <a:gd name="connsiteX2" fmla="*/ 8988 w 8988"/>
                <a:gd name="connsiteY2" fmla="*/ 9231 h 9231"/>
                <a:gd name="connsiteX3" fmla="*/ 0 w 8988"/>
                <a:gd name="connsiteY3" fmla="*/ 5640 h 9231"/>
                <a:gd name="connsiteX0" fmla="*/ 0 w 8521"/>
                <a:gd name="connsiteY0" fmla="*/ 6110 h 8914"/>
                <a:gd name="connsiteX1" fmla="*/ 8521 w 8521"/>
                <a:gd name="connsiteY1" fmla="*/ 0 h 8914"/>
                <a:gd name="connsiteX2" fmla="*/ 8372 w 8521"/>
                <a:gd name="connsiteY2" fmla="*/ 8914 h 8914"/>
                <a:gd name="connsiteX3" fmla="*/ 0 w 8521"/>
                <a:gd name="connsiteY3" fmla="*/ 6110 h 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21" h="8914">
                  <a:moveTo>
                    <a:pt x="0" y="6110"/>
                  </a:moveTo>
                  <a:lnTo>
                    <a:pt x="8521" y="0"/>
                  </a:lnTo>
                  <a:cubicBezTo>
                    <a:pt x="8471" y="2971"/>
                    <a:pt x="8422" y="5943"/>
                    <a:pt x="8372" y="8914"/>
                  </a:cubicBezTo>
                  <a:lnTo>
                    <a:pt x="0" y="6110"/>
                  </a:lnTo>
                  <a:close/>
                </a:path>
              </a:pathLst>
            </a:custGeom>
            <a:gradFill rotWithShape="1">
              <a:gsLst>
                <a:gs pos="0">
                  <a:srgbClr val="0000A8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176C898C-C05D-7B46-A994-9EA29F86D319}"/>
                </a:ext>
              </a:extLst>
            </p:cNvPr>
            <p:cNvSpPr/>
            <p:nvPr/>
          </p:nvSpPr>
          <p:spPr>
            <a:xfrm>
              <a:off x="5738953" y="2377854"/>
              <a:ext cx="2721681" cy="289095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089EE9F-EFC6-A24F-A31D-687079A57653}"/>
                </a:ext>
              </a:extLst>
            </p:cNvPr>
            <p:cNvGrpSpPr/>
            <p:nvPr/>
          </p:nvGrpSpPr>
          <p:grpSpPr>
            <a:xfrm>
              <a:off x="5819548" y="2802028"/>
              <a:ext cx="3719395" cy="2368667"/>
              <a:chOff x="5819548" y="2802028"/>
              <a:chExt cx="3719395" cy="2368667"/>
            </a:xfrm>
          </p:grpSpPr>
          <p:grpSp>
            <p:nvGrpSpPr>
              <p:cNvPr id="114" name="Group 208">
                <a:extLst>
                  <a:ext uri="{FF2B5EF4-FFF2-40B4-BE49-F238E27FC236}">
                    <a16:creationId xmlns:a16="http://schemas.microsoft.com/office/drawing/2014/main" id="{34622269-F398-CC47-A606-48E46BFA30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6448859" y="3873358"/>
                <a:ext cx="1230313" cy="454924"/>
                <a:chOff x="2927" y="2497"/>
                <a:chExt cx="949" cy="335"/>
              </a:xfrm>
            </p:grpSpPr>
            <p:sp>
              <p:nvSpPr>
                <p:cNvPr id="143" name="Line 209">
                  <a:extLst>
                    <a:ext uri="{FF2B5EF4-FFF2-40B4-BE49-F238E27FC236}">
                      <a16:creationId xmlns:a16="http://schemas.microsoft.com/office/drawing/2014/main" id="{F15CC6F8-829E-1141-9B23-4496A5B2AF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27" y="2515"/>
                  <a:ext cx="236" cy="31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4" name="Line 210">
                  <a:extLst>
                    <a:ext uri="{FF2B5EF4-FFF2-40B4-BE49-F238E27FC236}">
                      <a16:creationId xmlns:a16="http://schemas.microsoft.com/office/drawing/2014/main" id="{290487BA-3D66-7B4A-9D74-789641701E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9" y="2500"/>
                  <a:ext cx="201" cy="33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  <p:sp>
              <p:nvSpPr>
                <p:cNvPr id="145" name="Line 211">
                  <a:extLst>
                    <a:ext uri="{FF2B5EF4-FFF2-40B4-BE49-F238E27FC236}">
                      <a16:creationId xmlns:a16="http://schemas.microsoft.com/office/drawing/2014/main" id="{FD1B5229-BE14-A34E-BB33-6B68D452D1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06" y="2497"/>
                  <a:ext cx="570" cy="32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050"/>
                </a:p>
              </p:txBody>
            </p:sp>
          </p:grpSp>
          <p:sp>
            <p:nvSpPr>
              <p:cNvPr id="115" name="Line 212">
                <a:extLst>
                  <a:ext uri="{FF2B5EF4-FFF2-40B4-BE49-F238E27FC236}">
                    <a16:creationId xmlns:a16="http://schemas.microsoft.com/office/drawing/2014/main" id="{AD7B903D-A9F0-1947-BEF4-677025C4D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96885" y="3050344"/>
                <a:ext cx="0" cy="56515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16" name="Line 213">
                <a:extLst>
                  <a:ext uri="{FF2B5EF4-FFF2-40B4-BE49-F238E27FC236}">
                    <a16:creationId xmlns:a16="http://schemas.microsoft.com/office/drawing/2014/main" id="{09DC3E28-E3DA-3C48-A453-09FD46DB8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01234" y="3888297"/>
                <a:ext cx="295286" cy="43998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17" name="Line 214">
                <a:extLst>
                  <a:ext uri="{FF2B5EF4-FFF2-40B4-BE49-F238E27FC236}">
                    <a16:creationId xmlns:a16="http://schemas.microsoft.com/office/drawing/2014/main" id="{506C0AF6-034E-0945-B057-5AD36EA2E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67946" y="3885369"/>
                <a:ext cx="260350" cy="450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18" name="Line 215">
                <a:extLst>
                  <a:ext uri="{FF2B5EF4-FFF2-40B4-BE49-F238E27FC236}">
                    <a16:creationId xmlns:a16="http://schemas.microsoft.com/office/drawing/2014/main" id="{62F2F6A5-4E23-D54B-937E-0BAA6DE7E2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4471" y="3885369"/>
                <a:ext cx="728663" cy="43973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19" name="Text Box 272">
                <a:extLst>
                  <a:ext uri="{FF2B5EF4-FFF2-40B4-BE49-F238E27FC236}">
                    <a16:creationId xmlns:a16="http://schemas.microsoft.com/office/drawing/2014/main" id="{5CD37532-1DA7-4647-82AD-A36EC4C21B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9548" y="4801363"/>
                <a:ext cx="371939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200" dirty="0">
                    <a:latin typeface="+mn-lt"/>
                  </a:rPr>
                  <a:t>links to/from Sprint customer networks</a:t>
                </a:r>
              </a:p>
            </p:txBody>
          </p:sp>
          <p:sp>
            <p:nvSpPr>
              <p:cNvPr id="120" name="Text Box 273">
                <a:extLst>
                  <a:ext uri="{FF2B5EF4-FFF2-40B4-BE49-F238E27FC236}">
                    <a16:creationId xmlns:a16="http://schemas.microsoft.com/office/drawing/2014/main" id="{0C6ED735-C468-964B-B66F-7D72715F60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21549" y="3166317"/>
                <a:ext cx="1603407" cy="7140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en-US" sz="1200" dirty="0">
                    <a:latin typeface="+mn-lt"/>
                  </a:rPr>
                  <a:t>links to peering networks</a:t>
                </a:r>
              </a:p>
            </p:txBody>
          </p:sp>
          <p:sp>
            <p:nvSpPr>
              <p:cNvPr id="121" name="Text Box 274">
                <a:extLst>
                  <a:ext uri="{FF2B5EF4-FFF2-40B4-BE49-F238E27FC236}">
                    <a16:creationId xmlns:a16="http://schemas.microsoft.com/office/drawing/2014/main" id="{EADEBA81-BE80-E843-BEEE-BB1AF6D40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89091" y="2802028"/>
                <a:ext cx="264003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200" dirty="0">
                    <a:latin typeface="+mn-lt"/>
                  </a:rPr>
                  <a:t> to/from other Sprint </a:t>
                </a:r>
                <a:r>
                  <a:rPr lang="en-US" altLang="en-US" sz="1200" dirty="0" err="1">
                    <a:latin typeface="+mn-lt"/>
                  </a:rPr>
                  <a:t>PoPS</a:t>
                </a:r>
                <a:endParaRPr lang="en-US" altLang="en-US" sz="1200" dirty="0">
                  <a:latin typeface="+mn-lt"/>
                </a:endParaRPr>
              </a:p>
            </p:txBody>
          </p:sp>
          <p:sp>
            <p:nvSpPr>
              <p:cNvPr id="123" name="Line 290">
                <a:extLst>
                  <a:ext uri="{FF2B5EF4-FFF2-40B4-BE49-F238E27FC236}">
                    <a16:creationId xmlns:a16="http://schemas.microsoft.com/office/drawing/2014/main" id="{427B76CA-EEA9-AA42-ACA8-293B0FB06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76566" y="3077332"/>
                <a:ext cx="0" cy="5635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26" name="Text Box 294">
                <a:extLst>
                  <a:ext uri="{FF2B5EF4-FFF2-40B4-BE49-F238E27FC236}">
                    <a16:creationId xmlns:a16="http://schemas.microsoft.com/office/drawing/2014/main" id="{83F9DC38-AD1F-5141-9EBF-703CB7E3E8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7786958" y="3556081"/>
                <a:ext cx="460374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dirty="0">
                    <a:latin typeface="+mn-lt"/>
                  </a:rPr>
                  <a:t>…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1F77B2B-3AD2-474B-A9E1-589285590670}"/>
                  </a:ext>
                </a:extLst>
              </p:cNvPr>
              <p:cNvGrpSpPr/>
              <p:nvPr/>
            </p:nvGrpSpPr>
            <p:grpSpPr>
              <a:xfrm>
                <a:off x="6197301" y="4364183"/>
                <a:ext cx="407988" cy="492442"/>
                <a:chOff x="6112721" y="4375907"/>
                <a:chExt cx="407988" cy="492442"/>
              </a:xfrm>
            </p:grpSpPr>
            <p:sp>
              <p:nvSpPr>
                <p:cNvPr id="130" name="Text Box 304">
                  <a:extLst>
                    <a:ext uri="{FF2B5EF4-FFF2-40B4-BE49-F238E27FC236}">
                      <a16:creationId xmlns:a16="http://schemas.microsoft.com/office/drawing/2014/main" id="{6264A5A8-90F5-8B4C-9EF0-478DAF5850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6112721" y="4375907"/>
                  <a:ext cx="379413" cy="492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 dirty="0">
                      <a:latin typeface="+mn-lt"/>
                    </a:rPr>
                    <a:t>…</a:t>
                  </a:r>
                </a:p>
              </p:txBody>
            </p:sp>
            <p:grpSp>
              <p:nvGrpSpPr>
                <p:cNvPr id="131" name="Group 306">
                  <a:extLst>
                    <a:ext uri="{FF2B5EF4-FFF2-40B4-BE49-F238E27FC236}">
                      <a16:creationId xmlns:a16="http://schemas.microsoft.com/office/drawing/2014/main" id="{6655B0F2-7DA9-944B-A7DA-0DBA58297C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73046" y="4571169"/>
                  <a:ext cx="347663" cy="265112"/>
                  <a:chOff x="4370" y="2695"/>
                  <a:chExt cx="226" cy="346"/>
                </a:xfrm>
              </p:grpSpPr>
              <p:sp>
                <p:nvSpPr>
                  <p:cNvPr id="137" name="Line 307">
                    <a:extLst>
                      <a:ext uri="{FF2B5EF4-FFF2-40B4-BE49-F238E27FC236}">
                        <a16:creationId xmlns:a16="http://schemas.microsoft.com/office/drawing/2014/main" id="{9CE11D48-D612-F044-A80D-29F4D96B2B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4197" y="2868"/>
                    <a:ext cx="34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38" name="Line 308">
                    <a:extLst>
                      <a:ext uri="{FF2B5EF4-FFF2-40B4-BE49-F238E27FC236}">
                        <a16:creationId xmlns:a16="http://schemas.microsoft.com/office/drawing/2014/main" id="{86E975B1-BC75-5C44-8DAD-09B424BB8B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4423" y="2869"/>
                    <a:ext cx="34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6162EC44-D023-AF4B-A206-E7509BB988C4}"/>
                  </a:ext>
                </a:extLst>
              </p:cNvPr>
              <p:cNvGrpSpPr/>
              <p:nvPr/>
            </p:nvGrpSpPr>
            <p:grpSpPr>
              <a:xfrm>
                <a:off x="6533014" y="3617220"/>
                <a:ext cx="523857" cy="280582"/>
                <a:chOff x="7493876" y="2774731"/>
                <a:chExt cx="1481958" cy="894622"/>
              </a:xfrm>
            </p:grpSpPr>
            <p:sp>
              <p:nvSpPr>
                <p:cNvPr id="147" name="Freeform 146">
                  <a:extLst>
                    <a:ext uri="{FF2B5EF4-FFF2-40B4-BE49-F238E27FC236}">
                      <a16:creationId xmlns:a16="http://schemas.microsoft.com/office/drawing/2014/main" id="{800BEEA3-5588-8D4B-A21A-EB7CBDFF4A91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C9E0C0FB-BF84-BE46-A172-090C2F95FD5B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2E0A3360-081D-F94B-8D16-276E235AB5F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50" name="Freeform 149">
                    <a:extLst>
                      <a:ext uri="{FF2B5EF4-FFF2-40B4-BE49-F238E27FC236}">
                        <a16:creationId xmlns:a16="http://schemas.microsoft.com/office/drawing/2014/main" id="{013FA78E-130C-7D44-974C-982926B0959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51" name="Freeform 150">
                    <a:extLst>
                      <a:ext uri="{FF2B5EF4-FFF2-40B4-BE49-F238E27FC236}">
                        <a16:creationId xmlns:a16="http://schemas.microsoft.com/office/drawing/2014/main" id="{898C6D1E-B612-AC4B-95CD-825AE5C1BB9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52" name="Freeform 151">
                    <a:extLst>
                      <a:ext uri="{FF2B5EF4-FFF2-40B4-BE49-F238E27FC236}">
                        <a16:creationId xmlns:a16="http://schemas.microsoft.com/office/drawing/2014/main" id="{7AA628DA-49E7-4B42-84F4-387C5DB200DE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53" name="Freeform 152">
                    <a:extLst>
                      <a:ext uri="{FF2B5EF4-FFF2-40B4-BE49-F238E27FC236}">
                        <a16:creationId xmlns:a16="http://schemas.microsoft.com/office/drawing/2014/main" id="{E55205E2-9D35-CB44-A168-2A2FA092C3B2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ADC48D98-624A-4D4C-9532-8DAFAD700A2E}"/>
                  </a:ext>
                </a:extLst>
              </p:cNvPr>
              <p:cNvGrpSpPr/>
              <p:nvPr/>
            </p:nvGrpSpPr>
            <p:grpSpPr>
              <a:xfrm>
                <a:off x="7099794" y="3618079"/>
                <a:ext cx="523857" cy="280582"/>
                <a:chOff x="7493876" y="2774731"/>
                <a:chExt cx="1481958" cy="894622"/>
              </a:xfrm>
            </p:grpSpPr>
            <p:sp>
              <p:nvSpPr>
                <p:cNvPr id="155" name="Freeform 154">
                  <a:extLst>
                    <a:ext uri="{FF2B5EF4-FFF2-40B4-BE49-F238E27FC236}">
                      <a16:creationId xmlns:a16="http://schemas.microsoft.com/office/drawing/2014/main" id="{6BBA6BA0-48D4-AD4A-8EAC-B5995E84833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43571E09-12E3-1148-B8A8-7BA7D9B93875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8A37B13D-C1FA-5B4D-A4EB-6D82312C54CB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58" name="Freeform 157">
                    <a:extLst>
                      <a:ext uri="{FF2B5EF4-FFF2-40B4-BE49-F238E27FC236}">
                        <a16:creationId xmlns:a16="http://schemas.microsoft.com/office/drawing/2014/main" id="{E80C2EBF-0BA9-6648-BC7B-AF2C6568CFDC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59" name="Freeform 158">
                    <a:extLst>
                      <a:ext uri="{FF2B5EF4-FFF2-40B4-BE49-F238E27FC236}">
                        <a16:creationId xmlns:a16="http://schemas.microsoft.com/office/drawing/2014/main" id="{8B8FCBE6-55BA-E14A-98F7-3A5F96C6F9A1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C0DC4D6F-7C44-1847-A4E4-ADD787E6E70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86ACF70A-1984-8F4E-B689-0F4C56BA07D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87E6EC53-7E1A-684E-A31C-338D0D1337FE}"/>
                  </a:ext>
                </a:extLst>
              </p:cNvPr>
              <p:cNvGrpSpPr/>
              <p:nvPr/>
            </p:nvGrpSpPr>
            <p:grpSpPr>
              <a:xfrm>
                <a:off x="7456250" y="4311236"/>
                <a:ext cx="523857" cy="280582"/>
                <a:chOff x="7493876" y="2774731"/>
                <a:chExt cx="1481958" cy="894622"/>
              </a:xfrm>
            </p:grpSpPr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A3121881-D3EA-DD4C-A38A-92D0B7F5E8D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4BFCAF2D-BE98-7D44-9EAC-66548471439B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47BB9030-D335-FD4A-A388-60048FEDBDA1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6" name="Freeform 165">
                    <a:extLst>
                      <a:ext uri="{FF2B5EF4-FFF2-40B4-BE49-F238E27FC236}">
                        <a16:creationId xmlns:a16="http://schemas.microsoft.com/office/drawing/2014/main" id="{61D2352F-963E-CE41-A25B-1CF639A23A42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67" name="Freeform 166">
                    <a:extLst>
                      <a:ext uri="{FF2B5EF4-FFF2-40B4-BE49-F238E27FC236}">
                        <a16:creationId xmlns:a16="http://schemas.microsoft.com/office/drawing/2014/main" id="{7E25B5EA-1406-6544-A9F7-C1D169725E88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68" name="Freeform 167">
                    <a:extLst>
                      <a:ext uri="{FF2B5EF4-FFF2-40B4-BE49-F238E27FC236}">
                        <a16:creationId xmlns:a16="http://schemas.microsoft.com/office/drawing/2014/main" id="{05712714-F565-014A-90F9-EA15545821C5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69" name="Freeform 168">
                    <a:extLst>
                      <a:ext uri="{FF2B5EF4-FFF2-40B4-BE49-F238E27FC236}">
                        <a16:creationId xmlns:a16="http://schemas.microsoft.com/office/drawing/2014/main" id="{39C9127C-F417-5B4C-965C-E1B42536C12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CA1E52A0-0A3D-C943-AF8C-E2DF7B82B2AB}"/>
                  </a:ext>
                </a:extLst>
              </p:cNvPr>
              <p:cNvGrpSpPr/>
              <p:nvPr/>
            </p:nvGrpSpPr>
            <p:grpSpPr>
              <a:xfrm>
                <a:off x="6179000" y="4306988"/>
                <a:ext cx="523857" cy="280582"/>
                <a:chOff x="7493876" y="2774731"/>
                <a:chExt cx="1481958" cy="894622"/>
              </a:xfrm>
            </p:grpSpPr>
            <p:sp>
              <p:nvSpPr>
                <p:cNvPr id="179" name="Freeform 178">
                  <a:extLst>
                    <a:ext uri="{FF2B5EF4-FFF2-40B4-BE49-F238E27FC236}">
                      <a16:creationId xmlns:a16="http://schemas.microsoft.com/office/drawing/2014/main" id="{F7B4C4EB-4039-1D49-A333-A3ECD5005D75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E3E70234-E4E5-7641-AF91-266F272EB5DB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D4733258-E740-E947-A21C-0A6A2D58B07B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2" name="Freeform 181">
                    <a:extLst>
                      <a:ext uri="{FF2B5EF4-FFF2-40B4-BE49-F238E27FC236}">
                        <a16:creationId xmlns:a16="http://schemas.microsoft.com/office/drawing/2014/main" id="{396419B0-D2E9-FD49-BDC1-F66F284F533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83" name="Freeform 182">
                    <a:extLst>
                      <a:ext uri="{FF2B5EF4-FFF2-40B4-BE49-F238E27FC236}">
                        <a16:creationId xmlns:a16="http://schemas.microsoft.com/office/drawing/2014/main" id="{256632C1-132C-5D4A-B4A9-A39E72C9699A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84" name="Freeform 183">
                    <a:extLst>
                      <a:ext uri="{FF2B5EF4-FFF2-40B4-BE49-F238E27FC236}">
                        <a16:creationId xmlns:a16="http://schemas.microsoft.com/office/drawing/2014/main" id="{EFF89079-854B-954B-98C7-EFF5029E0D7D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85" name="Freeform 184">
                    <a:extLst>
                      <a:ext uri="{FF2B5EF4-FFF2-40B4-BE49-F238E27FC236}">
                        <a16:creationId xmlns:a16="http://schemas.microsoft.com/office/drawing/2014/main" id="{3917454C-3C53-0B4B-BE3A-313214027C7B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4525D4C0-C00D-C54D-941C-AE8B3F8E97E0}"/>
                  </a:ext>
                </a:extLst>
              </p:cNvPr>
              <p:cNvGrpSpPr/>
              <p:nvPr/>
            </p:nvGrpSpPr>
            <p:grpSpPr>
              <a:xfrm>
                <a:off x="6837992" y="4368165"/>
                <a:ext cx="407988" cy="492442"/>
                <a:chOff x="6112721" y="4375907"/>
                <a:chExt cx="407988" cy="492442"/>
              </a:xfrm>
            </p:grpSpPr>
            <p:sp>
              <p:nvSpPr>
                <p:cNvPr id="192" name="Text Box 304">
                  <a:extLst>
                    <a:ext uri="{FF2B5EF4-FFF2-40B4-BE49-F238E27FC236}">
                      <a16:creationId xmlns:a16="http://schemas.microsoft.com/office/drawing/2014/main" id="{ACE6FA5B-BE9F-DC43-87EA-9D846E3597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6112721" y="4375907"/>
                  <a:ext cx="379413" cy="492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 dirty="0">
                      <a:latin typeface="+mn-lt"/>
                    </a:rPr>
                    <a:t>…</a:t>
                  </a:r>
                </a:p>
              </p:txBody>
            </p:sp>
            <p:grpSp>
              <p:nvGrpSpPr>
                <p:cNvPr id="193" name="Group 306">
                  <a:extLst>
                    <a:ext uri="{FF2B5EF4-FFF2-40B4-BE49-F238E27FC236}">
                      <a16:creationId xmlns:a16="http://schemas.microsoft.com/office/drawing/2014/main" id="{40A93D68-4077-1540-A741-57A4E8F7B6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73046" y="4571169"/>
                  <a:ext cx="347663" cy="265112"/>
                  <a:chOff x="4370" y="2695"/>
                  <a:chExt cx="226" cy="346"/>
                </a:xfrm>
              </p:grpSpPr>
              <p:sp>
                <p:nvSpPr>
                  <p:cNvPr id="195" name="Line 307">
                    <a:extLst>
                      <a:ext uri="{FF2B5EF4-FFF2-40B4-BE49-F238E27FC236}">
                        <a16:creationId xmlns:a16="http://schemas.microsoft.com/office/drawing/2014/main" id="{1A762051-FFC8-FC45-9C5C-C2E57D4C95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4197" y="2868"/>
                    <a:ext cx="34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196" name="Line 308">
                    <a:extLst>
                      <a:ext uri="{FF2B5EF4-FFF2-40B4-BE49-F238E27FC236}">
                        <a16:creationId xmlns:a16="http://schemas.microsoft.com/office/drawing/2014/main" id="{88210C29-B214-8D49-8818-8798B9C272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4423" y="2869"/>
                    <a:ext cx="34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F6BFA787-99AE-DE45-A233-027F7CA7D22D}"/>
                  </a:ext>
                </a:extLst>
              </p:cNvPr>
              <p:cNvGrpSpPr/>
              <p:nvPr/>
            </p:nvGrpSpPr>
            <p:grpSpPr>
              <a:xfrm>
                <a:off x="7485902" y="4368310"/>
                <a:ext cx="407988" cy="492442"/>
                <a:chOff x="6112721" y="4375907"/>
                <a:chExt cx="407988" cy="492442"/>
              </a:xfrm>
            </p:grpSpPr>
            <p:sp>
              <p:nvSpPr>
                <p:cNvPr id="198" name="Text Box 304">
                  <a:extLst>
                    <a:ext uri="{FF2B5EF4-FFF2-40B4-BE49-F238E27FC236}">
                      <a16:creationId xmlns:a16="http://schemas.microsoft.com/office/drawing/2014/main" id="{6D946CCE-A936-4844-AD61-7E4B7BB77B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6112721" y="4375907"/>
                  <a:ext cx="379413" cy="492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 dirty="0">
                      <a:latin typeface="+mn-lt"/>
                    </a:rPr>
                    <a:t>…</a:t>
                  </a:r>
                </a:p>
              </p:txBody>
            </p:sp>
            <p:grpSp>
              <p:nvGrpSpPr>
                <p:cNvPr id="199" name="Group 306">
                  <a:extLst>
                    <a:ext uri="{FF2B5EF4-FFF2-40B4-BE49-F238E27FC236}">
                      <a16:creationId xmlns:a16="http://schemas.microsoft.com/office/drawing/2014/main" id="{6CB6BBB8-CDB9-DF46-BC17-601ED0253B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73046" y="4571169"/>
                  <a:ext cx="347663" cy="265112"/>
                  <a:chOff x="4370" y="2695"/>
                  <a:chExt cx="226" cy="346"/>
                </a:xfrm>
              </p:grpSpPr>
              <p:sp>
                <p:nvSpPr>
                  <p:cNvPr id="200" name="Line 307">
                    <a:extLst>
                      <a:ext uri="{FF2B5EF4-FFF2-40B4-BE49-F238E27FC236}">
                        <a16:creationId xmlns:a16="http://schemas.microsoft.com/office/drawing/2014/main" id="{17D8F4BA-4447-A046-99B7-87A3933FD6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4197" y="2868"/>
                    <a:ext cx="34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  <p:sp>
                <p:nvSpPr>
                  <p:cNvPr id="201" name="Line 308">
                    <a:extLst>
                      <a:ext uri="{FF2B5EF4-FFF2-40B4-BE49-F238E27FC236}">
                        <a16:creationId xmlns:a16="http://schemas.microsoft.com/office/drawing/2014/main" id="{EA218E8B-48B3-554A-B371-978269CD2C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4423" y="2869"/>
                    <a:ext cx="345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sz="1050"/>
                  </a:p>
                </p:txBody>
              </p:sp>
            </p:grpSp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5C6E93A7-E125-2845-8067-00A236EC62E2}"/>
                  </a:ext>
                </a:extLst>
              </p:cNvPr>
              <p:cNvGrpSpPr/>
              <p:nvPr/>
            </p:nvGrpSpPr>
            <p:grpSpPr>
              <a:xfrm>
                <a:off x="6823004" y="4319870"/>
                <a:ext cx="523857" cy="280582"/>
                <a:chOff x="7493876" y="2774731"/>
                <a:chExt cx="1481958" cy="894622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5EA5C73B-0D45-6244-835B-7B03A4B8F2B6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    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D266A702-0FA1-AE45-A1D7-7513B4ED01E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50" dirty="0"/>
                    <a:t>              </a:t>
                  </a:r>
                </a:p>
              </p:txBody>
            </p: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220FFEE9-F00D-FC44-A6B7-33C2BFCF131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74" name="Freeform 173">
                    <a:extLst>
                      <a:ext uri="{FF2B5EF4-FFF2-40B4-BE49-F238E27FC236}">
                        <a16:creationId xmlns:a16="http://schemas.microsoft.com/office/drawing/2014/main" id="{4D500CEC-83BB-0844-9117-4DBC99502518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75" name="Freeform 174">
                    <a:extLst>
                      <a:ext uri="{FF2B5EF4-FFF2-40B4-BE49-F238E27FC236}">
                        <a16:creationId xmlns:a16="http://schemas.microsoft.com/office/drawing/2014/main" id="{7DCD151A-CAE8-7F48-8529-FCF335C16B66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76" name="Freeform 175">
                    <a:extLst>
                      <a:ext uri="{FF2B5EF4-FFF2-40B4-BE49-F238E27FC236}">
                        <a16:creationId xmlns:a16="http://schemas.microsoft.com/office/drawing/2014/main" id="{E7F07B5A-67B4-8C43-AA15-E637E5482F9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  <p:sp>
                <p:nvSpPr>
                  <p:cNvPr id="177" name="Freeform 176">
                    <a:extLst>
                      <a:ext uri="{FF2B5EF4-FFF2-40B4-BE49-F238E27FC236}">
                        <a16:creationId xmlns:a16="http://schemas.microsoft.com/office/drawing/2014/main" id="{C9708D37-DA35-3F4E-9966-D1CB54DC5B3C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/>
                  </a:p>
                </p:txBody>
              </p:sp>
            </p:grpSp>
          </p:grp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C1BA623-0BF4-DB44-A163-2F24A4C39EC3}"/>
                  </a:ext>
                </a:extLst>
              </p:cNvPr>
              <p:cNvSpPr/>
              <p:nvPr/>
            </p:nvSpPr>
            <p:spPr>
              <a:xfrm>
                <a:off x="7623251" y="3590438"/>
                <a:ext cx="550985" cy="125046"/>
              </a:xfrm>
              <a:custGeom>
                <a:avLst/>
                <a:gdLst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3" fmla="*/ 550985 w 550985"/>
                  <a:gd name="connsiteY3" fmla="*/ 3907 h 125046"/>
                  <a:gd name="connsiteX0" fmla="*/ 0 w 584851"/>
                  <a:gd name="connsiteY0" fmla="*/ 130664 h 130664"/>
                  <a:gd name="connsiteX1" fmla="*/ 93785 w 584851"/>
                  <a:gd name="connsiteY1" fmla="*/ 5618 h 130664"/>
                  <a:gd name="connsiteX2" fmla="*/ 550985 w 584851"/>
                  <a:gd name="connsiteY2" fmla="*/ 9525 h 130664"/>
                  <a:gd name="connsiteX3" fmla="*/ 550985 w 584851"/>
                  <a:gd name="connsiteY3" fmla="*/ 0 h 130664"/>
                  <a:gd name="connsiteX0" fmla="*/ 0 w 589420"/>
                  <a:gd name="connsiteY0" fmla="*/ 127489 h 127489"/>
                  <a:gd name="connsiteX1" fmla="*/ 93785 w 589420"/>
                  <a:gd name="connsiteY1" fmla="*/ 2443 h 127489"/>
                  <a:gd name="connsiteX2" fmla="*/ 550985 w 589420"/>
                  <a:gd name="connsiteY2" fmla="*/ 6350 h 127489"/>
                  <a:gd name="connsiteX3" fmla="*/ 563685 w 589420"/>
                  <a:gd name="connsiteY3" fmla="*/ 0 h 127489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0" fmla="*/ 0 w 550985"/>
                  <a:gd name="connsiteY0" fmla="*/ 127489 h 127489"/>
                  <a:gd name="connsiteX1" fmla="*/ 93785 w 550985"/>
                  <a:gd name="connsiteY1" fmla="*/ 2443 h 127489"/>
                  <a:gd name="connsiteX2" fmla="*/ 550985 w 550985"/>
                  <a:gd name="connsiteY2" fmla="*/ 0 h 127489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082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082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3907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3907 h 125046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732 h 125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0985" h="125046">
                    <a:moveTo>
                      <a:pt x="0" y="125046"/>
                    </a:moveTo>
                    <a:lnTo>
                      <a:pt x="93785" y="0"/>
                    </a:lnTo>
                    <a:lnTo>
                      <a:pt x="550985" y="732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6891AA3E-FCA9-304D-A2D8-63D50D9C5318}"/>
                  </a:ext>
                </a:extLst>
              </p:cNvPr>
              <p:cNvSpPr/>
              <p:nvPr/>
            </p:nvSpPr>
            <p:spPr>
              <a:xfrm flipV="1">
                <a:off x="7610087" y="3823331"/>
                <a:ext cx="554160" cy="125046"/>
              </a:xfrm>
              <a:custGeom>
                <a:avLst/>
                <a:gdLst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3" fmla="*/ 550985 w 550985"/>
                  <a:gd name="connsiteY3" fmla="*/ 3907 h 125046"/>
                  <a:gd name="connsiteX0" fmla="*/ 0 w 584851"/>
                  <a:gd name="connsiteY0" fmla="*/ 130664 h 130664"/>
                  <a:gd name="connsiteX1" fmla="*/ 93785 w 584851"/>
                  <a:gd name="connsiteY1" fmla="*/ 5618 h 130664"/>
                  <a:gd name="connsiteX2" fmla="*/ 550985 w 584851"/>
                  <a:gd name="connsiteY2" fmla="*/ 9525 h 130664"/>
                  <a:gd name="connsiteX3" fmla="*/ 550985 w 584851"/>
                  <a:gd name="connsiteY3" fmla="*/ 0 h 130664"/>
                  <a:gd name="connsiteX0" fmla="*/ 0 w 589420"/>
                  <a:gd name="connsiteY0" fmla="*/ 127489 h 127489"/>
                  <a:gd name="connsiteX1" fmla="*/ 93785 w 589420"/>
                  <a:gd name="connsiteY1" fmla="*/ 2443 h 127489"/>
                  <a:gd name="connsiteX2" fmla="*/ 550985 w 589420"/>
                  <a:gd name="connsiteY2" fmla="*/ 6350 h 127489"/>
                  <a:gd name="connsiteX3" fmla="*/ 563685 w 589420"/>
                  <a:gd name="connsiteY3" fmla="*/ 0 h 127489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0" fmla="*/ 0 w 550985"/>
                  <a:gd name="connsiteY0" fmla="*/ 127489 h 127489"/>
                  <a:gd name="connsiteX1" fmla="*/ 93785 w 550985"/>
                  <a:gd name="connsiteY1" fmla="*/ 2443 h 127489"/>
                  <a:gd name="connsiteX2" fmla="*/ 550985 w 550985"/>
                  <a:gd name="connsiteY2" fmla="*/ 0 h 127489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082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082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3907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3907 h 125046"/>
                  <a:gd name="connsiteX0" fmla="*/ 0 w 554160"/>
                  <a:gd name="connsiteY0" fmla="*/ 130804 h 130804"/>
                  <a:gd name="connsiteX1" fmla="*/ 93785 w 554160"/>
                  <a:gd name="connsiteY1" fmla="*/ 5758 h 130804"/>
                  <a:gd name="connsiteX2" fmla="*/ 554160 w 554160"/>
                  <a:gd name="connsiteY2" fmla="*/ 140 h 130804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32 h 125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4160" h="125046">
                    <a:moveTo>
                      <a:pt x="0" y="125046"/>
                    </a:moveTo>
                    <a:lnTo>
                      <a:pt x="93785" y="0"/>
                    </a:lnTo>
                    <a:lnTo>
                      <a:pt x="554160" y="732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1AA8A23C-3B79-E048-8525-ABDE960BB291}"/>
                  </a:ext>
                </a:extLst>
              </p:cNvPr>
              <p:cNvSpPr/>
              <p:nvPr/>
            </p:nvSpPr>
            <p:spPr>
              <a:xfrm flipH="1">
                <a:off x="5980729" y="3577003"/>
                <a:ext cx="550985" cy="125046"/>
              </a:xfrm>
              <a:custGeom>
                <a:avLst/>
                <a:gdLst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3" fmla="*/ 550985 w 550985"/>
                  <a:gd name="connsiteY3" fmla="*/ 3907 h 125046"/>
                  <a:gd name="connsiteX0" fmla="*/ 0 w 584851"/>
                  <a:gd name="connsiteY0" fmla="*/ 130664 h 130664"/>
                  <a:gd name="connsiteX1" fmla="*/ 93785 w 584851"/>
                  <a:gd name="connsiteY1" fmla="*/ 5618 h 130664"/>
                  <a:gd name="connsiteX2" fmla="*/ 550985 w 584851"/>
                  <a:gd name="connsiteY2" fmla="*/ 9525 h 130664"/>
                  <a:gd name="connsiteX3" fmla="*/ 550985 w 584851"/>
                  <a:gd name="connsiteY3" fmla="*/ 0 h 130664"/>
                  <a:gd name="connsiteX0" fmla="*/ 0 w 589420"/>
                  <a:gd name="connsiteY0" fmla="*/ 127489 h 127489"/>
                  <a:gd name="connsiteX1" fmla="*/ 93785 w 589420"/>
                  <a:gd name="connsiteY1" fmla="*/ 2443 h 127489"/>
                  <a:gd name="connsiteX2" fmla="*/ 550985 w 589420"/>
                  <a:gd name="connsiteY2" fmla="*/ 6350 h 127489"/>
                  <a:gd name="connsiteX3" fmla="*/ 563685 w 589420"/>
                  <a:gd name="connsiteY3" fmla="*/ 0 h 127489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0" fmla="*/ 0 w 550985"/>
                  <a:gd name="connsiteY0" fmla="*/ 127489 h 127489"/>
                  <a:gd name="connsiteX1" fmla="*/ 93785 w 550985"/>
                  <a:gd name="connsiteY1" fmla="*/ 2443 h 127489"/>
                  <a:gd name="connsiteX2" fmla="*/ 550985 w 550985"/>
                  <a:gd name="connsiteY2" fmla="*/ 0 h 127489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082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082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3907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3907 h 125046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732 h 125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0985" h="125046">
                    <a:moveTo>
                      <a:pt x="0" y="125046"/>
                    </a:moveTo>
                    <a:lnTo>
                      <a:pt x="93785" y="0"/>
                    </a:lnTo>
                    <a:lnTo>
                      <a:pt x="550985" y="732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p:sp>
            <p:nvSpPr>
              <p:cNvPr id="211" name="Text Box 294">
                <a:extLst>
                  <a:ext uri="{FF2B5EF4-FFF2-40B4-BE49-F238E27FC236}">
                    <a16:creationId xmlns:a16="http://schemas.microsoft.com/office/drawing/2014/main" id="{433DF450-F6EA-234E-81A8-81932570EE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6039607" y="3535625"/>
                <a:ext cx="460374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 dirty="0">
                    <a:latin typeface="+mn-lt"/>
                  </a:rPr>
                  <a:t>…</a:t>
                </a: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419DBF04-23E6-7744-81CA-694D68FEF008}"/>
                  </a:ext>
                </a:extLst>
              </p:cNvPr>
              <p:cNvSpPr/>
              <p:nvPr/>
            </p:nvSpPr>
            <p:spPr>
              <a:xfrm flipH="1" flipV="1">
                <a:off x="5978685" y="3814887"/>
                <a:ext cx="554160" cy="125046"/>
              </a:xfrm>
              <a:custGeom>
                <a:avLst/>
                <a:gdLst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3" fmla="*/ 550985 w 550985"/>
                  <a:gd name="connsiteY3" fmla="*/ 3907 h 125046"/>
                  <a:gd name="connsiteX0" fmla="*/ 0 w 584851"/>
                  <a:gd name="connsiteY0" fmla="*/ 130664 h 130664"/>
                  <a:gd name="connsiteX1" fmla="*/ 93785 w 584851"/>
                  <a:gd name="connsiteY1" fmla="*/ 5618 h 130664"/>
                  <a:gd name="connsiteX2" fmla="*/ 550985 w 584851"/>
                  <a:gd name="connsiteY2" fmla="*/ 9525 h 130664"/>
                  <a:gd name="connsiteX3" fmla="*/ 550985 w 584851"/>
                  <a:gd name="connsiteY3" fmla="*/ 0 h 130664"/>
                  <a:gd name="connsiteX0" fmla="*/ 0 w 589420"/>
                  <a:gd name="connsiteY0" fmla="*/ 127489 h 127489"/>
                  <a:gd name="connsiteX1" fmla="*/ 93785 w 589420"/>
                  <a:gd name="connsiteY1" fmla="*/ 2443 h 127489"/>
                  <a:gd name="connsiteX2" fmla="*/ 550985 w 589420"/>
                  <a:gd name="connsiteY2" fmla="*/ 6350 h 127489"/>
                  <a:gd name="connsiteX3" fmla="*/ 563685 w 589420"/>
                  <a:gd name="connsiteY3" fmla="*/ 0 h 127489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0" fmla="*/ 0 w 550985"/>
                  <a:gd name="connsiteY0" fmla="*/ 125046 h 125046"/>
                  <a:gd name="connsiteX1" fmla="*/ 93785 w 550985"/>
                  <a:gd name="connsiteY1" fmla="*/ 0 h 125046"/>
                  <a:gd name="connsiteX2" fmla="*/ 550985 w 550985"/>
                  <a:gd name="connsiteY2" fmla="*/ 3907 h 125046"/>
                  <a:gd name="connsiteX0" fmla="*/ 0 w 550985"/>
                  <a:gd name="connsiteY0" fmla="*/ 127489 h 127489"/>
                  <a:gd name="connsiteX1" fmla="*/ 93785 w 550985"/>
                  <a:gd name="connsiteY1" fmla="*/ 2443 h 127489"/>
                  <a:gd name="connsiteX2" fmla="*/ 550985 w 550985"/>
                  <a:gd name="connsiteY2" fmla="*/ 0 h 127489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082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082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3907 h 125046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3907 h 125046"/>
                  <a:gd name="connsiteX0" fmla="*/ 0 w 554160"/>
                  <a:gd name="connsiteY0" fmla="*/ 130804 h 130804"/>
                  <a:gd name="connsiteX1" fmla="*/ 93785 w 554160"/>
                  <a:gd name="connsiteY1" fmla="*/ 5758 h 130804"/>
                  <a:gd name="connsiteX2" fmla="*/ 554160 w 554160"/>
                  <a:gd name="connsiteY2" fmla="*/ 140 h 130804"/>
                  <a:gd name="connsiteX0" fmla="*/ 0 w 554160"/>
                  <a:gd name="connsiteY0" fmla="*/ 125046 h 125046"/>
                  <a:gd name="connsiteX1" fmla="*/ 93785 w 554160"/>
                  <a:gd name="connsiteY1" fmla="*/ 0 h 125046"/>
                  <a:gd name="connsiteX2" fmla="*/ 554160 w 554160"/>
                  <a:gd name="connsiteY2" fmla="*/ 732 h 125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4160" h="125046">
                    <a:moveTo>
                      <a:pt x="0" y="125046"/>
                    </a:moveTo>
                    <a:lnTo>
                      <a:pt x="93785" y="0"/>
                    </a:lnTo>
                    <a:lnTo>
                      <a:pt x="554160" y="732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</p:grpSp>
        <p:sp>
          <p:nvSpPr>
            <p:cNvPr id="133" name="Text Box 310">
              <a:extLst>
                <a:ext uri="{FF2B5EF4-FFF2-40B4-BE49-F238E27FC236}">
                  <a16:creationId xmlns:a16="http://schemas.microsoft.com/office/drawing/2014/main" id="{8371212E-6DA8-124D-A0FE-51CC9CF12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0978" y="2431314"/>
              <a:ext cx="2657137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350" dirty="0">
                  <a:latin typeface="+mn-lt"/>
                  <a:cs typeface="Calibri" panose="020F0502020204030204" pitchFamily="34" charset="0"/>
                </a:rPr>
                <a:t>POP: point-of-presence</a:t>
              </a:r>
            </a:p>
          </p:txBody>
        </p:sp>
      </p:grpSp>
      <p:sp>
        <p:nvSpPr>
          <p:cNvPr id="84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72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2103</Words>
  <Application>Microsoft Office PowerPoint</Application>
  <PresentationFormat>On-screen Show (16:9)</PresentationFormat>
  <Paragraphs>879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MS PGothic</vt:lpstr>
      <vt:lpstr>Gill Sans MT</vt:lpstr>
      <vt:lpstr>Arial</vt:lpstr>
      <vt:lpstr>Source Sans Pro</vt:lpstr>
      <vt:lpstr>Roboto Slab</vt:lpstr>
      <vt:lpstr>Calibri</vt:lpstr>
      <vt:lpstr>MS PGothic</vt:lpstr>
      <vt:lpstr>Wingdings</vt:lpstr>
      <vt:lpstr>Cordelia template</vt:lpstr>
      <vt:lpstr> </vt:lpstr>
      <vt:lpstr>Chapter 1: Computer Networks and the Internet</vt:lpstr>
      <vt:lpstr>The network core</vt:lpstr>
      <vt:lpstr>Two key network-core functions</vt:lpstr>
      <vt:lpstr>Circuit Switching</vt:lpstr>
      <vt:lpstr>Circuit Switching</vt:lpstr>
      <vt:lpstr>Circuit Switching</vt:lpstr>
      <vt:lpstr>Circuit switching: FDM and TDM</vt:lpstr>
      <vt:lpstr>Circuit switching: FDM and TDM</vt:lpstr>
      <vt:lpstr>Circuit switching: FDM and TDM</vt:lpstr>
      <vt:lpstr>Circuit switching: FDM and TDM</vt:lpstr>
      <vt:lpstr>Packet switching: store and forward</vt:lpstr>
      <vt:lpstr>Host: sends packets of data</vt:lpstr>
      <vt:lpstr>Packet-switching: store-and-forward</vt:lpstr>
      <vt:lpstr>Packet switching: store and forward</vt:lpstr>
      <vt:lpstr>Packet switching: store and forward</vt:lpstr>
      <vt:lpstr>Packet-switching: queueing delay, loss</vt:lpstr>
      <vt:lpstr>Packet switching versus circuit switching</vt:lpstr>
      <vt:lpstr>Packet switching versus circuit switching</vt:lpstr>
      <vt:lpstr>Internet structure: a “network of networks”</vt:lpstr>
      <vt:lpstr>Internet structure: a “network of networks”</vt:lpstr>
      <vt:lpstr>Internet structure: a “network of networks”</vt:lpstr>
      <vt:lpstr>Internet structure: a “network of networks”</vt:lpstr>
      <vt:lpstr>Internet structure: a “network of networks”</vt:lpstr>
      <vt:lpstr>Internet structure: a “network of networks”</vt:lpstr>
      <vt:lpstr>Internet structure: a “network of networks”</vt:lpstr>
      <vt:lpstr>Internet structure: a “network of networks”</vt:lpstr>
      <vt:lpstr>Internet structure: a “network of networks”</vt:lpstr>
      <vt:lpstr>Tier-1 ISP Network map: Sprint (2019)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cp:lastModifiedBy>user</cp:lastModifiedBy>
  <cp:revision>50</cp:revision>
  <dcterms:modified xsi:type="dcterms:W3CDTF">2025-04-29T03:24:45Z</dcterms:modified>
</cp:coreProperties>
</file>