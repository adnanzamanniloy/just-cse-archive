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5"/>
  </p:notesMasterIdLst>
  <p:sldIdLst>
    <p:sldId id="256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5" r:id="rId19"/>
    <p:sldId id="336" r:id="rId20"/>
    <p:sldId id="337" r:id="rId21"/>
    <p:sldId id="338" r:id="rId22"/>
    <p:sldId id="339" r:id="rId23"/>
    <p:sldId id="340" r:id="rId24"/>
  </p:sldIdLst>
  <p:sldSz cx="9144000" cy="5143500" type="screen16x9"/>
  <p:notesSz cx="6858000" cy="9144000"/>
  <p:embeddedFontLst>
    <p:embeddedFont>
      <p:font typeface="Source Sans Pro" panose="020B0604020202020204" charset="0"/>
      <p:regular r:id="rId26"/>
      <p:bold r:id="rId27"/>
      <p:italic r:id="rId28"/>
      <p:boldItalic r:id="rId29"/>
    </p:embeddedFont>
    <p:embeddedFont>
      <p:font typeface="Roboto Slab" panose="020B0604020202020204" charset="0"/>
      <p:regular r:id="rId30"/>
      <p:bold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ＭＳ Ｐゴシック" panose="020B0600070205080204" pitchFamily="34" charset="-128"/>
      <p:regular r:id="rId36"/>
    </p:embeddedFont>
    <p:embeddedFont>
      <p:font typeface="ＭＳ Ｐゴシック" panose="020B0600070205080204" pitchFamily="34" charset="-128"/>
      <p:regular r:id="rId36"/>
    </p:embeddedFont>
    <p:embeddedFont>
      <p:font typeface="Gill Sans MT" panose="020B0502020104020203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1FB10D-A61A-4DE4-8506-F670E7A89527}">
  <a:tblStyle styleId="{701FB10D-A61A-4DE4-8506-F670E7A895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98DAF6-0271-4389-B3DC-BA433CC306D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51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61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5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22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5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07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8840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1061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2255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923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4616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5153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1985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5969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8793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364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739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57087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054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29354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3694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79656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2175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483231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0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2.png"/><Relationship Id="rId18" Type="http://schemas.openxmlformats.org/officeDocument/2006/relationships/image" Target="../media/image6.png"/><Relationship Id="rId3" Type="http://schemas.openxmlformats.org/officeDocument/2006/relationships/image" Target="../media/image7.png"/><Relationship Id="rId21" Type="http://schemas.openxmlformats.org/officeDocument/2006/relationships/image" Target="../media/image19.png"/><Relationship Id="rId7" Type="http://schemas.openxmlformats.org/officeDocument/2006/relationships/image" Target="../media/image13.png"/><Relationship Id="rId12" Type="http://schemas.openxmlformats.org/officeDocument/2006/relationships/image" Target="../media/image20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11.png"/><Relationship Id="rId15" Type="http://schemas.openxmlformats.org/officeDocument/2006/relationships/image" Target="../media/image5.png"/><Relationship Id="rId23" Type="http://schemas.openxmlformats.org/officeDocument/2006/relationships/image" Target="../media/image21.png"/><Relationship Id="rId10" Type="http://schemas.openxmlformats.org/officeDocument/2006/relationships/image" Target="../media/image17.png"/><Relationship Id="rId19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14" Type="http://schemas.openxmlformats.org/officeDocument/2006/relationships/image" Target="../media/image23.png"/><Relationship Id="rId2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2.png"/><Relationship Id="rId18" Type="http://schemas.openxmlformats.org/officeDocument/2006/relationships/image" Target="../media/image6.png"/><Relationship Id="rId3" Type="http://schemas.openxmlformats.org/officeDocument/2006/relationships/image" Target="../media/image7.png"/><Relationship Id="rId21" Type="http://schemas.openxmlformats.org/officeDocument/2006/relationships/image" Target="../media/image19.png"/><Relationship Id="rId7" Type="http://schemas.openxmlformats.org/officeDocument/2006/relationships/image" Target="../media/image13.png"/><Relationship Id="rId12" Type="http://schemas.openxmlformats.org/officeDocument/2006/relationships/image" Target="../media/image20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11.png"/><Relationship Id="rId15" Type="http://schemas.openxmlformats.org/officeDocument/2006/relationships/image" Target="../media/image5.png"/><Relationship Id="rId23" Type="http://schemas.openxmlformats.org/officeDocument/2006/relationships/image" Target="../media/image21.png"/><Relationship Id="rId10" Type="http://schemas.openxmlformats.org/officeDocument/2006/relationships/image" Target="../media/image17.png"/><Relationship Id="rId19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14" Type="http://schemas.openxmlformats.org/officeDocument/2006/relationships/image" Target="../media/image23.png"/><Relationship Id="rId2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2.png"/><Relationship Id="rId18" Type="http://schemas.openxmlformats.org/officeDocument/2006/relationships/image" Target="../media/image6.png"/><Relationship Id="rId3" Type="http://schemas.openxmlformats.org/officeDocument/2006/relationships/image" Target="../media/image7.png"/><Relationship Id="rId21" Type="http://schemas.openxmlformats.org/officeDocument/2006/relationships/image" Target="../media/image19.png"/><Relationship Id="rId7" Type="http://schemas.openxmlformats.org/officeDocument/2006/relationships/image" Target="../media/image13.png"/><Relationship Id="rId12" Type="http://schemas.openxmlformats.org/officeDocument/2006/relationships/image" Target="../media/image20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11.png"/><Relationship Id="rId15" Type="http://schemas.openxmlformats.org/officeDocument/2006/relationships/image" Target="../media/image5.png"/><Relationship Id="rId23" Type="http://schemas.openxmlformats.org/officeDocument/2006/relationships/image" Target="../media/image21.png"/><Relationship Id="rId10" Type="http://schemas.openxmlformats.org/officeDocument/2006/relationships/image" Target="../media/image17.png"/><Relationship Id="rId19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14" Type="http://schemas.openxmlformats.org/officeDocument/2006/relationships/image" Target="../media/image23.png"/><Relationship Id="rId2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5.png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5.png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41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3.png"/><Relationship Id="rId5" Type="http://schemas.openxmlformats.org/officeDocument/2006/relationships/image" Target="../media/image39.png"/><Relationship Id="rId15" Type="http://schemas.openxmlformats.org/officeDocument/2006/relationships/image" Target="../media/image46.png"/><Relationship Id="rId10" Type="http://schemas.openxmlformats.org/officeDocument/2006/relationships/image" Target="../media/image42.png"/><Relationship Id="rId4" Type="http://schemas.openxmlformats.org/officeDocument/2006/relationships/image" Target="../media/image32.png"/><Relationship Id="rId9" Type="http://schemas.openxmlformats.org/officeDocument/2006/relationships/image" Target="../media/image38.png"/><Relationship Id="rId1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32.png"/><Relationship Id="rId9" Type="http://schemas.openxmlformats.org/officeDocument/2006/relationships/image" Target="../media/image52.png"/><Relationship Id="rId1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ctrTitle"/>
          </p:nvPr>
        </p:nvSpPr>
        <p:spPr>
          <a:xfrm>
            <a:off x="1720966" y="1832522"/>
            <a:ext cx="6564052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/>
            </a:r>
            <a:br>
              <a:rPr lang="en" sz="2800" dirty="0" smtClean="0"/>
            </a:br>
            <a:endParaRPr sz="1800" dirty="0"/>
          </a:p>
        </p:txBody>
      </p:sp>
      <p:sp>
        <p:nvSpPr>
          <p:cNvPr id="3" name="Google Shape;70;p12"/>
          <p:cNvSpPr txBox="1">
            <a:spLocks/>
          </p:cNvSpPr>
          <p:nvPr/>
        </p:nvSpPr>
        <p:spPr>
          <a:xfrm>
            <a:off x="1720966" y="2177283"/>
            <a:ext cx="6564052" cy="470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3600" dirty="0" smtClean="0"/>
              <a:t>Computer Networking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1: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Computer Networks and the Internet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 the Internet?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a protocol?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edge: </a:t>
            </a:r>
            <a:r>
              <a:rPr lang="en-US" altLang="en-US" sz="195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hosts, access network, physical media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</a:t>
            </a:r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packet/circuit switching, internet structure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loss, delay, throughput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Protocol layers, service models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History of Computer Networking and the Internet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4050" y="2288036"/>
            <a:ext cx="5893818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44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 closer look at Internet structure</a:t>
            </a:r>
            <a:endParaRPr lang="en-US" dirty="0"/>
          </a:p>
        </p:txBody>
      </p:sp>
      <p:grpSp>
        <p:nvGrpSpPr>
          <p:cNvPr id="801" name="Group 800">
            <a:extLst>
              <a:ext uri="{FF2B5EF4-FFF2-40B4-BE49-F238E27FC236}">
                <a16:creationId xmlns:a16="http://schemas.microsoft.com/office/drawing/2014/main" id="{120F2BC7-BB63-8D47-A127-7655CBFA7174}"/>
              </a:ext>
            </a:extLst>
          </p:cNvPr>
          <p:cNvGrpSpPr/>
          <p:nvPr/>
        </p:nvGrpSpPr>
        <p:grpSpPr>
          <a:xfrm>
            <a:off x="5404013" y="1116346"/>
            <a:ext cx="3477131" cy="3644971"/>
            <a:chOff x="7268561" y="1458365"/>
            <a:chExt cx="4636175" cy="4859961"/>
          </a:xfrm>
        </p:grpSpPr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21662630-62BB-AE4A-A779-AEACD21E6D7C}"/>
                </a:ext>
              </a:extLst>
            </p:cNvPr>
            <p:cNvSpPr/>
            <p:nvPr/>
          </p:nvSpPr>
          <p:spPr>
            <a:xfrm>
              <a:off x="9048399" y="3035682"/>
              <a:ext cx="1124807" cy="133791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82604 w 1558990"/>
                <a:gd name="connsiteY0" fmla="*/ 534641 h 1810599"/>
                <a:gd name="connsiteX1" fmla="*/ 22252 w 1558990"/>
                <a:gd name="connsiteY1" fmla="*/ 940200 h 1810599"/>
                <a:gd name="connsiteX2" fmla="*/ 167457 w 1558990"/>
                <a:gd name="connsiteY2" fmla="*/ 1672556 h 1810599"/>
                <a:gd name="connsiteX3" fmla="*/ 1208772 w 1558990"/>
                <a:gd name="connsiteY3" fmla="*/ 1775650 h 1810599"/>
                <a:gd name="connsiteX4" fmla="*/ 1543003 w 1558990"/>
                <a:gd name="connsiteY4" fmla="*/ 1257671 h 1810599"/>
                <a:gd name="connsiteX5" fmla="*/ 1490762 w 1558990"/>
                <a:gd name="connsiteY5" fmla="*/ 672856 h 1810599"/>
                <a:gd name="connsiteX6" fmla="*/ 1359176 w 1558990"/>
                <a:gd name="connsiteY6" fmla="*/ 154877 h 1810599"/>
                <a:gd name="connsiteX7" fmla="*/ 861336 w 1558990"/>
                <a:gd name="connsiteY7" fmla="*/ 21205 h 1810599"/>
                <a:gd name="connsiteX8" fmla="*/ 382604 w 1558990"/>
                <a:gd name="connsiteY8" fmla="*/ 534641 h 1810599"/>
                <a:gd name="connsiteX0" fmla="*/ 393458 w 1593840"/>
                <a:gd name="connsiteY0" fmla="*/ 534641 h 1793264"/>
                <a:gd name="connsiteX1" fmla="*/ 33106 w 1593840"/>
                <a:gd name="connsiteY1" fmla="*/ 940200 h 1793264"/>
                <a:gd name="connsiteX2" fmla="*/ 178311 w 1593840"/>
                <a:gd name="connsiteY2" fmla="*/ 1672556 h 1793264"/>
                <a:gd name="connsiteX3" fmla="*/ 1464139 w 1593840"/>
                <a:gd name="connsiteY3" fmla="*/ 1752440 h 1793264"/>
                <a:gd name="connsiteX4" fmla="*/ 1553857 w 1593840"/>
                <a:gd name="connsiteY4" fmla="*/ 1257671 h 1793264"/>
                <a:gd name="connsiteX5" fmla="*/ 1501616 w 1593840"/>
                <a:gd name="connsiteY5" fmla="*/ 672856 h 1793264"/>
                <a:gd name="connsiteX6" fmla="*/ 1370030 w 1593840"/>
                <a:gd name="connsiteY6" fmla="*/ 154877 h 1793264"/>
                <a:gd name="connsiteX7" fmla="*/ 872190 w 1593840"/>
                <a:gd name="connsiteY7" fmla="*/ 21205 h 1793264"/>
                <a:gd name="connsiteX8" fmla="*/ 393458 w 1593840"/>
                <a:gd name="connsiteY8" fmla="*/ 534641 h 1793264"/>
                <a:gd name="connsiteX0" fmla="*/ 393458 w 1566550"/>
                <a:gd name="connsiteY0" fmla="*/ 534641 h 1840341"/>
                <a:gd name="connsiteX1" fmla="*/ 33106 w 1566550"/>
                <a:gd name="connsiteY1" fmla="*/ 940200 h 1840341"/>
                <a:gd name="connsiteX2" fmla="*/ 178311 w 1566550"/>
                <a:gd name="connsiteY2" fmla="*/ 1672556 h 1840341"/>
                <a:gd name="connsiteX3" fmla="*/ 1464139 w 1566550"/>
                <a:gd name="connsiteY3" fmla="*/ 1752440 h 1840341"/>
                <a:gd name="connsiteX4" fmla="*/ 1553857 w 1566550"/>
                <a:gd name="connsiteY4" fmla="*/ 1257671 h 1840341"/>
                <a:gd name="connsiteX5" fmla="*/ 1501616 w 1566550"/>
                <a:gd name="connsiteY5" fmla="*/ 672856 h 1840341"/>
                <a:gd name="connsiteX6" fmla="*/ 1370030 w 1566550"/>
                <a:gd name="connsiteY6" fmla="*/ 154877 h 1840341"/>
                <a:gd name="connsiteX7" fmla="*/ 872190 w 1566550"/>
                <a:gd name="connsiteY7" fmla="*/ 21205 h 1840341"/>
                <a:gd name="connsiteX8" fmla="*/ 393458 w 1566550"/>
                <a:gd name="connsiteY8" fmla="*/ 534641 h 1840341"/>
                <a:gd name="connsiteX0" fmla="*/ 393458 w 1555557"/>
                <a:gd name="connsiteY0" fmla="*/ 534641 h 1787187"/>
                <a:gd name="connsiteX1" fmla="*/ 33106 w 1555557"/>
                <a:gd name="connsiteY1" fmla="*/ 940200 h 1787187"/>
                <a:gd name="connsiteX2" fmla="*/ 178311 w 1555557"/>
                <a:gd name="connsiteY2" fmla="*/ 1672556 h 1787187"/>
                <a:gd name="connsiteX3" fmla="*/ 1464139 w 1555557"/>
                <a:gd name="connsiteY3" fmla="*/ 1752440 h 1787187"/>
                <a:gd name="connsiteX4" fmla="*/ 1553857 w 1555557"/>
                <a:gd name="connsiteY4" fmla="*/ 1257671 h 1787187"/>
                <a:gd name="connsiteX5" fmla="*/ 1501616 w 1555557"/>
                <a:gd name="connsiteY5" fmla="*/ 672856 h 1787187"/>
                <a:gd name="connsiteX6" fmla="*/ 1370030 w 1555557"/>
                <a:gd name="connsiteY6" fmla="*/ 154877 h 1787187"/>
                <a:gd name="connsiteX7" fmla="*/ 872190 w 1555557"/>
                <a:gd name="connsiteY7" fmla="*/ 21205 h 1787187"/>
                <a:gd name="connsiteX8" fmla="*/ 393458 w 1555557"/>
                <a:gd name="connsiteY8" fmla="*/ 534641 h 1787187"/>
                <a:gd name="connsiteX0" fmla="*/ 401126 w 1664928"/>
                <a:gd name="connsiteY0" fmla="*/ 534641 h 1783934"/>
                <a:gd name="connsiteX1" fmla="*/ 40774 w 1664928"/>
                <a:gd name="connsiteY1" fmla="*/ 940200 h 1783934"/>
                <a:gd name="connsiteX2" fmla="*/ 185979 w 1664928"/>
                <a:gd name="connsiteY2" fmla="*/ 1672556 h 1783934"/>
                <a:gd name="connsiteX3" fmla="*/ 1618513 w 1664928"/>
                <a:gd name="connsiteY3" fmla="*/ 1747798 h 1783934"/>
                <a:gd name="connsiteX4" fmla="*/ 1561525 w 1664928"/>
                <a:gd name="connsiteY4" fmla="*/ 1257671 h 1783934"/>
                <a:gd name="connsiteX5" fmla="*/ 1509284 w 1664928"/>
                <a:gd name="connsiteY5" fmla="*/ 672856 h 1783934"/>
                <a:gd name="connsiteX6" fmla="*/ 1377698 w 1664928"/>
                <a:gd name="connsiteY6" fmla="*/ 154877 h 1783934"/>
                <a:gd name="connsiteX7" fmla="*/ 879858 w 1664928"/>
                <a:gd name="connsiteY7" fmla="*/ 21205 h 1783934"/>
                <a:gd name="connsiteX8" fmla="*/ 401126 w 1664928"/>
                <a:gd name="connsiteY8" fmla="*/ 534641 h 1783934"/>
                <a:gd name="connsiteX0" fmla="*/ 408119 w 1718774"/>
                <a:gd name="connsiteY0" fmla="*/ 534641 h 1826522"/>
                <a:gd name="connsiteX1" fmla="*/ 47767 w 1718774"/>
                <a:gd name="connsiteY1" fmla="*/ 940200 h 1826522"/>
                <a:gd name="connsiteX2" fmla="*/ 179001 w 1718774"/>
                <a:gd name="connsiteY2" fmla="*/ 1742186 h 1826522"/>
                <a:gd name="connsiteX3" fmla="*/ 1625506 w 1718774"/>
                <a:gd name="connsiteY3" fmla="*/ 1747798 h 1826522"/>
                <a:gd name="connsiteX4" fmla="*/ 1568518 w 1718774"/>
                <a:gd name="connsiteY4" fmla="*/ 1257671 h 1826522"/>
                <a:gd name="connsiteX5" fmla="*/ 1516277 w 1718774"/>
                <a:gd name="connsiteY5" fmla="*/ 672856 h 1826522"/>
                <a:gd name="connsiteX6" fmla="*/ 1384691 w 1718774"/>
                <a:gd name="connsiteY6" fmla="*/ 154877 h 1826522"/>
                <a:gd name="connsiteX7" fmla="*/ 886851 w 1718774"/>
                <a:gd name="connsiteY7" fmla="*/ 21205 h 1826522"/>
                <a:gd name="connsiteX8" fmla="*/ 408119 w 1718774"/>
                <a:gd name="connsiteY8" fmla="*/ 534641 h 1826522"/>
                <a:gd name="connsiteX0" fmla="*/ 477759 w 1796623"/>
                <a:gd name="connsiteY0" fmla="*/ 534641 h 1818043"/>
                <a:gd name="connsiteX1" fmla="*/ 117407 w 1796623"/>
                <a:gd name="connsiteY1" fmla="*/ 940200 h 1818043"/>
                <a:gd name="connsiteX2" fmla="*/ 136864 w 1796623"/>
                <a:gd name="connsiteY2" fmla="*/ 1728260 h 1818043"/>
                <a:gd name="connsiteX3" fmla="*/ 1695146 w 1796623"/>
                <a:gd name="connsiteY3" fmla="*/ 1747798 h 1818043"/>
                <a:gd name="connsiteX4" fmla="*/ 1638158 w 1796623"/>
                <a:gd name="connsiteY4" fmla="*/ 1257671 h 1818043"/>
                <a:gd name="connsiteX5" fmla="*/ 1585917 w 1796623"/>
                <a:gd name="connsiteY5" fmla="*/ 672856 h 1818043"/>
                <a:gd name="connsiteX6" fmla="*/ 1454331 w 1796623"/>
                <a:gd name="connsiteY6" fmla="*/ 154877 h 1818043"/>
                <a:gd name="connsiteX7" fmla="*/ 956491 w 1796623"/>
                <a:gd name="connsiteY7" fmla="*/ 21205 h 1818043"/>
                <a:gd name="connsiteX8" fmla="*/ 477759 w 1796623"/>
                <a:gd name="connsiteY8" fmla="*/ 534641 h 1818043"/>
                <a:gd name="connsiteX0" fmla="*/ 396783 w 1688820"/>
                <a:gd name="connsiteY0" fmla="*/ 534641 h 1815615"/>
                <a:gd name="connsiteX1" fmla="*/ 36431 w 1688820"/>
                <a:gd name="connsiteY1" fmla="*/ 940200 h 1815615"/>
                <a:gd name="connsiteX2" fmla="*/ 55888 w 1688820"/>
                <a:gd name="connsiteY2" fmla="*/ 1728260 h 1815615"/>
                <a:gd name="connsiteX3" fmla="*/ 421834 w 1688820"/>
                <a:gd name="connsiteY3" fmla="*/ 1798118 h 1815615"/>
                <a:gd name="connsiteX4" fmla="*/ 1614170 w 1688820"/>
                <a:gd name="connsiteY4" fmla="*/ 1747798 h 1815615"/>
                <a:gd name="connsiteX5" fmla="*/ 1557182 w 1688820"/>
                <a:gd name="connsiteY5" fmla="*/ 1257671 h 1815615"/>
                <a:gd name="connsiteX6" fmla="*/ 1504941 w 1688820"/>
                <a:gd name="connsiteY6" fmla="*/ 672856 h 1815615"/>
                <a:gd name="connsiteX7" fmla="*/ 1373355 w 1688820"/>
                <a:gd name="connsiteY7" fmla="*/ 154877 h 1815615"/>
                <a:gd name="connsiteX8" fmla="*/ 875515 w 1688820"/>
                <a:gd name="connsiteY8" fmla="*/ 21205 h 1815615"/>
                <a:gd name="connsiteX9" fmla="*/ 396783 w 1688820"/>
                <a:gd name="connsiteY9" fmla="*/ 534641 h 1815615"/>
                <a:gd name="connsiteX0" fmla="*/ 394951 w 1689541"/>
                <a:gd name="connsiteY0" fmla="*/ 534641 h 1877271"/>
                <a:gd name="connsiteX1" fmla="*/ 34599 w 1689541"/>
                <a:gd name="connsiteY1" fmla="*/ 940200 h 1877271"/>
                <a:gd name="connsiteX2" fmla="*/ 54056 w 1689541"/>
                <a:gd name="connsiteY2" fmla="*/ 1728260 h 1877271"/>
                <a:gd name="connsiteX3" fmla="*/ 385071 w 1689541"/>
                <a:gd name="connsiteY3" fmla="*/ 1877032 h 1877271"/>
                <a:gd name="connsiteX4" fmla="*/ 1612338 w 1689541"/>
                <a:gd name="connsiteY4" fmla="*/ 1747798 h 1877271"/>
                <a:gd name="connsiteX5" fmla="*/ 1555350 w 1689541"/>
                <a:gd name="connsiteY5" fmla="*/ 1257671 h 1877271"/>
                <a:gd name="connsiteX6" fmla="*/ 1503109 w 1689541"/>
                <a:gd name="connsiteY6" fmla="*/ 672856 h 1877271"/>
                <a:gd name="connsiteX7" fmla="*/ 1371523 w 1689541"/>
                <a:gd name="connsiteY7" fmla="*/ 154877 h 1877271"/>
                <a:gd name="connsiteX8" fmla="*/ 873683 w 1689541"/>
                <a:gd name="connsiteY8" fmla="*/ 21205 h 1877271"/>
                <a:gd name="connsiteX9" fmla="*/ 394951 w 1689541"/>
                <a:gd name="connsiteY9" fmla="*/ 534641 h 1877271"/>
                <a:gd name="connsiteX0" fmla="*/ 394949 w 1689541"/>
                <a:gd name="connsiteY0" fmla="*/ 534641 h 1877032"/>
                <a:gd name="connsiteX1" fmla="*/ 34597 w 1689541"/>
                <a:gd name="connsiteY1" fmla="*/ 940200 h 1877032"/>
                <a:gd name="connsiteX2" fmla="*/ 54054 w 1689541"/>
                <a:gd name="connsiteY2" fmla="*/ 1728260 h 1877032"/>
                <a:gd name="connsiteX3" fmla="*/ 385069 w 1689541"/>
                <a:gd name="connsiteY3" fmla="*/ 1877032 h 1877032"/>
                <a:gd name="connsiteX4" fmla="*/ 1612336 w 1689541"/>
                <a:gd name="connsiteY4" fmla="*/ 1747798 h 1877032"/>
                <a:gd name="connsiteX5" fmla="*/ 1555348 w 1689541"/>
                <a:gd name="connsiteY5" fmla="*/ 1257671 h 1877032"/>
                <a:gd name="connsiteX6" fmla="*/ 1503107 w 1689541"/>
                <a:gd name="connsiteY6" fmla="*/ 672856 h 1877032"/>
                <a:gd name="connsiteX7" fmla="*/ 1371521 w 1689541"/>
                <a:gd name="connsiteY7" fmla="*/ 154877 h 1877032"/>
                <a:gd name="connsiteX8" fmla="*/ 873681 w 1689541"/>
                <a:gd name="connsiteY8" fmla="*/ 21205 h 1877032"/>
                <a:gd name="connsiteX9" fmla="*/ 394949 w 1689541"/>
                <a:gd name="connsiteY9" fmla="*/ 534641 h 1877032"/>
                <a:gd name="connsiteX0" fmla="*/ 394949 w 1683795"/>
                <a:gd name="connsiteY0" fmla="*/ 534641 h 1877032"/>
                <a:gd name="connsiteX1" fmla="*/ 34597 w 1683795"/>
                <a:gd name="connsiteY1" fmla="*/ 940200 h 1877032"/>
                <a:gd name="connsiteX2" fmla="*/ 54054 w 1683795"/>
                <a:gd name="connsiteY2" fmla="*/ 1728260 h 1877032"/>
                <a:gd name="connsiteX3" fmla="*/ 385069 w 1683795"/>
                <a:gd name="connsiteY3" fmla="*/ 1877032 h 1877032"/>
                <a:gd name="connsiteX4" fmla="*/ 1605349 w 1683795"/>
                <a:gd name="connsiteY4" fmla="*/ 1798860 h 1877032"/>
                <a:gd name="connsiteX5" fmla="*/ 1555348 w 1683795"/>
                <a:gd name="connsiteY5" fmla="*/ 1257671 h 1877032"/>
                <a:gd name="connsiteX6" fmla="*/ 1503107 w 1683795"/>
                <a:gd name="connsiteY6" fmla="*/ 672856 h 1877032"/>
                <a:gd name="connsiteX7" fmla="*/ 1371521 w 1683795"/>
                <a:gd name="connsiteY7" fmla="*/ 154877 h 1877032"/>
                <a:gd name="connsiteX8" fmla="*/ 873681 w 1683795"/>
                <a:gd name="connsiteY8" fmla="*/ 21205 h 1877032"/>
                <a:gd name="connsiteX9" fmla="*/ 394949 w 1683795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671512"/>
                <a:gd name="connsiteY0" fmla="*/ 534641 h 1877032"/>
                <a:gd name="connsiteX1" fmla="*/ 34597 w 1671512"/>
                <a:gd name="connsiteY1" fmla="*/ 940200 h 1877032"/>
                <a:gd name="connsiteX2" fmla="*/ 54054 w 1671512"/>
                <a:gd name="connsiteY2" fmla="*/ 1728260 h 1877032"/>
                <a:gd name="connsiteX3" fmla="*/ 385069 w 1671512"/>
                <a:gd name="connsiteY3" fmla="*/ 1877032 h 1877032"/>
                <a:gd name="connsiteX4" fmla="*/ 1605349 w 1671512"/>
                <a:gd name="connsiteY4" fmla="*/ 1798860 h 1877032"/>
                <a:gd name="connsiteX5" fmla="*/ 1555348 w 1671512"/>
                <a:gd name="connsiteY5" fmla="*/ 1257671 h 1877032"/>
                <a:gd name="connsiteX6" fmla="*/ 1503107 w 1671512"/>
                <a:gd name="connsiteY6" fmla="*/ 672856 h 1877032"/>
                <a:gd name="connsiteX7" fmla="*/ 1371521 w 1671512"/>
                <a:gd name="connsiteY7" fmla="*/ 154877 h 1877032"/>
                <a:gd name="connsiteX8" fmla="*/ 873681 w 1671512"/>
                <a:gd name="connsiteY8" fmla="*/ 21205 h 1877032"/>
                <a:gd name="connsiteX9" fmla="*/ 394949 w 1671512"/>
                <a:gd name="connsiteY9" fmla="*/ 534641 h 1877032"/>
                <a:gd name="connsiteX0" fmla="*/ 394949 w 1677296"/>
                <a:gd name="connsiteY0" fmla="*/ 534641 h 1877032"/>
                <a:gd name="connsiteX1" fmla="*/ 34597 w 1677296"/>
                <a:gd name="connsiteY1" fmla="*/ 940200 h 1877032"/>
                <a:gd name="connsiteX2" fmla="*/ 54054 w 1677296"/>
                <a:gd name="connsiteY2" fmla="*/ 1728260 h 1877032"/>
                <a:gd name="connsiteX3" fmla="*/ 385069 w 1677296"/>
                <a:gd name="connsiteY3" fmla="*/ 1877032 h 1877032"/>
                <a:gd name="connsiteX4" fmla="*/ 1612334 w 1677296"/>
                <a:gd name="connsiteY4" fmla="*/ 1840637 h 1877032"/>
                <a:gd name="connsiteX5" fmla="*/ 1555348 w 1677296"/>
                <a:gd name="connsiteY5" fmla="*/ 1257671 h 1877032"/>
                <a:gd name="connsiteX6" fmla="*/ 1503107 w 1677296"/>
                <a:gd name="connsiteY6" fmla="*/ 672856 h 1877032"/>
                <a:gd name="connsiteX7" fmla="*/ 1371521 w 1677296"/>
                <a:gd name="connsiteY7" fmla="*/ 154877 h 1877032"/>
                <a:gd name="connsiteX8" fmla="*/ 873681 w 1677296"/>
                <a:gd name="connsiteY8" fmla="*/ 21205 h 1877032"/>
                <a:gd name="connsiteX9" fmla="*/ 394949 w 1677296"/>
                <a:gd name="connsiteY9" fmla="*/ 534641 h 1877032"/>
                <a:gd name="connsiteX0" fmla="*/ 394949 w 1677298"/>
                <a:gd name="connsiteY0" fmla="*/ 534641 h 1877032"/>
                <a:gd name="connsiteX1" fmla="*/ 34597 w 1677298"/>
                <a:gd name="connsiteY1" fmla="*/ 940200 h 1877032"/>
                <a:gd name="connsiteX2" fmla="*/ 54054 w 1677298"/>
                <a:gd name="connsiteY2" fmla="*/ 1728260 h 1877032"/>
                <a:gd name="connsiteX3" fmla="*/ 385069 w 1677298"/>
                <a:gd name="connsiteY3" fmla="*/ 1877032 h 1877032"/>
                <a:gd name="connsiteX4" fmla="*/ 1612334 w 1677298"/>
                <a:gd name="connsiteY4" fmla="*/ 1840637 h 1877032"/>
                <a:gd name="connsiteX5" fmla="*/ 1555348 w 1677298"/>
                <a:gd name="connsiteY5" fmla="*/ 1257671 h 1877032"/>
                <a:gd name="connsiteX6" fmla="*/ 1503107 w 1677298"/>
                <a:gd name="connsiteY6" fmla="*/ 672856 h 1877032"/>
                <a:gd name="connsiteX7" fmla="*/ 1371521 w 1677298"/>
                <a:gd name="connsiteY7" fmla="*/ 154877 h 1877032"/>
                <a:gd name="connsiteX8" fmla="*/ 873681 w 1677298"/>
                <a:gd name="connsiteY8" fmla="*/ 21205 h 1877032"/>
                <a:gd name="connsiteX9" fmla="*/ 394949 w 1677298"/>
                <a:gd name="connsiteY9" fmla="*/ 534641 h 1877032"/>
                <a:gd name="connsiteX0" fmla="*/ 394949 w 1677296"/>
                <a:gd name="connsiteY0" fmla="*/ 534641 h 1904936"/>
                <a:gd name="connsiteX1" fmla="*/ 34597 w 1677296"/>
                <a:gd name="connsiteY1" fmla="*/ 940200 h 1904936"/>
                <a:gd name="connsiteX2" fmla="*/ 54054 w 1677296"/>
                <a:gd name="connsiteY2" fmla="*/ 1728260 h 1904936"/>
                <a:gd name="connsiteX3" fmla="*/ 385069 w 1677296"/>
                <a:gd name="connsiteY3" fmla="*/ 1877032 h 1904936"/>
                <a:gd name="connsiteX4" fmla="*/ 1612334 w 1677296"/>
                <a:gd name="connsiteY4" fmla="*/ 1840637 h 1904936"/>
                <a:gd name="connsiteX5" fmla="*/ 1555348 w 1677296"/>
                <a:gd name="connsiteY5" fmla="*/ 1257671 h 1904936"/>
                <a:gd name="connsiteX6" fmla="*/ 1503107 w 1677296"/>
                <a:gd name="connsiteY6" fmla="*/ 672856 h 1904936"/>
                <a:gd name="connsiteX7" fmla="*/ 1371521 w 1677296"/>
                <a:gd name="connsiteY7" fmla="*/ 154877 h 1904936"/>
                <a:gd name="connsiteX8" fmla="*/ 873681 w 1677296"/>
                <a:gd name="connsiteY8" fmla="*/ 21205 h 1904936"/>
                <a:gd name="connsiteX9" fmla="*/ 394949 w 1677296"/>
                <a:gd name="connsiteY9" fmla="*/ 534641 h 1904936"/>
                <a:gd name="connsiteX0" fmla="*/ 461539 w 1743887"/>
                <a:gd name="connsiteY0" fmla="*/ 534641 h 1904936"/>
                <a:gd name="connsiteX1" fmla="*/ 101187 w 1743887"/>
                <a:gd name="connsiteY1" fmla="*/ 940200 h 1904936"/>
                <a:gd name="connsiteX2" fmla="*/ 22840 w 1743887"/>
                <a:gd name="connsiteY2" fmla="*/ 1737812 h 1904936"/>
                <a:gd name="connsiteX3" fmla="*/ 451659 w 1743887"/>
                <a:gd name="connsiteY3" fmla="*/ 1877032 h 1904936"/>
                <a:gd name="connsiteX4" fmla="*/ 1678924 w 1743887"/>
                <a:gd name="connsiteY4" fmla="*/ 1840637 h 1904936"/>
                <a:gd name="connsiteX5" fmla="*/ 1621938 w 1743887"/>
                <a:gd name="connsiteY5" fmla="*/ 1257671 h 1904936"/>
                <a:gd name="connsiteX6" fmla="*/ 1569697 w 1743887"/>
                <a:gd name="connsiteY6" fmla="*/ 672856 h 1904936"/>
                <a:gd name="connsiteX7" fmla="*/ 1438111 w 1743887"/>
                <a:gd name="connsiteY7" fmla="*/ 154877 h 1904936"/>
                <a:gd name="connsiteX8" fmla="*/ 940271 w 1743887"/>
                <a:gd name="connsiteY8" fmla="*/ 21205 h 1904936"/>
                <a:gd name="connsiteX9" fmla="*/ 461539 w 1743887"/>
                <a:gd name="connsiteY9" fmla="*/ 534641 h 1904936"/>
                <a:gd name="connsiteX0" fmla="*/ 452050 w 1756359"/>
                <a:gd name="connsiteY0" fmla="*/ 534641 h 1891359"/>
                <a:gd name="connsiteX1" fmla="*/ 91698 w 1756359"/>
                <a:gd name="connsiteY1" fmla="*/ 940200 h 1891359"/>
                <a:gd name="connsiteX2" fmla="*/ 13351 w 1756359"/>
                <a:gd name="connsiteY2" fmla="*/ 1737812 h 1891359"/>
                <a:gd name="connsiteX3" fmla="*/ 309435 w 1756359"/>
                <a:gd name="connsiteY3" fmla="*/ 1891359 h 1891359"/>
                <a:gd name="connsiteX4" fmla="*/ 1669435 w 1756359"/>
                <a:gd name="connsiteY4" fmla="*/ 1840637 h 1891359"/>
                <a:gd name="connsiteX5" fmla="*/ 1612449 w 1756359"/>
                <a:gd name="connsiteY5" fmla="*/ 1257671 h 1891359"/>
                <a:gd name="connsiteX6" fmla="*/ 1560208 w 1756359"/>
                <a:gd name="connsiteY6" fmla="*/ 672856 h 1891359"/>
                <a:gd name="connsiteX7" fmla="*/ 1428622 w 1756359"/>
                <a:gd name="connsiteY7" fmla="*/ 154877 h 1891359"/>
                <a:gd name="connsiteX8" fmla="*/ 930782 w 1756359"/>
                <a:gd name="connsiteY8" fmla="*/ 21205 h 1891359"/>
                <a:gd name="connsiteX9" fmla="*/ 452050 w 1756359"/>
                <a:gd name="connsiteY9" fmla="*/ 534641 h 1891359"/>
                <a:gd name="connsiteX0" fmla="*/ 452050 w 1756257"/>
                <a:gd name="connsiteY0" fmla="*/ 534641 h 1891359"/>
                <a:gd name="connsiteX1" fmla="*/ 91698 w 1756257"/>
                <a:gd name="connsiteY1" fmla="*/ 940200 h 1891359"/>
                <a:gd name="connsiteX2" fmla="*/ 13351 w 1756257"/>
                <a:gd name="connsiteY2" fmla="*/ 1737812 h 1891359"/>
                <a:gd name="connsiteX3" fmla="*/ 309435 w 1756257"/>
                <a:gd name="connsiteY3" fmla="*/ 1891359 h 1891359"/>
                <a:gd name="connsiteX4" fmla="*/ 1669435 w 1756257"/>
                <a:gd name="connsiteY4" fmla="*/ 1840637 h 1891359"/>
                <a:gd name="connsiteX5" fmla="*/ 1612449 w 1756257"/>
                <a:gd name="connsiteY5" fmla="*/ 1257671 h 1891359"/>
                <a:gd name="connsiteX6" fmla="*/ 1563496 w 1756257"/>
                <a:gd name="connsiteY6" fmla="*/ 959631 h 1891359"/>
                <a:gd name="connsiteX7" fmla="*/ 1560208 w 1756257"/>
                <a:gd name="connsiteY7" fmla="*/ 672856 h 1891359"/>
                <a:gd name="connsiteX8" fmla="*/ 1428622 w 1756257"/>
                <a:gd name="connsiteY8" fmla="*/ 154877 h 1891359"/>
                <a:gd name="connsiteX9" fmla="*/ 930782 w 1756257"/>
                <a:gd name="connsiteY9" fmla="*/ 21205 h 1891359"/>
                <a:gd name="connsiteX10" fmla="*/ 452050 w 1756257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64592"/>
                <a:gd name="connsiteY0" fmla="*/ 534641 h 1891359"/>
                <a:gd name="connsiteX1" fmla="*/ 91698 w 1764592"/>
                <a:gd name="connsiteY1" fmla="*/ 940200 h 1891359"/>
                <a:gd name="connsiteX2" fmla="*/ 13351 w 1764592"/>
                <a:gd name="connsiteY2" fmla="*/ 1737812 h 1891359"/>
                <a:gd name="connsiteX3" fmla="*/ 309435 w 1764592"/>
                <a:gd name="connsiteY3" fmla="*/ 1891359 h 1891359"/>
                <a:gd name="connsiteX4" fmla="*/ 1669435 w 1764592"/>
                <a:gd name="connsiteY4" fmla="*/ 1840637 h 1891359"/>
                <a:gd name="connsiteX5" fmla="*/ 1612449 w 1764592"/>
                <a:gd name="connsiteY5" fmla="*/ 1257671 h 1891359"/>
                <a:gd name="connsiteX6" fmla="*/ 1309780 w 1764592"/>
                <a:gd name="connsiteY6" fmla="*/ 1046341 h 1891359"/>
                <a:gd name="connsiteX7" fmla="*/ 1560208 w 1764592"/>
                <a:gd name="connsiteY7" fmla="*/ 672856 h 1891359"/>
                <a:gd name="connsiteX8" fmla="*/ 1428622 w 1764592"/>
                <a:gd name="connsiteY8" fmla="*/ 154877 h 1891359"/>
                <a:gd name="connsiteX9" fmla="*/ 930782 w 1764592"/>
                <a:gd name="connsiteY9" fmla="*/ 21205 h 1891359"/>
                <a:gd name="connsiteX10" fmla="*/ 452050 w 1764592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92731"/>
                <a:gd name="connsiteY0" fmla="*/ 534641 h 1891359"/>
                <a:gd name="connsiteX1" fmla="*/ 91698 w 1792731"/>
                <a:gd name="connsiteY1" fmla="*/ 940200 h 1891359"/>
                <a:gd name="connsiteX2" fmla="*/ 13351 w 1792731"/>
                <a:gd name="connsiteY2" fmla="*/ 1737812 h 1891359"/>
                <a:gd name="connsiteX3" fmla="*/ 309435 w 1792731"/>
                <a:gd name="connsiteY3" fmla="*/ 1891359 h 1891359"/>
                <a:gd name="connsiteX4" fmla="*/ 1669435 w 1792731"/>
                <a:gd name="connsiteY4" fmla="*/ 1840637 h 1891359"/>
                <a:gd name="connsiteX5" fmla="*/ 1688563 w 1792731"/>
                <a:gd name="connsiteY5" fmla="*/ 1292355 h 1891359"/>
                <a:gd name="connsiteX6" fmla="*/ 1309780 w 1792731"/>
                <a:gd name="connsiteY6" fmla="*/ 1046341 h 1891359"/>
                <a:gd name="connsiteX7" fmla="*/ 1560208 w 1792731"/>
                <a:gd name="connsiteY7" fmla="*/ 672856 h 1891359"/>
                <a:gd name="connsiteX8" fmla="*/ 1428622 w 1792731"/>
                <a:gd name="connsiteY8" fmla="*/ 154877 h 1891359"/>
                <a:gd name="connsiteX9" fmla="*/ 930782 w 1792731"/>
                <a:gd name="connsiteY9" fmla="*/ 21205 h 1891359"/>
                <a:gd name="connsiteX10" fmla="*/ 452050 w 1792731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560208 w 1814809"/>
                <a:gd name="connsiteY7" fmla="*/ 672856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619996 w 1814809"/>
                <a:gd name="connsiteY7" fmla="*/ 526399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42872 h 1899590"/>
                <a:gd name="connsiteX1" fmla="*/ 91698 w 1814809"/>
                <a:gd name="connsiteY1" fmla="*/ 948431 h 1899590"/>
                <a:gd name="connsiteX2" fmla="*/ 13351 w 1814809"/>
                <a:gd name="connsiteY2" fmla="*/ 1746043 h 1899590"/>
                <a:gd name="connsiteX3" fmla="*/ 309435 w 1814809"/>
                <a:gd name="connsiteY3" fmla="*/ 1899590 h 1899590"/>
                <a:gd name="connsiteX4" fmla="*/ 1669435 w 1814809"/>
                <a:gd name="connsiteY4" fmla="*/ 1848868 h 1899590"/>
                <a:gd name="connsiteX5" fmla="*/ 1688563 w 1814809"/>
                <a:gd name="connsiteY5" fmla="*/ 1300586 h 1899590"/>
                <a:gd name="connsiteX6" fmla="*/ 1309780 w 1814809"/>
                <a:gd name="connsiteY6" fmla="*/ 1054572 h 1899590"/>
                <a:gd name="connsiteX7" fmla="*/ 1619996 w 1814809"/>
                <a:gd name="connsiteY7" fmla="*/ 534630 h 1899590"/>
                <a:gd name="connsiteX8" fmla="*/ 1488411 w 1814809"/>
                <a:gd name="connsiteY8" fmla="*/ 129049 h 1899590"/>
                <a:gd name="connsiteX9" fmla="*/ 930782 w 1814809"/>
                <a:gd name="connsiteY9" fmla="*/ 29436 h 1899590"/>
                <a:gd name="connsiteX10" fmla="*/ 452050 w 1814809"/>
                <a:gd name="connsiteY10" fmla="*/ 542872 h 1899590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288567 w 1811701"/>
                <a:gd name="connsiteY0" fmla="*/ 555674 h 1898251"/>
                <a:gd name="connsiteX1" fmla="*/ 88590 w 1811701"/>
                <a:gd name="connsiteY1" fmla="*/ 947092 h 1898251"/>
                <a:gd name="connsiteX2" fmla="*/ 10243 w 1811701"/>
                <a:gd name="connsiteY2" fmla="*/ 1744704 h 1898251"/>
                <a:gd name="connsiteX3" fmla="*/ 306327 w 1811701"/>
                <a:gd name="connsiteY3" fmla="*/ 1898251 h 1898251"/>
                <a:gd name="connsiteX4" fmla="*/ 1666327 w 1811701"/>
                <a:gd name="connsiteY4" fmla="*/ 1847529 h 1898251"/>
                <a:gd name="connsiteX5" fmla="*/ 1685455 w 1811701"/>
                <a:gd name="connsiteY5" fmla="*/ 1299247 h 1898251"/>
                <a:gd name="connsiteX6" fmla="*/ 1306672 w 1811701"/>
                <a:gd name="connsiteY6" fmla="*/ 1053233 h 1898251"/>
                <a:gd name="connsiteX7" fmla="*/ 1616888 w 1811701"/>
                <a:gd name="connsiteY7" fmla="*/ 533291 h 1898251"/>
                <a:gd name="connsiteX8" fmla="*/ 1485303 w 1811701"/>
                <a:gd name="connsiteY8" fmla="*/ 127710 h 1898251"/>
                <a:gd name="connsiteX9" fmla="*/ 927674 w 1811701"/>
                <a:gd name="connsiteY9" fmla="*/ 28097 h 1898251"/>
                <a:gd name="connsiteX10" fmla="*/ 288567 w 1811701"/>
                <a:gd name="connsiteY10" fmla="*/ 555674 h 1898251"/>
                <a:gd name="connsiteX0" fmla="*/ 288567 w 1811701"/>
                <a:gd name="connsiteY0" fmla="*/ 479828 h 1822405"/>
                <a:gd name="connsiteX1" fmla="*/ 88590 w 1811701"/>
                <a:gd name="connsiteY1" fmla="*/ 871246 h 1822405"/>
                <a:gd name="connsiteX2" fmla="*/ 10243 w 1811701"/>
                <a:gd name="connsiteY2" fmla="*/ 1668858 h 1822405"/>
                <a:gd name="connsiteX3" fmla="*/ 306327 w 1811701"/>
                <a:gd name="connsiteY3" fmla="*/ 1822405 h 1822405"/>
                <a:gd name="connsiteX4" fmla="*/ 1666327 w 1811701"/>
                <a:gd name="connsiteY4" fmla="*/ 1771683 h 1822405"/>
                <a:gd name="connsiteX5" fmla="*/ 1685455 w 1811701"/>
                <a:gd name="connsiteY5" fmla="*/ 1223401 h 1822405"/>
                <a:gd name="connsiteX6" fmla="*/ 1306672 w 1811701"/>
                <a:gd name="connsiteY6" fmla="*/ 977387 h 1822405"/>
                <a:gd name="connsiteX7" fmla="*/ 1616888 w 1811701"/>
                <a:gd name="connsiteY7" fmla="*/ 457445 h 1822405"/>
                <a:gd name="connsiteX8" fmla="*/ 1485303 w 1811701"/>
                <a:gd name="connsiteY8" fmla="*/ 51864 h 1822405"/>
                <a:gd name="connsiteX9" fmla="*/ 895599 w 1811701"/>
                <a:gd name="connsiteY9" fmla="*/ 79530 h 1822405"/>
                <a:gd name="connsiteX10" fmla="*/ 288567 w 1811701"/>
                <a:gd name="connsiteY10" fmla="*/ 479828 h 182240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616888 w 1811701"/>
                <a:gd name="connsiteY7" fmla="*/ 396875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584814 w 1811701"/>
                <a:gd name="connsiteY7" fmla="*/ 510012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770444"/>
                <a:gd name="connsiteY0" fmla="*/ 419258 h 1761835"/>
                <a:gd name="connsiteX1" fmla="*/ 88590 w 1770444"/>
                <a:gd name="connsiteY1" fmla="*/ 810676 h 1761835"/>
                <a:gd name="connsiteX2" fmla="*/ 10243 w 1770444"/>
                <a:gd name="connsiteY2" fmla="*/ 1608288 h 1761835"/>
                <a:gd name="connsiteX3" fmla="*/ 306327 w 1770444"/>
                <a:gd name="connsiteY3" fmla="*/ 1761835 h 1761835"/>
                <a:gd name="connsiteX4" fmla="*/ 1666327 w 1770444"/>
                <a:gd name="connsiteY4" fmla="*/ 1711113 h 1761835"/>
                <a:gd name="connsiteX5" fmla="*/ 1589229 w 1770444"/>
                <a:gd name="connsiteY5" fmla="*/ 1176973 h 1761835"/>
                <a:gd name="connsiteX6" fmla="*/ 1306672 w 1770444"/>
                <a:gd name="connsiteY6" fmla="*/ 916817 h 1761835"/>
                <a:gd name="connsiteX7" fmla="*/ 1584814 w 1770444"/>
                <a:gd name="connsiteY7" fmla="*/ 510012 h 1761835"/>
                <a:gd name="connsiteX8" fmla="*/ 1373040 w 1770444"/>
                <a:gd name="connsiteY8" fmla="*/ 118574 h 1761835"/>
                <a:gd name="connsiteX9" fmla="*/ 895599 w 1770444"/>
                <a:gd name="connsiteY9" fmla="*/ 18960 h 1761835"/>
                <a:gd name="connsiteX10" fmla="*/ 288567 w 1770444"/>
                <a:gd name="connsiteY10" fmla="*/ 419258 h 1761835"/>
                <a:gd name="connsiteX0" fmla="*/ 288567 w 1592514"/>
                <a:gd name="connsiteY0" fmla="*/ 419258 h 1863058"/>
                <a:gd name="connsiteX1" fmla="*/ 88590 w 1592514"/>
                <a:gd name="connsiteY1" fmla="*/ 810676 h 1863058"/>
                <a:gd name="connsiteX2" fmla="*/ 10243 w 1592514"/>
                <a:gd name="connsiteY2" fmla="*/ 1608288 h 1863058"/>
                <a:gd name="connsiteX3" fmla="*/ 306327 w 1592514"/>
                <a:gd name="connsiteY3" fmla="*/ 1761835 h 1863058"/>
                <a:gd name="connsiteX4" fmla="*/ 1377650 w 1592514"/>
                <a:gd name="connsiteY4" fmla="*/ 1838393 h 1863058"/>
                <a:gd name="connsiteX5" fmla="*/ 1589229 w 1592514"/>
                <a:gd name="connsiteY5" fmla="*/ 1176973 h 1863058"/>
                <a:gd name="connsiteX6" fmla="*/ 1306672 w 1592514"/>
                <a:gd name="connsiteY6" fmla="*/ 916817 h 1863058"/>
                <a:gd name="connsiteX7" fmla="*/ 1584814 w 1592514"/>
                <a:gd name="connsiteY7" fmla="*/ 510012 h 1863058"/>
                <a:gd name="connsiteX8" fmla="*/ 1373040 w 1592514"/>
                <a:gd name="connsiteY8" fmla="*/ 118574 h 1863058"/>
                <a:gd name="connsiteX9" fmla="*/ 895599 w 1592514"/>
                <a:gd name="connsiteY9" fmla="*/ 18960 h 1863058"/>
                <a:gd name="connsiteX10" fmla="*/ 288567 w 1592514"/>
                <a:gd name="connsiteY10" fmla="*/ 419258 h 1863058"/>
                <a:gd name="connsiteX0" fmla="*/ 421322 w 1594935"/>
                <a:gd name="connsiteY0" fmla="*/ 616342 h 1876292"/>
                <a:gd name="connsiteX1" fmla="*/ 91011 w 1594935"/>
                <a:gd name="connsiteY1" fmla="*/ 823910 h 1876292"/>
                <a:gd name="connsiteX2" fmla="*/ 12664 w 1594935"/>
                <a:gd name="connsiteY2" fmla="*/ 1621522 h 1876292"/>
                <a:gd name="connsiteX3" fmla="*/ 308748 w 1594935"/>
                <a:gd name="connsiteY3" fmla="*/ 1775069 h 1876292"/>
                <a:gd name="connsiteX4" fmla="*/ 1380071 w 1594935"/>
                <a:gd name="connsiteY4" fmla="*/ 1851627 h 1876292"/>
                <a:gd name="connsiteX5" fmla="*/ 1591650 w 1594935"/>
                <a:gd name="connsiteY5" fmla="*/ 1190207 h 1876292"/>
                <a:gd name="connsiteX6" fmla="*/ 1309093 w 1594935"/>
                <a:gd name="connsiteY6" fmla="*/ 930051 h 1876292"/>
                <a:gd name="connsiteX7" fmla="*/ 1587235 w 1594935"/>
                <a:gd name="connsiteY7" fmla="*/ 523246 h 1876292"/>
                <a:gd name="connsiteX8" fmla="*/ 1375461 w 1594935"/>
                <a:gd name="connsiteY8" fmla="*/ 131808 h 1876292"/>
                <a:gd name="connsiteX9" fmla="*/ 898020 w 1594935"/>
                <a:gd name="connsiteY9" fmla="*/ 32194 h 1876292"/>
                <a:gd name="connsiteX10" fmla="*/ 421322 w 1594935"/>
                <a:gd name="connsiteY10" fmla="*/ 616342 h 1876292"/>
                <a:gd name="connsiteX0" fmla="*/ 413257 w 1586870"/>
                <a:gd name="connsiteY0" fmla="*/ 616342 h 1876292"/>
                <a:gd name="connsiteX1" fmla="*/ 140873 w 1586870"/>
                <a:gd name="connsiteY1" fmla="*/ 993617 h 1876292"/>
                <a:gd name="connsiteX2" fmla="*/ 4599 w 1586870"/>
                <a:gd name="connsiteY2" fmla="*/ 1621522 h 1876292"/>
                <a:gd name="connsiteX3" fmla="*/ 300683 w 1586870"/>
                <a:gd name="connsiteY3" fmla="*/ 1775069 h 1876292"/>
                <a:gd name="connsiteX4" fmla="*/ 1372006 w 1586870"/>
                <a:gd name="connsiteY4" fmla="*/ 1851627 h 1876292"/>
                <a:gd name="connsiteX5" fmla="*/ 1583585 w 1586870"/>
                <a:gd name="connsiteY5" fmla="*/ 1190207 h 1876292"/>
                <a:gd name="connsiteX6" fmla="*/ 1301028 w 1586870"/>
                <a:gd name="connsiteY6" fmla="*/ 930051 h 1876292"/>
                <a:gd name="connsiteX7" fmla="*/ 1579170 w 1586870"/>
                <a:gd name="connsiteY7" fmla="*/ 523246 h 1876292"/>
                <a:gd name="connsiteX8" fmla="*/ 1367396 w 1586870"/>
                <a:gd name="connsiteY8" fmla="*/ 131808 h 1876292"/>
                <a:gd name="connsiteX9" fmla="*/ 889955 w 1586870"/>
                <a:gd name="connsiteY9" fmla="*/ 32194 h 1876292"/>
                <a:gd name="connsiteX10" fmla="*/ 413257 w 1586870"/>
                <a:gd name="connsiteY10" fmla="*/ 616342 h 1876292"/>
                <a:gd name="connsiteX0" fmla="*/ 284962 w 1458575"/>
                <a:gd name="connsiteY0" fmla="*/ 616342 h 1908017"/>
                <a:gd name="connsiteX1" fmla="*/ 12578 w 1458575"/>
                <a:gd name="connsiteY1" fmla="*/ 993617 h 1908017"/>
                <a:gd name="connsiteX2" fmla="*/ 172388 w 1458575"/>
                <a:gd name="connsiteY2" fmla="*/ 1775069 h 1908017"/>
                <a:gd name="connsiteX3" fmla="*/ 1243711 w 1458575"/>
                <a:gd name="connsiteY3" fmla="*/ 1851627 h 1908017"/>
                <a:gd name="connsiteX4" fmla="*/ 1455290 w 1458575"/>
                <a:gd name="connsiteY4" fmla="*/ 1190207 h 1908017"/>
                <a:gd name="connsiteX5" fmla="*/ 1172733 w 1458575"/>
                <a:gd name="connsiteY5" fmla="*/ 930051 h 1908017"/>
                <a:gd name="connsiteX6" fmla="*/ 1450875 w 1458575"/>
                <a:gd name="connsiteY6" fmla="*/ 523246 h 1908017"/>
                <a:gd name="connsiteX7" fmla="*/ 1239101 w 1458575"/>
                <a:gd name="connsiteY7" fmla="*/ 131808 h 1908017"/>
                <a:gd name="connsiteX8" fmla="*/ 761660 w 1458575"/>
                <a:gd name="connsiteY8" fmla="*/ 32194 h 1908017"/>
                <a:gd name="connsiteX9" fmla="*/ 284962 w 1458575"/>
                <a:gd name="connsiteY9" fmla="*/ 616342 h 1908017"/>
                <a:gd name="connsiteX0" fmla="*/ 343858 w 1519131"/>
                <a:gd name="connsiteY0" fmla="*/ 616342 h 1885036"/>
                <a:gd name="connsiteX1" fmla="*/ 71474 w 1519131"/>
                <a:gd name="connsiteY1" fmla="*/ 993617 h 1885036"/>
                <a:gd name="connsiteX2" fmla="*/ 115432 w 1519131"/>
                <a:gd name="connsiteY2" fmla="*/ 1704358 h 1885036"/>
                <a:gd name="connsiteX3" fmla="*/ 1302607 w 1519131"/>
                <a:gd name="connsiteY3" fmla="*/ 1851627 h 1885036"/>
                <a:gd name="connsiteX4" fmla="*/ 1514186 w 1519131"/>
                <a:gd name="connsiteY4" fmla="*/ 1190207 h 1885036"/>
                <a:gd name="connsiteX5" fmla="*/ 1231629 w 1519131"/>
                <a:gd name="connsiteY5" fmla="*/ 930051 h 1885036"/>
                <a:gd name="connsiteX6" fmla="*/ 1509771 w 1519131"/>
                <a:gd name="connsiteY6" fmla="*/ 523246 h 1885036"/>
                <a:gd name="connsiteX7" fmla="*/ 1297997 w 1519131"/>
                <a:gd name="connsiteY7" fmla="*/ 131808 h 1885036"/>
                <a:gd name="connsiteX8" fmla="*/ 820556 w 1519131"/>
                <a:gd name="connsiteY8" fmla="*/ 32194 h 1885036"/>
                <a:gd name="connsiteX9" fmla="*/ 343858 w 1519131"/>
                <a:gd name="connsiteY9" fmla="*/ 616342 h 1885036"/>
                <a:gd name="connsiteX0" fmla="*/ 343858 w 1549812"/>
                <a:gd name="connsiteY0" fmla="*/ 616342 h 1800235"/>
                <a:gd name="connsiteX1" fmla="*/ 71474 w 1549812"/>
                <a:gd name="connsiteY1" fmla="*/ 993617 h 1800235"/>
                <a:gd name="connsiteX2" fmla="*/ 115432 w 1549812"/>
                <a:gd name="connsiteY2" fmla="*/ 1704358 h 1800235"/>
                <a:gd name="connsiteX3" fmla="*/ 1389496 w 1549812"/>
                <a:gd name="connsiteY3" fmla="*/ 1724347 h 1800235"/>
                <a:gd name="connsiteX4" fmla="*/ 1514186 w 1549812"/>
                <a:gd name="connsiteY4" fmla="*/ 1190207 h 1800235"/>
                <a:gd name="connsiteX5" fmla="*/ 1231629 w 1549812"/>
                <a:gd name="connsiteY5" fmla="*/ 930051 h 1800235"/>
                <a:gd name="connsiteX6" fmla="*/ 1509771 w 1549812"/>
                <a:gd name="connsiteY6" fmla="*/ 523246 h 1800235"/>
                <a:gd name="connsiteX7" fmla="*/ 1297997 w 1549812"/>
                <a:gd name="connsiteY7" fmla="*/ 131808 h 1800235"/>
                <a:gd name="connsiteX8" fmla="*/ 820556 w 1549812"/>
                <a:gd name="connsiteY8" fmla="*/ 32194 h 1800235"/>
                <a:gd name="connsiteX9" fmla="*/ 343858 w 1549812"/>
                <a:gd name="connsiteY9" fmla="*/ 616342 h 180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9812" h="1800235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13" name="Freeform 417">
              <a:extLst>
                <a:ext uri="{FF2B5EF4-FFF2-40B4-BE49-F238E27FC236}">
                  <a16:creationId xmlns:a16="http://schemas.microsoft.com/office/drawing/2014/main" id="{22352293-C7A6-4C41-9DD8-CAA48CB29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7287" y="1795939"/>
              <a:ext cx="1736725" cy="1317704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14" name="Group 418">
              <a:extLst>
                <a:ext uri="{FF2B5EF4-FFF2-40B4-BE49-F238E27FC236}">
                  <a16:creationId xmlns:a16="http://schemas.microsoft.com/office/drawing/2014/main" id="{BE0D451A-5CE4-4C4B-B3DF-A408288ED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369" name="Rectangle 419">
                <a:extLst>
                  <a:ext uri="{FF2B5EF4-FFF2-40B4-BE49-F238E27FC236}">
                    <a16:creationId xmlns:a16="http://schemas.microsoft.com/office/drawing/2014/main" id="{F39DA03D-3BDA-2344-B3D3-3A95FB5EE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0" name="AutoShape 420">
                <a:extLst>
                  <a:ext uri="{FF2B5EF4-FFF2-40B4-BE49-F238E27FC236}">
                    <a16:creationId xmlns:a16="http://schemas.microsoft.com/office/drawing/2014/main" id="{579866B0-F884-A84A-B74A-EFEA50EBF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" name="Freeform 427">
              <a:extLst>
                <a:ext uri="{FF2B5EF4-FFF2-40B4-BE49-F238E27FC236}">
                  <a16:creationId xmlns:a16="http://schemas.microsoft.com/office/drawing/2014/main" id="{3F97D486-CCD5-C043-940C-EC1740EC7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5612" y="4653038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66" name="Text Box 580">
              <a:extLst>
                <a:ext uri="{FF2B5EF4-FFF2-40B4-BE49-F238E27FC236}">
                  <a16:creationId xmlns:a16="http://schemas.microsoft.com/office/drawing/2014/main" id="{16C4E384-62E0-DC41-883F-EB2C4C99F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2485" y="1458365"/>
              <a:ext cx="1458092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 dirty="0">
                  <a:latin typeface="+mn-lt"/>
                </a:rPr>
                <a:t>mobile network</a:t>
              </a:r>
            </a:p>
          </p:txBody>
        </p:sp>
        <p:sp>
          <p:nvSpPr>
            <p:cNvPr id="69" name="Text Box 580">
              <a:extLst>
                <a:ext uri="{FF2B5EF4-FFF2-40B4-BE49-F238E27FC236}">
                  <a16:creationId xmlns:a16="http://schemas.microsoft.com/office/drawing/2014/main" id="{9AC056F8-729E-D344-BD7D-9178102179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4046" y="4161826"/>
              <a:ext cx="1955645" cy="295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 dirty="0">
                  <a:latin typeface="+mn-lt"/>
                </a:rPr>
                <a:t>home network</a:t>
              </a:r>
            </a:p>
          </p:txBody>
        </p:sp>
        <p:sp>
          <p:nvSpPr>
            <p:cNvPr id="70" name="Text Box 580">
              <a:extLst>
                <a:ext uri="{FF2B5EF4-FFF2-40B4-BE49-F238E27FC236}">
                  <a16:creationId xmlns:a16="http://schemas.microsoft.com/office/drawing/2014/main" id="{8A1A4F41-0243-4946-9F02-F301CBD59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0118" y="5749679"/>
              <a:ext cx="1368324" cy="467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 dirty="0">
                  <a:latin typeface="+mn-lt"/>
                </a:rPr>
                <a:t>enterprise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 dirty="0">
                  <a:latin typeface="+mn-lt"/>
                </a:rPr>
                <a:t>          network</a:t>
              </a:r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C89E7C56-1DE4-7143-8EEB-E5965035CC42}"/>
                </a:ext>
              </a:extLst>
            </p:cNvPr>
            <p:cNvSpPr/>
            <p:nvPr/>
          </p:nvSpPr>
          <p:spPr>
            <a:xfrm>
              <a:off x="10285357" y="3149444"/>
              <a:ext cx="1273167" cy="1935748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534770"/>
                <a:gd name="connsiteY0" fmla="*/ 553225 h 1800672"/>
                <a:gd name="connsiteX1" fmla="*/ 3 w 1534770"/>
                <a:gd name="connsiteY1" fmla="*/ 958784 h 1800672"/>
                <a:gd name="connsiteX2" fmla="*/ 367657 w 1534770"/>
                <a:gd name="connsiteY2" fmla="*/ 1526890 h 1800672"/>
                <a:gd name="connsiteX3" fmla="*/ 1186523 w 1534770"/>
                <a:gd name="connsiteY3" fmla="*/ 1794234 h 1800672"/>
                <a:gd name="connsiteX4" fmla="*/ 1520754 w 1534770"/>
                <a:gd name="connsiteY4" fmla="*/ 1276255 h 1800672"/>
                <a:gd name="connsiteX5" fmla="*/ 1468513 w 1534770"/>
                <a:gd name="connsiteY5" fmla="*/ 691440 h 1800672"/>
                <a:gd name="connsiteX6" fmla="*/ 1435794 w 1534770"/>
                <a:gd name="connsiteY6" fmla="*/ 107761 h 1800672"/>
                <a:gd name="connsiteX7" fmla="*/ 839087 w 1534770"/>
                <a:gd name="connsiteY7" fmla="*/ 39789 h 1800672"/>
                <a:gd name="connsiteX8" fmla="*/ 360355 w 1534770"/>
                <a:gd name="connsiteY8" fmla="*/ 553225 h 1800672"/>
                <a:gd name="connsiteX0" fmla="*/ 360355 w 1580585"/>
                <a:gd name="connsiteY0" fmla="*/ 553225 h 1880420"/>
                <a:gd name="connsiteX1" fmla="*/ 3 w 1580585"/>
                <a:gd name="connsiteY1" fmla="*/ 958784 h 1880420"/>
                <a:gd name="connsiteX2" fmla="*/ 367657 w 1580585"/>
                <a:gd name="connsiteY2" fmla="*/ 1526890 h 1880420"/>
                <a:gd name="connsiteX3" fmla="*/ 1186523 w 1580585"/>
                <a:gd name="connsiteY3" fmla="*/ 1794234 h 1880420"/>
                <a:gd name="connsiteX4" fmla="*/ 1570188 w 1580585"/>
                <a:gd name="connsiteY4" fmla="*/ 1785433 h 1880420"/>
                <a:gd name="connsiteX5" fmla="*/ 1468513 w 1580585"/>
                <a:gd name="connsiteY5" fmla="*/ 691440 h 1880420"/>
                <a:gd name="connsiteX6" fmla="*/ 1435794 w 1580585"/>
                <a:gd name="connsiteY6" fmla="*/ 107761 h 1880420"/>
                <a:gd name="connsiteX7" fmla="*/ 839087 w 1580585"/>
                <a:gd name="connsiteY7" fmla="*/ 39789 h 1880420"/>
                <a:gd name="connsiteX8" fmla="*/ 360355 w 1580585"/>
                <a:gd name="connsiteY8" fmla="*/ 553225 h 1880420"/>
                <a:gd name="connsiteX0" fmla="*/ 316588 w 1580732"/>
                <a:gd name="connsiteY0" fmla="*/ 359285 h 1867156"/>
                <a:gd name="connsiteX1" fmla="*/ 150 w 1580732"/>
                <a:gd name="connsiteY1" fmla="*/ 945520 h 1867156"/>
                <a:gd name="connsiteX2" fmla="*/ 367804 w 1580732"/>
                <a:gd name="connsiteY2" fmla="*/ 1513626 h 1867156"/>
                <a:gd name="connsiteX3" fmla="*/ 1186670 w 1580732"/>
                <a:gd name="connsiteY3" fmla="*/ 1780970 h 1867156"/>
                <a:gd name="connsiteX4" fmla="*/ 1570335 w 1580732"/>
                <a:gd name="connsiteY4" fmla="*/ 1772169 h 1867156"/>
                <a:gd name="connsiteX5" fmla="*/ 1468660 w 1580732"/>
                <a:gd name="connsiteY5" fmla="*/ 678176 h 1867156"/>
                <a:gd name="connsiteX6" fmla="*/ 1435941 w 1580732"/>
                <a:gd name="connsiteY6" fmla="*/ 94497 h 1867156"/>
                <a:gd name="connsiteX7" fmla="*/ 839234 w 1580732"/>
                <a:gd name="connsiteY7" fmla="*/ 26525 h 1867156"/>
                <a:gd name="connsiteX8" fmla="*/ 316588 w 1580732"/>
                <a:gd name="connsiteY8" fmla="*/ 359285 h 1867156"/>
                <a:gd name="connsiteX0" fmla="*/ 163575 w 1427719"/>
                <a:gd name="connsiteY0" fmla="*/ 359285 h 1867156"/>
                <a:gd name="connsiteX1" fmla="*/ 836 w 1427719"/>
                <a:gd name="connsiteY1" fmla="*/ 1076921 h 1867156"/>
                <a:gd name="connsiteX2" fmla="*/ 214791 w 1427719"/>
                <a:gd name="connsiteY2" fmla="*/ 1513626 h 1867156"/>
                <a:gd name="connsiteX3" fmla="*/ 1033657 w 1427719"/>
                <a:gd name="connsiteY3" fmla="*/ 1780970 h 1867156"/>
                <a:gd name="connsiteX4" fmla="*/ 1417322 w 1427719"/>
                <a:gd name="connsiteY4" fmla="*/ 1772169 h 1867156"/>
                <a:gd name="connsiteX5" fmla="*/ 1315647 w 1427719"/>
                <a:gd name="connsiteY5" fmla="*/ 678176 h 1867156"/>
                <a:gd name="connsiteX6" fmla="*/ 1282928 w 1427719"/>
                <a:gd name="connsiteY6" fmla="*/ 94497 h 1867156"/>
                <a:gd name="connsiteX7" fmla="*/ 686221 w 1427719"/>
                <a:gd name="connsiteY7" fmla="*/ 26525 h 1867156"/>
                <a:gd name="connsiteX8" fmla="*/ 163575 w 1427719"/>
                <a:gd name="connsiteY8" fmla="*/ 359285 h 1867156"/>
                <a:gd name="connsiteX0" fmla="*/ 163575 w 1426632"/>
                <a:gd name="connsiteY0" fmla="*/ 394322 h 1902193"/>
                <a:gd name="connsiteX1" fmla="*/ 836 w 1426632"/>
                <a:gd name="connsiteY1" fmla="*/ 1111958 h 1902193"/>
                <a:gd name="connsiteX2" fmla="*/ 214791 w 1426632"/>
                <a:gd name="connsiteY2" fmla="*/ 1548663 h 1902193"/>
                <a:gd name="connsiteX3" fmla="*/ 1033657 w 1426632"/>
                <a:gd name="connsiteY3" fmla="*/ 1816007 h 1902193"/>
                <a:gd name="connsiteX4" fmla="*/ 1417322 w 1426632"/>
                <a:gd name="connsiteY4" fmla="*/ 1807206 h 1902193"/>
                <a:gd name="connsiteX5" fmla="*/ 1315647 w 1426632"/>
                <a:gd name="connsiteY5" fmla="*/ 713213 h 1902193"/>
                <a:gd name="connsiteX6" fmla="*/ 1401843 w 1426632"/>
                <a:gd name="connsiteY6" fmla="*/ 63834 h 1902193"/>
                <a:gd name="connsiteX7" fmla="*/ 686221 w 1426632"/>
                <a:gd name="connsiteY7" fmla="*/ 61562 h 1902193"/>
                <a:gd name="connsiteX8" fmla="*/ 163575 w 1426632"/>
                <a:gd name="connsiteY8" fmla="*/ 394322 h 1902193"/>
                <a:gd name="connsiteX0" fmla="*/ 163575 w 1435249"/>
                <a:gd name="connsiteY0" fmla="*/ 394322 h 1885560"/>
                <a:gd name="connsiteX1" fmla="*/ 836 w 1435249"/>
                <a:gd name="connsiteY1" fmla="*/ 1111958 h 1885560"/>
                <a:gd name="connsiteX2" fmla="*/ 214791 w 1435249"/>
                <a:gd name="connsiteY2" fmla="*/ 1548663 h 1885560"/>
                <a:gd name="connsiteX3" fmla="*/ 1033657 w 1435249"/>
                <a:gd name="connsiteY3" fmla="*/ 1816007 h 1885560"/>
                <a:gd name="connsiteX4" fmla="*/ 1417322 w 1435249"/>
                <a:gd name="connsiteY4" fmla="*/ 1807206 h 1885560"/>
                <a:gd name="connsiteX5" fmla="*/ 1375103 w 1435249"/>
                <a:gd name="connsiteY5" fmla="*/ 943164 h 1885560"/>
                <a:gd name="connsiteX6" fmla="*/ 1401843 w 1435249"/>
                <a:gd name="connsiteY6" fmla="*/ 63834 h 1885560"/>
                <a:gd name="connsiteX7" fmla="*/ 686221 w 1435249"/>
                <a:gd name="connsiteY7" fmla="*/ 61562 h 1885560"/>
                <a:gd name="connsiteX8" fmla="*/ 163575 w 1435249"/>
                <a:gd name="connsiteY8" fmla="*/ 394322 h 1885560"/>
                <a:gd name="connsiteX0" fmla="*/ 128947 w 1438213"/>
                <a:gd name="connsiteY0" fmla="*/ 345176 h 1883146"/>
                <a:gd name="connsiteX1" fmla="*/ 3802 w 1438213"/>
                <a:gd name="connsiteY1" fmla="*/ 1109544 h 1883146"/>
                <a:gd name="connsiteX2" fmla="*/ 217757 w 1438213"/>
                <a:gd name="connsiteY2" fmla="*/ 1546249 h 1883146"/>
                <a:gd name="connsiteX3" fmla="*/ 1036623 w 1438213"/>
                <a:gd name="connsiteY3" fmla="*/ 1813593 h 1883146"/>
                <a:gd name="connsiteX4" fmla="*/ 1420288 w 1438213"/>
                <a:gd name="connsiteY4" fmla="*/ 1804792 h 1883146"/>
                <a:gd name="connsiteX5" fmla="*/ 1378069 w 1438213"/>
                <a:gd name="connsiteY5" fmla="*/ 940750 h 1883146"/>
                <a:gd name="connsiteX6" fmla="*/ 1404809 w 1438213"/>
                <a:gd name="connsiteY6" fmla="*/ 61420 h 1883146"/>
                <a:gd name="connsiteX7" fmla="*/ 689187 w 1438213"/>
                <a:gd name="connsiteY7" fmla="*/ 59148 h 1883146"/>
                <a:gd name="connsiteX8" fmla="*/ 128947 w 1438213"/>
                <a:gd name="connsiteY8" fmla="*/ 345176 h 1883146"/>
                <a:gd name="connsiteX0" fmla="*/ 126587 w 1435854"/>
                <a:gd name="connsiteY0" fmla="*/ 353278 h 1891248"/>
                <a:gd name="connsiteX1" fmla="*/ 1442 w 1435854"/>
                <a:gd name="connsiteY1" fmla="*/ 1117646 h 1891248"/>
                <a:gd name="connsiteX2" fmla="*/ 215397 w 1435854"/>
                <a:gd name="connsiteY2" fmla="*/ 1554351 h 1891248"/>
                <a:gd name="connsiteX3" fmla="*/ 1034263 w 1435854"/>
                <a:gd name="connsiteY3" fmla="*/ 1821695 h 1891248"/>
                <a:gd name="connsiteX4" fmla="*/ 1417928 w 1435854"/>
                <a:gd name="connsiteY4" fmla="*/ 1812894 h 1891248"/>
                <a:gd name="connsiteX5" fmla="*/ 1375709 w 1435854"/>
                <a:gd name="connsiteY5" fmla="*/ 948852 h 1891248"/>
                <a:gd name="connsiteX6" fmla="*/ 1402449 w 1435854"/>
                <a:gd name="connsiteY6" fmla="*/ 69522 h 1891248"/>
                <a:gd name="connsiteX7" fmla="*/ 221605 w 1435854"/>
                <a:gd name="connsiteY7" fmla="*/ 47778 h 1891248"/>
                <a:gd name="connsiteX8" fmla="*/ 126587 w 1435854"/>
                <a:gd name="connsiteY8" fmla="*/ 353278 h 1891248"/>
                <a:gd name="connsiteX0" fmla="*/ 35803 w 1453152"/>
                <a:gd name="connsiteY0" fmla="*/ 439993 h 1896181"/>
                <a:gd name="connsiteX1" fmla="*/ 18740 w 1453152"/>
                <a:gd name="connsiteY1" fmla="*/ 1122579 h 1896181"/>
                <a:gd name="connsiteX2" fmla="*/ 232695 w 1453152"/>
                <a:gd name="connsiteY2" fmla="*/ 1559284 h 1896181"/>
                <a:gd name="connsiteX3" fmla="*/ 1051561 w 1453152"/>
                <a:gd name="connsiteY3" fmla="*/ 1826628 h 1896181"/>
                <a:gd name="connsiteX4" fmla="*/ 1435226 w 1453152"/>
                <a:gd name="connsiteY4" fmla="*/ 1817827 h 1896181"/>
                <a:gd name="connsiteX5" fmla="*/ 1393007 w 1453152"/>
                <a:gd name="connsiteY5" fmla="*/ 953785 h 1896181"/>
                <a:gd name="connsiteX6" fmla="*/ 1419747 w 1453152"/>
                <a:gd name="connsiteY6" fmla="*/ 74455 h 1896181"/>
                <a:gd name="connsiteX7" fmla="*/ 238903 w 1453152"/>
                <a:gd name="connsiteY7" fmla="*/ 52711 h 1896181"/>
                <a:gd name="connsiteX8" fmla="*/ 35803 w 1453152"/>
                <a:gd name="connsiteY8" fmla="*/ 439993 h 1896181"/>
                <a:gd name="connsiteX0" fmla="*/ 35803 w 1447873"/>
                <a:gd name="connsiteY0" fmla="*/ 439993 h 1952840"/>
                <a:gd name="connsiteX1" fmla="*/ 18740 w 1447873"/>
                <a:gd name="connsiteY1" fmla="*/ 1122579 h 1952840"/>
                <a:gd name="connsiteX2" fmla="*/ 232695 w 1447873"/>
                <a:gd name="connsiteY2" fmla="*/ 1559284 h 1952840"/>
                <a:gd name="connsiteX3" fmla="*/ 1130848 w 1447873"/>
                <a:gd name="connsiteY3" fmla="*/ 1925181 h 1952840"/>
                <a:gd name="connsiteX4" fmla="*/ 1435226 w 1447873"/>
                <a:gd name="connsiteY4" fmla="*/ 1817827 h 1952840"/>
                <a:gd name="connsiteX5" fmla="*/ 1393007 w 1447873"/>
                <a:gd name="connsiteY5" fmla="*/ 953785 h 1952840"/>
                <a:gd name="connsiteX6" fmla="*/ 1419747 w 1447873"/>
                <a:gd name="connsiteY6" fmla="*/ 74455 h 1952840"/>
                <a:gd name="connsiteX7" fmla="*/ 238903 w 1447873"/>
                <a:gd name="connsiteY7" fmla="*/ 52711 h 1952840"/>
                <a:gd name="connsiteX8" fmla="*/ 35803 w 1447873"/>
                <a:gd name="connsiteY8" fmla="*/ 439993 h 195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7873" h="1952840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9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96BCCD85-1D07-EF4E-A878-EC23CD23096A}"/>
                </a:ext>
              </a:extLst>
            </p:cNvPr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D6FAD5AB-6E93-5E47-BE32-4993FD767B8F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50"/>
              </a:p>
            </p:txBody>
          </p:sp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2A115C8B-7EC0-084D-A3CF-7AEF0487F301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50"/>
              </a:p>
            </p:txBody>
          </p: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16F8043F-8502-904C-9632-B3658D71B8BE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B4B3A6DE-2E70-F74C-8CA1-13247C912682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385">
                <a:extLst>
                  <a:ext uri="{FF2B5EF4-FFF2-40B4-BE49-F238E27FC236}">
                    <a16:creationId xmlns:a16="http://schemas.microsoft.com/office/drawing/2014/main" id="{4B9DB078-BD58-F64A-B873-E1187205EB94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386">
                <a:extLst>
                  <a:ext uri="{FF2B5EF4-FFF2-40B4-BE49-F238E27FC236}">
                    <a16:creationId xmlns:a16="http://schemas.microsoft.com/office/drawing/2014/main" id="{D321DD82-9D22-0B49-ADF9-8BE310E97E71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18A2FB0C-53B9-5248-AA65-9BA9B429FC4C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44FBB965-69F3-F546-AE9F-4AD14078F37E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BDA3EF41-5873-7D4B-8A04-F8D62DFD2DB6}"/>
                </a:ext>
              </a:extLst>
            </p:cNvPr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399" name="Freeform 398">
                <a:extLst>
                  <a:ext uri="{FF2B5EF4-FFF2-40B4-BE49-F238E27FC236}">
                    <a16:creationId xmlns:a16="http://schemas.microsoft.com/office/drawing/2014/main" id="{325473B9-6F55-684D-B22D-FF70325540CE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50"/>
              </a:p>
            </p:txBody>
          </p:sp>
          <p:sp>
            <p:nvSpPr>
              <p:cNvPr id="400" name="Freeform 399">
                <a:extLst>
                  <a:ext uri="{FF2B5EF4-FFF2-40B4-BE49-F238E27FC236}">
                    <a16:creationId xmlns:a16="http://schemas.microsoft.com/office/drawing/2014/main" id="{06CE85F7-18B2-3947-975F-CEA32EE2FBA7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50"/>
              </a:p>
            </p:txBody>
          </p: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F3F3D0FA-374D-9147-8047-2B7B3AAF05DF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AFF00F79-7128-E243-BBD5-A97200EABABC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402">
                <a:extLst>
                  <a:ext uri="{FF2B5EF4-FFF2-40B4-BE49-F238E27FC236}">
                    <a16:creationId xmlns:a16="http://schemas.microsoft.com/office/drawing/2014/main" id="{729D9C8D-B396-A049-9B7A-BE878812629D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4B32C41F-58E3-CC4F-9625-B6688BEB2140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58933865-B1C6-3244-A0F5-136E4C6DD92E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76C939A7-C3F0-5A45-B81D-4E775CF1C92C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2" name="Freeform 561">
              <a:extLst>
                <a:ext uri="{FF2B5EF4-FFF2-40B4-BE49-F238E27FC236}">
                  <a16:creationId xmlns:a16="http://schemas.microsoft.com/office/drawing/2014/main" id="{BE088278-C41B-3E4A-87CE-FD65749FA13D}"/>
                </a:ext>
              </a:extLst>
            </p:cNvPr>
            <p:cNvSpPr/>
            <p:nvPr/>
          </p:nvSpPr>
          <p:spPr>
            <a:xfrm>
              <a:off x="9604024" y="1751946"/>
              <a:ext cx="1497864" cy="138645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494463"/>
                <a:gd name="connsiteY0" fmla="*/ 534641 h 1775651"/>
                <a:gd name="connsiteX1" fmla="*/ 3 w 1494463"/>
                <a:gd name="connsiteY1" fmla="*/ 940200 h 1775651"/>
                <a:gd name="connsiteX2" fmla="*/ 367657 w 1494463"/>
                <a:gd name="connsiteY2" fmla="*/ 1508306 h 1775651"/>
                <a:gd name="connsiteX3" fmla="*/ 1186523 w 1494463"/>
                <a:gd name="connsiteY3" fmla="*/ 1775650 h 1775651"/>
                <a:gd name="connsiteX4" fmla="*/ 1467465 w 1494463"/>
                <a:gd name="connsiteY4" fmla="*/ 1510813 h 1775651"/>
                <a:gd name="connsiteX5" fmla="*/ 1468513 w 1494463"/>
                <a:gd name="connsiteY5" fmla="*/ 672856 h 1775651"/>
                <a:gd name="connsiteX6" fmla="*/ 1336927 w 1494463"/>
                <a:gd name="connsiteY6" fmla="*/ 154877 h 1775651"/>
                <a:gd name="connsiteX7" fmla="*/ 839087 w 1494463"/>
                <a:gd name="connsiteY7" fmla="*/ 21205 h 1775651"/>
                <a:gd name="connsiteX8" fmla="*/ 360355 w 1494463"/>
                <a:gd name="connsiteY8" fmla="*/ 534641 h 1775651"/>
                <a:gd name="connsiteX0" fmla="*/ 360355 w 1491064"/>
                <a:gd name="connsiteY0" fmla="*/ 552327 h 1793337"/>
                <a:gd name="connsiteX1" fmla="*/ 3 w 1491064"/>
                <a:gd name="connsiteY1" fmla="*/ 957886 h 1793337"/>
                <a:gd name="connsiteX2" fmla="*/ 367657 w 1491064"/>
                <a:gd name="connsiteY2" fmla="*/ 1525992 h 1793337"/>
                <a:gd name="connsiteX3" fmla="*/ 1186523 w 1491064"/>
                <a:gd name="connsiteY3" fmla="*/ 1793336 h 1793337"/>
                <a:gd name="connsiteX4" fmla="*/ 1467465 w 1491064"/>
                <a:gd name="connsiteY4" fmla="*/ 1528499 h 1793337"/>
                <a:gd name="connsiteX5" fmla="*/ 1468513 w 1491064"/>
                <a:gd name="connsiteY5" fmla="*/ 690542 h 1793337"/>
                <a:gd name="connsiteX6" fmla="*/ 1407977 w 1491064"/>
                <a:gd name="connsiteY6" fmla="*/ 109278 h 1793337"/>
                <a:gd name="connsiteX7" fmla="*/ 839087 w 1491064"/>
                <a:gd name="connsiteY7" fmla="*/ 38891 h 1793337"/>
                <a:gd name="connsiteX8" fmla="*/ 360355 w 1491064"/>
                <a:gd name="connsiteY8" fmla="*/ 552327 h 1793337"/>
                <a:gd name="connsiteX0" fmla="*/ 360355 w 1502818"/>
                <a:gd name="connsiteY0" fmla="*/ 552327 h 1612281"/>
                <a:gd name="connsiteX1" fmla="*/ 3 w 1502818"/>
                <a:gd name="connsiteY1" fmla="*/ 957886 h 1612281"/>
                <a:gd name="connsiteX2" fmla="*/ 367657 w 1502818"/>
                <a:gd name="connsiteY2" fmla="*/ 1525992 h 1612281"/>
                <a:gd name="connsiteX3" fmla="*/ 1026659 w 1502818"/>
                <a:gd name="connsiteY3" fmla="*/ 1582385 h 1612281"/>
                <a:gd name="connsiteX4" fmla="*/ 1467465 w 1502818"/>
                <a:gd name="connsiteY4" fmla="*/ 1528499 h 1612281"/>
                <a:gd name="connsiteX5" fmla="*/ 1468513 w 1502818"/>
                <a:gd name="connsiteY5" fmla="*/ 690542 h 1612281"/>
                <a:gd name="connsiteX6" fmla="*/ 1407977 w 1502818"/>
                <a:gd name="connsiteY6" fmla="*/ 109278 h 1612281"/>
                <a:gd name="connsiteX7" fmla="*/ 839087 w 1502818"/>
                <a:gd name="connsiteY7" fmla="*/ 38891 h 1612281"/>
                <a:gd name="connsiteX8" fmla="*/ 360355 w 1502818"/>
                <a:gd name="connsiteY8" fmla="*/ 552327 h 1612281"/>
                <a:gd name="connsiteX0" fmla="*/ 360384 w 1502847"/>
                <a:gd name="connsiteY0" fmla="*/ 552327 h 1803602"/>
                <a:gd name="connsiteX1" fmla="*/ 32 w 1502847"/>
                <a:gd name="connsiteY1" fmla="*/ 957886 h 1803602"/>
                <a:gd name="connsiteX2" fmla="*/ 385448 w 1502847"/>
                <a:gd name="connsiteY2" fmla="*/ 1779134 h 1803602"/>
                <a:gd name="connsiteX3" fmla="*/ 1026688 w 1502847"/>
                <a:gd name="connsiteY3" fmla="*/ 1582385 h 1803602"/>
                <a:gd name="connsiteX4" fmla="*/ 1467494 w 1502847"/>
                <a:gd name="connsiteY4" fmla="*/ 1528499 h 1803602"/>
                <a:gd name="connsiteX5" fmla="*/ 1468542 w 1502847"/>
                <a:gd name="connsiteY5" fmla="*/ 690542 h 1803602"/>
                <a:gd name="connsiteX6" fmla="*/ 1408006 w 1502847"/>
                <a:gd name="connsiteY6" fmla="*/ 109278 h 1803602"/>
                <a:gd name="connsiteX7" fmla="*/ 839116 w 1502847"/>
                <a:gd name="connsiteY7" fmla="*/ 38891 h 1803602"/>
                <a:gd name="connsiteX8" fmla="*/ 360384 w 1502847"/>
                <a:gd name="connsiteY8" fmla="*/ 552327 h 1803602"/>
                <a:gd name="connsiteX0" fmla="*/ 360384 w 1502847"/>
                <a:gd name="connsiteY0" fmla="*/ 552327 h 1826319"/>
                <a:gd name="connsiteX1" fmla="*/ 32 w 1502847"/>
                <a:gd name="connsiteY1" fmla="*/ 957886 h 1826319"/>
                <a:gd name="connsiteX2" fmla="*/ 385448 w 1502847"/>
                <a:gd name="connsiteY2" fmla="*/ 1779134 h 1826319"/>
                <a:gd name="connsiteX3" fmla="*/ 1026688 w 1502847"/>
                <a:gd name="connsiteY3" fmla="*/ 1582385 h 1826319"/>
                <a:gd name="connsiteX4" fmla="*/ 1467494 w 1502847"/>
                <a:gd name="connsiteY4" fmla="*/ 1528499 h 1826319"/>
                <a:gd name="connsiteX5" fmla="*/ 1468542 w 1502847"/>
                <a:gd name="connsiteY5" fmla="*/ 690542 h 1826319"/>
                <a:gd name="connsiteX6" fmla="*/ 1408006 w 1502847"/>
                <a:gd name="connsiteY6" fmla="*/ 109278 h 1826319"/>
                <a:gd name="connsiteX7" fmla="*/ 839116 w 1502847"/>
                <a:gd name="connsiteY7" fmla="*/ 38891 h 1826319"/>
                <a:gd name="connsiteX8" fmla="*/ 360384 w 1502847"/>
                <a:gd name="connsiteY8" fmla="*/ 552327 h 1826319"/>
                <a:gd name="connsiteX0" fmla="*/ 289852 w 1503366"/>
                <a:gd name="connsiteY0" fmla="*/ 461730 h 1820101"/>
                <a:gd name="connsiteX1" fmla="*/ 551 w 1503366"/>
                <a:gd name="connsiteY1" fmla="*/ 951668 h 1820101"/>
                <a:gd name="connsiteX2" fmla="*/ 385967 w 1503366"/>
                <a:gd name="connsiteY2" fmla="*/ 1772916 h 1820101"/>
                <a:gd name="connsiteX3" fmla="*/ 1027207 w 1503366"/>
                <a:gd name="connsiteY3" fmla="*/ 1576167 h 1820101"/>
                <a:gd name="connsiteX4" fmla="*/ 1468013 w 1503366"/>
                <a:gd name="connsiteY4" fmla="*/ 1522281 h 1820101"/>
                <a:gd name="connsiteX5" fmla="*/ 1469061 w 1503366"/>
                <a:gd name="connsiteY5" fmla="*/ 684324 h 1820101"/>
                <a:gd name="connsiteX6" fmla="*/ 1408525 w 1503366"/>
                <a:gd name="connsiteY6" fmla="*/ 103060 h 1820101"/>
                <a:gd name="connsiteX7" fmla="*/ 839635 w 1503366"/>
                <a:gd name="connsiteY7" fmla="*/ 32673 h 1820101"/>
                <a:gd name="connsiteX8" fmla="*/ 289852 w 1503366"/>
                <a:gd name="connsiteY8" fmla="*/ 461730 h 1820101"/>
                <a:gd name="connsiteX0" fmla="*/ 293376 w 1506890"/>
                <a:gd name="connsiteY0" fmla="*/ 461730 h 1820101"/>
                <a:gd name="connsiteX1" fmla="*/ 4075 w 1506890"/>
                <a:gd name="connsiteY1" fmla="*/ 951668 h 1820101"/>
                <a:gd name="connsiteX2" fmla="*/ 389491 w 1506890"/>
                <a:gd name="connsiteY2" fmla="*/ 1772916 h 1820101"/>
                <a:gd name="connsiteX3" fmla="*/ 1030731 w 1506890"/>
                <a:gd name="connsiteY3" fmla="*/ 1576167 h 1820101"/>
                <a:gd name="connsiteX4" fmla="*/ 1471537 w 1506890"/>
                <a:gd name="connsiteY4" fmla="*/ 1522281 h 1820101"/>
                <a:gd name="connsiteX5" fmla="*/ 1472585 w 1506890"/>
                <a:gd name="connsiteY5" fmla="*/ 684324 h 1820101"/>
                <a:gd name="connsiteX6" fmla="*/ 1412049 w 1506890"/>
                <a:gd name="connsiteY6" fmla="*/ 103060 h 1820101"/>
                <a:gd name="connsiteX7" fmla="*/ 843159 w 1506890"/>
                <a:gd name="connsiteY7" fmla="*/ 32673 h 1820101"/>
                <a:gd name="connsiteX8" fmla="*/ 293376 w 1506890"/>
                <a:gd name="connsiteY8" fmla="*/ 461730 h 1820101"/>
                <a:gd name="connsiteX0" fmla="*/ 203955 w 1545103"/>
                <a:gd name="connsiteY0" fmla="*/ 206126 h 1802639"/>
                <a:gd name="connsiteX1" fmla="*/ 42288 w 1545103"/>
                <a:gd name="connsiteY1" fmla="*/ 934206 h 1802639"/>
                <a:gd name="connsiteX2" fmla="*/ 427704 w 1545103"/>
                <a:gd name="connsiteY2" fmla="*/ 1755454 h 1802639"/>
                <a:gd name="connsiteX3" fmla="*/ 1068944 w 1545103"/>
                <a:gd name="connsiteY3" fmla="*/ 1558705 h 1802639"/>
                <a:gd name="connsiteX4" fmla="*/ 1509750 w 1545103"/>
                <a:gd name="connsiteY4" fmla="*/ 1504819 h 1802639"/>
                <a:gd name="connsiteX5" fmla="*/ 1510798 w 1545103"/>
                <a:gd name="connsiteY5" fmla="*/ 666862 h 1802639"/>
                <a:gd name="connsiteX6" fmla="*/ 1450262 w 1545103"/>
                <a:gd name="connsiteY6" fmla="*/ 85598 h 1802639"/>
                <a:gd name="connsiteX7" fmla="*/ 881372 w 1545103"/>
                <a:gd name="connsiteY7" fmla="*/ 15211 h 1802639"/>
                <a:gd name="connsiteX8" fmla="*/ 203955 w 1545103"/>
                <a:gd name="connsiteY8" fmla="*/ 206126 h 1802639"/>
                <a:gd name="connsiteX0" fmla="*/ 147252 w 1634267"/>
                <a:gd name="connsiteY0" fmla="*/ 113266 h 1796376"/>
                <a:gd name="connsiteX1" fmla="*/ 131452 w 1634267"/>
                <a:gd name="connsiteY1" fmla="*/ 927943 h 1796376"/>
                <a:gd name="connsiteX2" fmla="*/ 516868 w 1634267"/>
                <a:gd name="connsiteY2" fmla="*/ 1749191 h 1796376"/>
                <a:gd name="connsiteX3" fmla="*/ 1158108 w 1634267"/>
                <a:gd name="connsiteY3" fmla="*/ 1552442 h 1796376"/>
                <a:gd name="connsiteX4" fmla="*/ 1598914 w 1634267"/>
                <a:gd name="connsiteY4" fmla="*/ 1498556 h 1796376"/>
                <a:gd name="connsiteX5" fmla="*/ 1599962 w 1634267"/>
                <a:gd name="connsiteY5" fmla="*/ 660599 h 1796376"/>
                <a:gd name="connsiteX6" fmla="*/ 1539426 w 1634267"/>
                <a:gd name="connsiteY6" fmla="*/ 79335 h 1796376"/>
                <a:gd name="connsiteX7" fmla="*/ 970536 w 1634267"/>
                <a:gd name="connsiteY7" fmla="*/ 8948 h 1796376"/>
                <a:gd name="connsiteX8" fmla="*/ 147252 w 1634267"/>
                <a:gd name="connsiteY8" fmla="*/ 113266 h 179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4267" h="1796376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7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id="{59DB778E-F23D-6C41-8A2D-8F08BD46CBCB}"/>
                </a:ext>
              </a:extLst>
            </p:cNvPr>
            <p:cNvSpPr txBox="1"/>
            <p:nvPr/>
          </p:nvSpPr>
          <p:spPr>
            <a:xfrm>
              <a:off x="9490412" y="1821100"/>
              <a:ext cx="1958229" cy="3170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50" dirty="0"/>
                <a:t>national or global ISP</a:t>
              </a:r>
            </a:p>
          </p:txBody>
        </p:sp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2DCB9395-41DC-D844-A0B1-59B5BDD3151F}"/>
                </a:ext>
              </a:extLst>
            </p:cNvPr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C34CA97E-4007-3540-925A-3C739C254049}"/>
                </a:ext>
              </a:extLst>
            </p:cNvPr>
            <p:cNvSpPr txBox="1"/>
            <p:nvPr/>
          </p:nvSpPr>
          <p:spPr>
            <a:xfrm>
              <a:off x="8829373" y="3417824"/>
              <a:ext cx="1040639" cy="7048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50" dirty="0"/>
                <a:t>local or regional ISP</a:t>
              </a:r>
            </a:p>
          </p:txBody>
        </p:sp>
        <p:sp>
          <p:nvSpPr>
            <p:cNvPr id="657" name="TextBox 656">
              <a:extLst>
                <a:ext uri="{FF2B5EF4-FFF2-40B4-BE49-F238E27FC236}">
                  <a16:creationId xmlns:a16="http://schemas.microsoft.com/office/drawing/2014/main" id="{7DCF99E9-1DFC-0241-B2E7-471998268663}"/>
                </a:ext>
              </a:extLst>
            </p:cNvPr>
            <p:cNvSpPr txBox="1"/>
            <p:nvPr/>
          </p:nvSpPr>
          <p:spPr>
            <a:xfrm>
              <a:off x="10980979" y="4647841"/>
              <a:ext cx="923757" cy="414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88" dirty="0"/>
                <a:t>datacenter </a:t>
              </a:r>
            </a:p>
            <a:p>
              <a:pPr>
                <a:lnSpc>
                  <a:spcPct val="90000"/>
                </a:lnSpc>
              </a:pPr>
              <a:r>
                <a:rPr lang="en-US" sz="788" dirty="0"/>
                <a:t>network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173BD163-3F4D-944E-B86B-3275B779D5A8}"/>
                </a:ext>
              </a:extLst>
            </p:cNvPr>
            <p:cNvSpPr txBox="1"/>
            <p:nvPr/>
          </p:nvSpPr>
          <p:spPr>
            <a:xfrm>
              <a:off x="10126229" y="4198151"/>
              <a:ext cx="947268" cy="7048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50" dirty="0"/>
                <a:t>content </a:t>
              </a:r>
            </a:p>
            <a:p>
              <a:pPr>
                <a:lnSpc>
                  <a:spcPct val="90000"/>
                </a:lnSpc>
              </a:pPr>
              <a:r>
                <a:rPr lang="en-US" sz="1050" dirty="0"/>
                <a:t>provider </a:t>
              </a:r>
            </a:p>
            <a:p>
              <a:pPr>
                <a:lnSpc>
                  <a:spcPct val="90000"/>
                </a:lnSpc>
              </a:pPr>
              <a:r>
                <a:rPr lang="en-US" sz="1050" dirty="0"/>
                <a:t>network</a:t>
              </a:r>
              <a:endParaRPr lang="en-US" sz="750" dirty="0"/>
            </a:p>
          </p:txBody>
        </p:sp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B7334F8A-78E8-5447-8C7B-A897E1246B5B}"/>
              </a:ext>
            </a:extLst>
          </p:cNvPr>
          <p:cNvGrpSpPr/>
          <p:nvPr/>
        </p:nvGrpSpPr>
        <p:grpSpPr>
          <a:xfrm>
            <a:off x="5671679" y="1595494"/>
            <a:ext cx="2684150" cy="2730212"/>
            <a:chOff x="7562238" y="2127325"/>
            <a:chExt cx="3578867" cy="3640283"/>
          </a:xfrm>
        </p:grpSpPr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B163CA8C-EB1E-A14C-9A66-BC297C1207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>
              <a:extLst>
                <a:ext uri="{FF2B5EF4-FFF2-40B4-BE49-F238E27FC236}">
                  <a16:creationId xmlns:a16="http://schemas.microsoft.com/office/drawing/2014/main" id="{5423E50E-9196-7E41-B2E3-7EFFBB8078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824">
              <a:extLst>
                <a:ext uri="{FF2B5EF4-FFF2-40B4-BE49-F238E27FC236}">
                  <a16:creationId xmlns:a16="http://schemas.microsoft.com/office/drawing/2014/main" id="{D736E0FF-D607-3B4C-A87A-D415301D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412118DA-F614-8A42-80A7-8D427CB9D0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818">
              <a:extLst>
                <a:ext uri="{FF2B5EF4-FFF2-40B4-BE49-F238E27FC236}">
                  <a16:creationId xmlns:a16="http://schemas.microsoft.com/office/drawing/2014/main" id="{1F000A1C-019C-AC40-8B26-99394BC90A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817">
              <a:extLst>
                <a:ext uri="{FF2B5EF4-FFF2-40B4-BE49-F238E27FC236}">
                  <a16:creationId xmlns:a16="http://schemas.microsoft.com/office/drawing/2014/main" id="{E581177E-ADBB-324A-BE56-FFA64730F3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D0BFF2F4-0B07-CF45-A69B-7B91FA12D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E3568D00-797E-F542-B47B-DC40257A1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B5D2DFB3-E4DE-3C49-8F72-DC09F553A5F3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F9A85AAA-3DAA-6946-B559-D97F731B61D5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12CE73BA-DDE8-5741-9E5E-64CA353BA9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4429D23B-C424-D54E-A99F-D3FC646B3D08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800" name="Group 799">
                <a:extLst>
                  <a:ext uri="{FF2B5EF4-FFF2-40B4-BE49-F238E27FC236}">
                    <a16:creationId xmlns:a16="http://schemas.microsoft.com/office/drawing/2014/main" id="{C0FB38C4-8D4E-FD46-8BA5-A01F983C9AF5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22" name="Line 428">
                  <a:extLst>
                    <a:ext uri="{FF2B5EF4-FFF2-40B4-BE49-F238E27FC236}">
                      <a16:creationId xmlns:a16="http://schemas.microsoft.com/office/drawing/2014/main" id="{28DDE19D-11FD-214B-B68A-9F6AAEA3A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24" name="Line 430">
                  <a:extLst>
                    <a:ext uri="{FF2B5EF4-FFF2-40B4-BE49-F238E27FC236}">
                      <a16:creationId xmlns:a16="http://schemas.microsoft.com/office/drawing/2014/main" id="{3188928B-5976-7142-B509-B67C32631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25" name="Line 431">
                  <a:extLst>
                    <a:ext uri="{FF2B5EF4-FFF2-40B4-BE49-F238E27FC236}">
                      <a16:creationId xmlns:a16="http://schemas.microsoft.com/office/drawing/2014/main" id="{B61C3274-819B-1A4B-9892-BC7A0AB4B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6" name="Line 432">
                  <a:extLst>
                    <a:ext uri="{FF2B5EF4-FFF2-40B4-BE49-F238E27FC236}">
                      <a16:creationId xmlns:a16="http://schemas.microsoft.com/office/drawing/2014/main" id="{6434324A-C183-F645-84E8-7170D215D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7" name="Line 433">
                  <a:extLst>
                    <a:ext uri="{FF2B5EF4-FFF2-40B4-BE49-F238E27FC236}">
                      <a16:creationId xmlns:a16="http://schemas.microsoft.com/office/drawing/2014/main" id="{4326369B-7050-F54A-9B61-51FBE9831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8" name="Line 435">
                  <a:extLst>
                    <a:ext uri="{FF2B5EF4-FFF2-40B4-BE49-F238E27FC236}">
                      <a16:creationId xmlns:a16="http://schemas.microsoft.com/office/drawing/2014/main" id="{D2EFF5DE-9380-7D46-847C-7986E80C63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 dirty="0"/>
                </a:p>
              </p:txBody>
            </p:sp>
            <p:sp>
              <p:nvSpPr>
                <p:cNvPr id="29" name="Line 436">
                  <a:extLst>
                    <a:ext uri="{FF2B5EF4-FFF2-40B4-BE49-F238E27FC236}">
                      <a16:creationId xmlns:a16="http://schemas.microsoft.com/office/drawing/2014/main" id="{CAD2281A-59A4-DA4C-A9DC-E37CA4991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0" name="Line 439">
                  <a:extLst>
                    <a:ext uri="{FF2B5EF4-FFF2-40B4-BE49-F238E27FC236}">
                      <a16:creationId xmlns:a16="http://schemas.microsoft.com/office/drawing/2014/main" id="{59746900-72D7-BF46-8B59-62F2A5D47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1" name="Line 440">
                  <a:extLst>
                    <a:ext uri="{FF2B5EF4-FFF2-40B4-BE49-F238E27FC236}">
                      <a16:creationId xmlns:a16="http://schemas.microsoft.com/office/drawing/2014/main" id="{76AA107C-4028-5D4D-B986-E7C4D7058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2" name="Line 441">
                  <a:extLst>
                    <a:ext uri="{FF2B5EF4-FFF2-40B4-BE49-F238E27FC236}">
                      <a16:creationId xmlns:a16="http://schemas.microsoft.com/office/drawing/2014/main" id="{AF797424-05E8-8345-847C-94DA81395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3" name="Line 443">
                  <a:extLst>
                    <a:ext uri="{FF2B5EF4-FFF2-40B4-BE49-F238E27FC236}">
                      <a16:creationId xmlns:a16="http://schemas.microsoft.com/office/drawing/2014/main" id="{BCDF073B-F330-A345-A512-B85DFD399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9" name="Line 449">
                  <a:extLst>
                    <a:ext uri="{FF2B5EF4-FFF2-40B4-BE49-F238E27FC236}">
                      <a16:creationId xmlns:a16="http://schemas.microsoft.com/office/drawing/2014/main" id="{53CD988A-3515-7242-9C29-87AF28108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528" name="Line 428">
                  <a:extLst>
                    <a:ext uri="{FF2B5EF4-FFF2-40B4-BE49-F238E27FC236}">
                      <a16:creationId xmlns:a16="http://schemas.microsoft.com/office/drawing/2014/main" id="{538963BA-E603-D94F-A908-92C50EC39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537" name="Line 440">
                  <a:extLst>
                    <a:ext uri="{FF2B5EF4-FFF2-40B4-BE49-F238E27FC236}">
                      <a16:creationId xmlns:a16="http://schemas.microsoft.com/office/drawing/2014/main" id="{E3BCB46D-EF32-8C42-A43A-1B0DAF759B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CE6E1140-BC2F-9947-9B51-91DC5079ABB1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9EF5B4FA-3960-F54C-936B-C64147078447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691B45AC-C5E3-D24E-9C63-05D00B08C71D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59EB46BB-F3EA-4248-B631-AC80BEB74EF0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C562C7DD-3FD1-0E4C-B308-744C6C87FC79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6793D61B-AD50-A246-A5C0-38DF48C17738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EDD09B84-3AA8-0948-AB6C-1D5CBFFC5293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C777BA08-17B1-254B-BCB6-583E10254EC6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Line 541">
                  <a:extLst>
                    <a:ext uri="{FF2B5EF4-FFF2-40B4-BE49-F238E27FC236}">
                      <a16:creationId xmlns:a16="http://schemas.microsoft.com/office/drawing/2014/main" id="{C44ADC96-78DA-C64F-AF97-4FFA68D2ED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9" name="Line 424">
                  <a:extLst>
                    <a:ext uri="{FF2B5EF4-FFF2-40B4-BE49-F238E27FC236}">
                      <a16:creationId xmlns:a16="http://schemas.microsoft.com/office/drawing/2014/main" id="{845B46BE-685D-2D4E-AD26-5684794D1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pic>
            <p:nvPicPr>
              <p:cNvPr id="262" name="Picture 778" descr="antenna_radiation_stylized">
                <a:extLst>
                  <a:ext uri="{FF2B5EF4-FFF2-40B4-BE49-F238E27FC236}">
                    <a16:creationId xmlns:a16="http://schemas.microsoft.com/office/drawing/2014/main" id="{B73E5F98-BC74-DB47-BA02-5F29DC6757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0" name="Picture 781" descr="antenna_radiation_stylized">
                <a:extLst>
                  <a:ext uri="{FF2B5EF4-FFF2-40B4-BE49-F238E27FC236}">
                    <a16:creationId xmlns:a16="http://schemas.microsoft.com/office/drawing/2014/main" id="{5F858A2F-D0F0-7E47-8EF1-4C37898F9C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799" descr="cell_tower_radiation copy">
                <a:extLst>
                  <a:ext uri="{FF2B5EF4-FFF2-40B4-BE49-F238E27FC236}">
                    <a16:creationId xmlns:a16="http://schemas.microsoft.com/office/drawing/2014/main" id="{B5B28CD6-3076-384D-8180-86543C59B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Oval 800">
                <a:extLst>
                  <a:ext uri="{FF2B5EF4-FFF2-40B4-BE49-F238E27FC236}">
                    <a16:creationId xmlns:a16="http://schemas.microsoft.com/office/drawing/2014/main" id="{271D03F6-D85B-EC41-803D-EFAA96DAE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11D2D3D5-CF37-8945-8D0A-CBA0214240EA}"/>
              </a:ext>
            </a:extLst>
          </p:cNvPr>
          <p:cNvGrpSpPr/>
          <p:nvPr/>
        </p:nvGrpSpPr>
        <p:grpSpPr>
          <a:xfrm>
            <a:off x="5710412" y="1580973"/>
            <a:ext cx="2655296" cy="2800300"/>
            <a:chOff x="7619038" y="2102861"/>
            <a:chExt cx="3540395" cy="3733733"/>
          </a:xfrm>
        </p:grpSpPr>
        <p:sp>
          <p:nvSpPr>
            <p:cNvPr id="239" name="Line 426">
              <a:extLst>
                <a:ext uri="{FF2B5EF4-FFF2-40B4-BE49-F238E27FC236}">
                  <a16:creationId xmlns:a16="http://schemas.microsoft.com/office/drawing/2014/main" id="{DDAEB50C-98DD-DA43-B9C4-9AB7F9ED5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241" name="Group 783">
              <a:extLst>
                <a:ext uri="{FF2B5EF4-FFF2-40B4-BE49-F238E27FC236}">
                  <a16:creationId xmlns:a16="http://schemas.microsoft.com/office/drawing/2014/main" id="{02FEAFB4-9831-B64A-9F54-92C532E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244" name="Line 270">
                <a:extLst>
                  <a:ext uri="{FF2B5EF4-FFF2-40B4-BE49-F238E27FC236}">
                    <a16:creationId xmlns:a16="http://schemas.microsoft.com/office/drawing/2014/main" id="{A9300902-94F3-8949-9A54-8B95986AC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5" name="Line 271">
                <a:extLst>
                  <a:ext uri="{FF2B5EF4-FFF2-40B4-BE49-F238E27FC236}">
                    <a16:creationId xmlns:a16="http://schemas.microsoft.com/office/drawing/2014/main" id="{B93F32E3-8690-BD4B-B848-94E1FAAB5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6" name="Line 272">
                <a:extLst>
                  <a:ext uri="{FF2B5EF4-FFF2-40B4-BE49-F238E27FC236}">
                    <a16:creationId xmlns:a16="http://schemas.microsoft.com/office/drawing/2014/main" id="{AB0BEDC3-F0F0-4E42-A55F-57AC0548D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7" name="Line 273">
                <a:extLst>
                  <a:ext uri="{FF2B5EF4-FFF2-40B4-BE49-F238E27FC236}">
                    <a16:creationId xmlns:a16="http://schemas.microsoft.com/office/drawing/2014/main" id="{3AF299DE-8F54-D84C-B398-5B3B44C53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8" name="Line 274">
                <a:extLst>
                  <a:ext uri="{FF2B5EF4-FFF2-40B4-BE49-F238E27FC236}">
                    <a16:creationId xmlns:a16="http://schemas.microsoft.com/office/drawing/2014/main" id="{C2005C3C-C4BA-FD44-A127-E5C4FE594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9" name="Line 275">
                <a:extLst>
                  <a:ext uri="{FF2B5EF4-FFF2-40B4-BE49-F238E27FC236}">
                    <a16:creationId xmlns:a16="http://schemas.microsoft.com/office/drawing/2014/main" id="{948DF918-9246-AF45-A55F-C5B743663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0" name="Line 276">
                <a:extLst>
                  <a:ext uri="{FF2B5EF4-FFF2-40B4-BE49-F238E27FC236}">
                    <a16:creationId xmlns:a16="http://schemas.microsoft.com/office/drawing/2014/main" id="{3D1534AB-9253-A140-B4C5-81F085C45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1" name="Line 277">
                <a:extLst>
                  <a:ext uri="{FF2B5EF4-FFF2-40B4-BE49-F238E27FC236}">
                    <a16:creationId xmlns:a16="http://schemas.microsoft.com/office/drawing/2014/main" id="{3BA377A2-6A51-F64B-AA8B-4FB90FAA7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2" name="Line 278">
                <a:extLst>
                  <a:ext uri="{FF2B5EF4-FFF2-40B4-BE49-F238E27FC236}">
                    <a16:creationId xmlns:a16="http://schemas.microsoft.com/office/drawing/2014/main" id="{FA310FA6-4B1E-0047-8066-8AF44673F2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3" name="Line 279">
                <a:extLst>
                  <a:ext uri="{FF2B5EF4-FFF2-40B4-BE49-F238E27FC236}">
                    <a16:creationId xmlns:a16="http://schemas.microsoft.com/office/drawing/2014/main" id="{254B094E-F3D3-0F46-BF4E-A226644B0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4" name="Line 280">
                <a:extLst>
                  <a:ext uri="{FF2B5EF4-FFF2-40B4-BE49-F238E27FC236}">
                    <a16:creationId xmlns:a16="http://schemas.microsoft.com/office/drawing/2014/main" id="{9805319A-9CA5-7340-811A-8DBCB5A2B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5" name="Line 281">
                <a:extLst>
                  <a:ext uri="{FF2B5EF4-FFF2-40B4-BE49-F238E27FC236}">
                    <a16:creationId xmlns:a16="http://schemas.microsoft.com/office/drawing/2014/main" id="{6042C4DF-7427-904B-A064-26708AF48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6" name="Line 282">
                <a:extLst>
                  <a:ext uri="{FF2B5EF4-FFF2-40B4-BE49-F238E27FC236}">
                    <a16:creationId xmlns:a16="http://schemas.microsoft.com/office/drawing/2014/main" id="{21FF36A4-E56F-C94A-8E67-9A6E4DA84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7" name="Line 283">
                <a:extLst>
                  <a:ext uri="{FF2B5EF4-FFF2-40B4-BE49-F238E27FC236}">
                    <a16:creationId xmlns:a16="http://schemas.microsoft.com/office/drawing/2014/main" id="{C6A0831D-FA2C-E744-8FE0-FDFDDB5FD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8" name="Line 284">
                <a:extLst>
                  <a:ext uri="{FF2B5EF4-FFF2-40B4-BE49-F238E27FC236}">
                    <a16:creationId xmlns:a16="http://schemas.microsoft.com/office/drawing/2014/main" id="{65548550-729A-4849-9DC4-127F8FE86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</p:grpSp>
        <p:pic>
          <p:nvPicPr>
            <p:cNvPr id="261" name="Picture 777" descr="access_point_stylized_small">
              <a:extLst>
                <a:ext uri="{FF2B5EF4-FFF2-40B4-BE49-F238E27FC236}">
                  <a16:creationId xmlns:a16="http://schemas.microsoft.com/office/drawing/2014/main" id="{FA9A412B-D725-D449-8707-A3626DCB48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9" name="Picture 780" descr="access_point_stylized_small">
              <a:extLst>
                <a:ext uri="{FF2B5EF4-FFF2-40B4-BE49-F238E27FC236}">
                  <a16:creationId xmlns:a16="http://schemas.microsoft.com/office/drawing/2014/main" id="{AC22920E-0555-BA45-9B6A-B76172153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DE035BC7-2762-3044-BE80-C91EC827E65C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BEE06200-7AF9-4A43-9447-2349DCBFF94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3340A80C-5091-6D49-89E5-375F02E9486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74" name="Group 473">
                <a:extLst>
                  <a:ext uri="{FF2B5EF4-FFF2-40B4-BE49-F238E27FC236}">
                    <a16:creationId xmlns:a16="http://schemas.microsoft.com/office/drawing/2014/main" id="{B2821126-95C5-B044-AEBC-BA333FAF6B2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5" name="Freeform 474">
                  <a:extLst>
                    <a:ext uri="{FF2B5EF4-FFF2-40B4-BE49-F238E27FC236}">
                      <a16:creationId xmlns:a16="http://schemas.microsoft.com/office/drawing/2014/main" id="{B76A81D4-5DC8-C241-B209-B819BC6D74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6" name="Freeform 475">
                  <a:extLst>
                    <a:ext uri="{FF2B5EF4-FFF2-40B4-BE49-F238E27FC236}">
                      <a16:creationId xmlns:a16="http://schemas.microsoft.com/office/drawing/2014/main" id="{6F6ED06A-086C-754C-BE82-59E2830CF0D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7" name="Freeform 476">
                  <a:extLst>
                    <a:ext uri="{FF2B5EF4-FFF2-40B4-BE49-F238E27FC236}">
                      <a16:creationId xmlns:a16="http://schemas.microsoft.com/office/drawing/2014/main" id="{A32340AB-4CC3-5442-987B-A47EF2040F1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8" name="Freeform 477">
                  <a:extLst>
                    <a:ext uri="{FF2B5EF4-FFF2-40B4-BE49-F238E27FC236}">
                      <a16:creationId xmlns:a16="http://schemas.microsoft.com/office/drawing/2014/main" id="{AC0AB71B-FD2B-9C4A-AE22-B586FC33568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60B6F784-668B-5D4B-A622-66CCE6350B84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275B9F34-60F1-4A43-AAD4-D58802DAAC8F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22" name="Freeform 521">
                <a:extLst>
                  <a:ext uri="{FF2B5EF4-FFF2-40B4-BE49-F238E27FC236}">
                    <a16:creationId xmlns:a16="http://schemas.microsoft.com/office/drawing/2014/main" id="{778A1510-2C69-F848-B6B3-6C73FF163690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85BFF772-B3A6-F548-BDE0-8AEB95F33FBE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24" name="Freeform 523">
                  <a:extLst>
                    <a:ext uri="{FF2B5EF4-FFF2-40B4-BE49-F238E27FC236}">
                      <a16:creationId xmlns:a16="http://schemas.microsoft.com/office/drawing/2014/main" id="{B37A32DB-8119-5447-A58C-87AD1FDF0EB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25" name="Freeform 524">
                  <a:extLst>
                    <a:ext uri="{FF2B5EF4-FFF2-40B4-BE49-F238E27FC236}">
                      <a16:creationId xmlns:a16="http://schemas.microsoft.com/office/drawing/2014/main" id="{58EF4D92-6D83-864D-92A9-A1264053688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26" name="Freeform 525">
                  <a:extLst>
                    <a:ext uri="{FF2B5EF4-FFF2-40B4-BE49-F238E27FC236}">
                      <a16:creationId xmlns:a16="http://schemas.microsoft.com/office/drawing/2014/main" id="{79E03014-7882-0546-B7FE-50715AB53593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27" name="Freeform 526">
                  <a:extLst>
                    <a:ext uri="{FF2B5EF4-FFF2-40B4-BE49-F238E27FC236}">
                      <a16:creationId xmlns:a16="http://schemas.microsoft.com/office/drawing/2014/main" id="{530508B2-B7B9-B347-8151-5F7967C6BED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11A03BFE-097D-3B42-AA2B-11FFEA70FF5B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89B10910-D4AF-3246-860A-25F1D908938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F9BAB47F-DDD3-BE44-9A9E-FC2F670519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753018A5-48AB-6D40-BB99-E6281192F8D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3" name="Freeform 482">
                  <a:extLst>
                    <a:ext uri="{FF2B5EF4-FFF2-40B4-BE49-F238E27FC236}">
                      <a16:creationId xmlns:a16="http://schemas.microsoft.com/office/drawing/2014/main" id="{BD7DB5A0-40AC-504F-93F8-89A5617E2AE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84" name="Freeform 483">
                  <a:extLst>
                    <a:ext uri="{FF2B5EF4-FFF2-40B4-BE49-F238E27FC236}">
                      <a16:creationId xmlns:a16="http://schemas.microsoft.com/office/drawing/2014/main" id="{DBEBB83D-40BF-8849-BAAA-59AB22EA085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85" name="Freeform 484">
                  <a:extLst>
                    <a:ext uri="{FF2B5EF4-FFF2-40B4-BE49-F238E27FC236}">
                      <a16:creationId xmlns:a16="http://schemas.microsoft.com/office/drawing/2014/main" id="{18930CC0-2525-0C49-9555-463122A4FBB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86" name="Freeform 485">
                  <a:extLst>
                    <a:ext uri="{FF2B5EF4-FFF2-40B4-BE49-F238E27FC236}">
                      <a16:creationId xmlns:a16="http://schemas.microsoft.com/office/drawing/2014/main" id="{0C651989-7B8A-F043-A1B6-F47D8764FCE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DE45D3AB-47E3-364E-81D6-324D69CE101C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72425686-3D93-0646-A923-6ADF75485CD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31" name="Freeform 530">
                <a:extLst>
                  <a:ext uri="{FF2B5EF4-FFF2-40B4-BE49-F238E27FC236}">
                    <a16:creationId xmlns:a16="http://schemas.microsoft.com/office/drawing/2014/main" id="{6ADFF160-CF04-7049-A6D4-1C789FDD39A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AFDD9D33-8D17-F840-A9A5-3807DD3BA314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33" name="Freeform 532">
                  <a:extLst>
                    <a:ext uri="{FF2B5EF4-FFF2-40B4-BE49-F238E27FC236}">
                      <a16:creationId xmlns:a16="http://schemas.microsoft.com/office/drawing/2014/main" id="{3AF3452D-972F-6944-8123-ECA4288786D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4" name="Freeform 533">
                  <a:extLst>
                    <a:ext uri="{FF2B5EF4-FFF2-40B4-BE49-F238E27FC236}">
                      <a16:creationId xmlns:a16="http://schemas.microsoft.com/office/drawing/2014/main" id="{BA43E42C-CD9B-1744-BEEC-9E664114AC8E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5" name="Freeform 534">
                  <a:extLst>
                    <a:ext uri="{FF2B5EF4-FFF2-40B4-BE49-F238E27FC236}">
                      <a16:creationId xmlns:a16="http://schemas.microsoft.com/office/drawing/2014/main" id="{42EF7BB0-4257-F646-805E-AFBA92B62F9D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6" name="Freeform 535">
                  <a:extLst>
                    <a:ext uri="{FF2B5EF4-FFF2-40B4-BE49-F238E27FC236}">
                      <a16:creationId xmlns:a16="http://schemas.microsoft.com/office/drawing/2014/main" id="{95AEC175-56C0-C14B-9DC5-693400B124AB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CBD7A282-C22D-714A-88F1-C7D4EDD107F8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3C206862-9269-EE48-877D-EE261101A44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9B69A2C6-F31C-E749-B77A-1818B15E1B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08BE9AB8-F5DA-4D4A-9621-9AB05D691F0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1" name="Freeform 410">
                  <a:extLst>
                    <a:ext uri="{FF2B5EF4-FFF2-40B4-BE49-F238E27FC236}">
                      <a16:creationId xmlns:a16="http://schemas.microsoft.com/office/drawing/2014/main" id="{56E730F0-5BB3-6446-9D5B-82D51B9EDAF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12" name="Freeform 411">
                  <a:extLst>
                    <a:ext uri="{FF2B5EF4-FFF2-40B4-BE49-F238E27FC236}">
                      <a16:creationId xmlns:a16="http://schemas.microsoft.com/office/drawing/2014/main" id="{5BA37E27-2FC6-BA43-8A97-14171CB51FD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13" name="Freeform 412">
                  <a:extLst>
                    <a:ext uri="{FF2B5EF4-FFF2-40B4-BE49-F238E27FC236}">
                      <a16:creationId xmlns:a16="http://schemas.microsoft.com/office/drawing/2014/main" id="{CCB37CB3-304F-6144-85D0-8B420BDD088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14" name="Freeform 413">
                  <a:extLst>
                    <a:ext uri="{FF2B5EF4-FFF2-40B4-BE49-F238E27FC236}">
                      <a16:creationId xmlns:a16="http://schemas.microsoft.com/office/drawing/2014/main" id="{BD0CA8E5-A033-834A-A402-E2EFB2FBBF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0DE4078-0801-A244-9A82-F7502B8B24A0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EA784F43-D793-4342-92F3-EBC3632212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75841943-4184-5D4E-AAD4-8FEAC9D7330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18" name="Group 417">
                <a:extLst>
                  <a:ext uri="{FF2B5EF4-FFF2-40B4-BE49-F238E27FC236}">
                    <a16:creationId xmlns:a16="http://schemas.microsoft.com/office/drawing/2014/main" id="{23FBC748-DCBA-AA41-A6F7-895374D50CD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9" name="Freeform 418">
                  <a:extLst>
                    <a:ext uri="{FF2B5EF4-FFF2-40B4-BE49-F238E27FC236}">
                      <a16:creationId xmlns:a16="http://schemas.microsoft.com/office/drawing/2014/main" id="{96DA1F2B-2063-8C40-BF46-086C20D317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20" name="Freeform 419">
                  <a:extLst>
                    <a:ext uri="{FF2B5EF4-FFF2-40B4-BE49-F238E27FC236}">
                      <a16:creationId xmlns:a16="http://schemas.microsoft.com/office/drawing/2014/main" id="{8A1EF987-02EE-DA4D-8224-02537D5034D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21" name="Freeform 420">
                  <a:extLst>
                    <a:ext uri="{FF2B5EF4-FFF2-40B4-BE49-F238E27FC236}">
                      <a16:creationId xmlns:a16="http://schemas.microsoft.com/office/drawing/2014/main" id="{1FC5854A-AF8F-6841-92AD-B18DDAF1E9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22" name="Freeform 421">
                  <a:extLst>
                    <a:ext uri="{FF2B5EF4-FFF2-40B4-BE49-F238E27FC236}">
                      <a16:creationId xmlns:a16="http://schemas.microsoft.com/office/drawing/2014/main" id="{A510FA68-BEB6-B54A-A1D4-984168F8571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52B7B73B-1125-084D-8669-C68CC371DDC6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3196A4F9-B139-4D4B-B210-0318216604F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1D1C7F3A-BE45-014B-AF9C-58CA77DA029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83DFFE47-64E8-F54C-8ABC-E896DA957F0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9" name="Freeform 458">
                  <a:extLst>
                    <a:ext uri="{FF2B5EF4-FFF2-40B4-BE49-F238E27FC236}">
                      <a16:creationId xmlns:a16="http://schemas.microsoft.com/office/drawing/2014/main" id="{2A9F0EE2-8F99-EB4D-9331-7AE3BDCBE9C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0" name="Freeform 459">
                  <a:extLst>
                    <a:ext uri="{FF2B5EF4-FFF2-40B4-BE49-F238E27FC236}">
                      <a16:creationId xmlns:a16="http://schemas.microsoft.com/office/drawing/2014/main" id="{2E314A90-8DB8-2A49-8BB6-D51C2DAE9CF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1" name="Freeform 460">
                  <a:extLst>
                    <a:ext uri="{FF2B5EF4-FFF2-40B4-BE49-F238E27FC236}">
                      <a16:creationId xmlns:a16="http://schemas.microsoft.com/office/drawing/2014/main" id="{7D8C0277-204E-2B4D-B954-94739B9DE72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2" name="Freeform 461">
                  <a:extLst>
                    <a:ext uri="{FF2B5EF4-FFF2-40B4-BE49-F238E27FC236}">
                      <a16:creationId xmlns:a16="http://schemas.microsoft.com/office/drawing/2014/main" id="{69955D3C-6D1B-EA40-8228-73DF0156415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615" name="Group 614">
              <a:extLst>
                <a:ext uri="{FF2B5EF4-FFF2-40B4-BE49-F238E27FC236}">
                  <a16:creationId xmlns:a16="http://schemas.microsoft.com/office/drawing/2014/main" id="{E166183D-5423-4E4A-AD63-A361EDE184C0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616" name="Freeform 615">
                <a:extLst>
                  <a:ext uri="{FF2B5EF4-FFF2-40B4-BE49-F238E27FC236}">
                    <a16:creationId xmlns:a16="http://schemas.microsoft.com/office/drawing/2014/main" id="{8470D159-2329-7F46-9191-000B96A32C7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617" name="Oval 616">
                <a:extLst>
                  <a:ext uri="{FF2B5EF4-FFF2-40B4-BE49-F238E27FC236}">
                    <a16:creationId xmlns:a16="http://schemas.microsoft.com/office/drawing/2014/main" id="{825BDAE5-F4DB-9148-9BC8-0F6F2D1E653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618" name="Group 617">
                <a:extLst>
                  <a:ext uri="{FF2B5EF4-FFF2-40B4-BE49-F238E27FC236}">
                    <a16:creationId xmlns:a16="http://schemas.microsoft.com/office/drawing/2014/main" id="{237F0420-A845-064A-97A2-458F63D673C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" name="Freeform 618">
                  <a:extLst>
                    <a:ext uri="{FF2B5EF4-FFF2-40B4-BE49-F238E27FC236}">
                      <a16:creationId xmlns:a16="http://schemas.microsoft.com/office/drawing/2014/main" id="{D11109B9-8A56-A945-BA04-5A564B10300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0" name="Freeform 619">
                  <a:extLst>
                    <a:ext uri="{FF2B5EF4-FFF2-40B4-BE49-F238E27FC236}">
                      <a16:creationId xmlns:a16="http://schemas.microsoft.com/office/drawing/2014/main" id="{170AB2AC-06DB-034E-A5C4-0C8F62E3BE4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1" name="Freeform 620">
                  <a:extLst>
                    <a:ext uri="{FF2B5EF4-FFF2-40B4-BE49-F238E27FC236}">
                      <a16:creationId xmlns:a16="http://schemas.microsoft.com/office/drawing/2014/main" id="{E41AEAC2-F85C-4A4E-B0B9-D5C02217D60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2" name="Freeform 621">
                  <a:extLst>
                    <a:ext uri="{FF2B5EF4-FFF2-40B4-BE49-F238E27FC236}">
                      <a16:creationId xmlns:a16="http://schemas.microsoft.com/office/drawing/2014/main" id="{7955A7EE-741F-9740-8344-A2BC817675A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C471E59B-7A0B-AE4F-95D6-F76514D2D55A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78" name="Freeform 577">
                <a:extLst>
                  <a:ext uri="{FF2B5EF4-FFF2-40B4-BE49-F238E27FC236}">
                    <a16:creationId xmlns:a16="http://schemas.microsoft.com/office/drawing/2014/main" id="{8CD016E7-5480-8E4E-94F7-201A1C6046D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79" name="Oval 578">
                <a:extLst>
                  <a:ext uri="{FF2B5EF4-FFF2-40B4-BE49-F238E27FC236}">
                    <a16:creationId xmlns:a16="http://schemas.microsoft.com/office/drawing/2014/main" id="{593A573C-B6D6-684E-BA73-8F7F7FA8D57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2C09AC60-D16C-A948-B25E-01CF60EAAD7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1" name="Freeform 580">
                  <a:extLst>
                    <a:ext uri="{FF2B5EF4-FFF2-40B4-BE49-F238E27FC236}">
                      <a16:creationId xmlns:a16="http://schemas.microsoft.com/office/drawing/2014/main" id="{D9A85682-B6A6-2344-B24D-66A792630B3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82" name="Freeform 581">
                  <a:extLst>
                    <a:ext uri="{FF2B5EF4-FFF2-40B4-BE49-F238E27FC236}">
                      <a16:creationId xmlns:a16="http://schemas.microsoft.com/office/drawing/2014/main" id="{52EBCF47-0621-B64C-B884-20683D14D92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83" name="Freeform 582">
                  <a:extLst>
                    <a:ext uri="{FF2B5EF4-FFF2-40B4-BE49-F238E27FC236}">
                      <a16:creationId xmlns:a16="http://schemas.microsoft.com/office/drawing/2014/main" id="{83AAD1CC-D818-A245-9CF9-C4877A62A5D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84" name="Freeform 583">
                  <a:extLst>
                    <a:ext uri="{FF2B5EF4-FFF2-40B4-BE49-F238E27FC236}">
                      <a16:creationId xmlns:a16="http://schemas.microsoft.com/office/drawing/2014/main" id="{51F55DD1-3A8F-0242-A470-690BE99AC68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93" name="Group 592">
              <a:extLst>
                <a:ext uri="{FF2B5EF4-FFF2-40B4-BE49-F238E27FC236}">
                  <a16:creationId xmlns:a16="http://schemas.microsoft.com/office/drawing/2014/main" id="{7BF36121-B4F6-2447-9F5B-F29B627F3B2A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D13949CD-BE6A-5744-98EE-61BE5EE60D4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95" name="Oval 594">
                <a:extLst>
                  <a:ext uri="{FF2B5EF4-FFF2-40B4-BE49-F238E27FC236}">
                    <a16:creationId xmlns:a16="http://schemas.microsoft.com/office/drawing/2014/main" id="{F3651F16-DD17-4D47-9A8D-8EFA601C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96" name="Group 595">
                <a:extLst>
                  <a:ext uri="{FF2B5EF4-FFF2-40B4-BE49-F238E27FC236}">
                    <a16:creationId xmlns:a16="http://schemas.microsoft.com/office/drawing/2014/main" id="{10CA9012-91B2-A449-8A2E-65BA6061B48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7" name="Freeform 596">
                  <a:extLst>
                    <a:ext uri="{FF2B5EF4-FFF2-40B4-BE49-F238E27FC236}">
                      <a16:creationId xmlns:a16="http://schemas.microsoft.com/office/drawing/2014/main" id="{964BBEA0-D220-6747-850B-459388ABF25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8" name="Freeform 597">
                  <a:extLst>
                    <a:ext uri="{FF2B5EF4-FFF2-40B4-BE49-F238E27FC236}">
                      <a16:creationId xmlns:a16="http://schemas.microsoft.com/office/drawing/2014/main" id="{ADEC5ED7-ED4C-584D-AB78-AA02A93E946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9" name="Freeform 598">
                  <a:extLst>
                    <a:ext uri="{FF2B5EF4-FFF2-40B4-BE49-F238E27FC236}">
                      <a16:creationId xmlns:a16="http://schemas.microsoft.com/office/drawing/2014/main" id="{F45598BF-44BC-354D-9020-97A874C585B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0" name="Freeform 599">
                  <a:extLst>
                    <a:ext uri="{FF2B5EF4-FFF2-40B4-BE49-F238E27FC236}">
                      <a16:creationId xmlns:a16="http://schemas.microsoft.com/office/drawing/2014/main" id="{3A2BDF5D-2CA0-2145-8059-D8F121D4D3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601" name="Group 600">
              <a:extLst>
                <a:ext uri="{FF2B5EF4-FFF2-40B4-BE49-F238E27FC236}">
                  <a16:creationId xmlns:a16="http://schemas.microsoft.com/office/drawing/2014/main" id="{187A607B-CA61-BE46-8032-8E34596E7689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EB8C3753-6F83-F64B-9439-656B124AA3B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603" name="Oval 602">
                <a:extLst>
                  <a:ext uri="{FF2B5EF4-FFF2-40B4-BE49-F238E27FC236}">
                    <a16:creationId xmlns:a16="http://schemas.microsoft.com/office/drawing/2014/main" id="{F476EE06-2893-8D4D-AF54-92697A0FE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5DED3EC9-29B0-8D48-BC37-13731DFE68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5" name="Freeform 604">
                  <a:extLst>
                    <a:ext uri="{FF2B5EF4-FFF2-40B4-BE49-F238E27FC236}">
                      <a16:creationId xmlns:a16="http://schemas.microsoft.com/office/drawing/2014/main" id="{D08D678C-613A-3543-B832-EE51616C693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6" name="Freeform 605">
                  <a:extLst>
                    <a:ext uri="{FF2B5EF4-FFF2-40B4-BE49-F238E27FC236}">
                      <a16:creationId xmlns:a16="http://schemas.microsoft.com/office/drawing/2014/main" id="{9EB7819C-4684-3347-AA14-421D743ECB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7" name="Freeform 606">
                  <a:extLst>
                    <a:ext uri="{FF2B5EF4-FFF2-40B4-BE49-F238E27FC236}">
                      <a16:creationId xmlns:a16="http://schemas.microsoft.com/office/drawing/2014/main" id="{F23E654E-4CEA-E346-A508-15310ABC704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8" name="Freeform 607">
                  <a:extLst>
                    <a:ext uri="{FF2B5EF4-FFF2-40B4-BE49-F238E27FC236}">
                      <a16:creationId xmlns:a16="http://schemas.microsoft.com/office/drawing/2014/main" id="{EF443A10-9F41-BB4D-8E65-E94AEE09BDA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54" name="Group 553">
              <a:extLst>
                <a:ext uri="{FF2B5EF4-FFF2-40B4-BE49-F238E27FC236}">
                  <a16:creationId xmlns:a16="http://schemas.microsoft.com/office/drawing/2014/main" id="{7CCD8656-0FD3-B844-BC6C-33CE0577598D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55" name="Freeform 554">
                <a:extLst>
                  <a:ext uri="{FF2B5EF4-FFF2-40B4-BE49-F238E27FC236}">
                    <a16:creationId xmlns:a16="http://schemas.microsoft.com/office/drawing/2014/main" id="{7CF4B187-63BE-654E-852A-09C69503C97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3B5270E4-3067-1643-B96C-CE5CEE09747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57" name="Group 556">
                <a:extLst>
                  <a:ext uri="{FF2B5EF4-FFF2-40B4-BE49-F238E27FC236}">
                    <a16:creationId xmlns:a16="http://schemas.microsoft.com/office/drawing/2014/main" id="{3BECC0F9-CE1F-254B-B04F-1EAA89C59C9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8" name="Freeform 557">
                  <a:extLst>
                    <a:ext uri="{FF2B5EF4-FFF2-40B4-BE49-F238E27FC236}">
                      <a16:creationId xmlns:a16="http://schemas.microsoft.com/office/drawing/2014/main" id="{7C55C6EE-4672-4F4F-A2F8-2821804F594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9" name="Freeform 558">
                  <a:extLst>
                    <a:ext uri="{FF2B5EF4-FFF2-40B4-BE49-F238E27FC236}">
                      <a16:creationId xmlns:a16="http://schemas.microsoft.com/office/drawing/2014/main" id="{C3B242E2-FAA3-F340-B7F0-35D87BB6BAA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60" name="Freeform 559">
                  <a:extLst>
                    <a:ext uri="{FF2B5EF4-FFF2-40B4-BE49-F238E27FC236}">
                      <a16:creationId xmlns:a16="http://schemas.microsoft.com/office/drawing/2014/main" id="{87ED7762-177B-454C-AA37-EB518D75B66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61" name="Freeform 560">
                  <a:extLst>
                    <a:ext uri="{FF2B5EF4-FFF2-40B4-BE49-F238E27FC236}">
                      <a16:creationId xmlns:a16="http://schemas.microsoft.com/office/drawing/2014/main" id="{AD88A8A1-4E2B-154E-845D-5419478A1D2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1A0C1583-3B4A-E44D-BB19-B20517502EBD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196997C3-A7DB-5041-AC08-10F980FB77E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87" name="Oval 586">
                <a:extLst>
                  <a:ext uri="{FF2B5EF4-FFF2-40B4-BE49-F238E27FC236}">
                    <a16:creationId xmlns:a16="http://schemas.microsoft.com/office/drawing/2014/main" id="{5F84A336-003F-D045-8717-1066774A69E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88" name="Group 587">
                <a:extLst>
                  <a:ext uri="{FF2B5EF4-FFF2-40B4-BE49-F238E27FC236}">
                    <a16:creationId xmlns:a16="http://schemas.microsoft.com/office/drawing/2014/main" id="{FF876992-AF96-3545-9CEA-A02174E1151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9" name="Freeform 588">
                  <a:extLst>
                    <a:ext uri="{FF2B5EF4-FFF2-40B4-BE49-F238E27FC236}">
                      <a16:creationId xmlns:a16="http://schemas.microsoft.com/office/drawing/2014/main" id="{668E6E88-4A46-6C47-A59A-CB9D07441C1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0" name="Freeform 589">
                  <a:extLst>
                    <a:ext uri="{FF2B5EF4-FFF2-40B4-BE49-F238E27FC236}">
                      <a16:creationId xmlns:a16="http://schemas.microsoft.com/office/drawing/2014/main" id="{C179B4BA-1D8B-E542-8032-CCB2C08DB97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1" name="Freeform 590">
                  <a:extLst>
                    <a:ext uri="{FF2B5EF4-FFF2-40B4-BE49-F238E27FC236}">
                      <a16:creationId xmlns:a16="http://schemas.microsoft.com/office/drawing/2014/main" id="{DCACB29E-ABE8-BA42-AD55-DAF519C17B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2" name="Freeform 591">
                  <a:extLst>
                    <a:ext uri="{FF2B5EF4-FFF2-40B4-BE49-F238E27FC236}">
                      <a16:creationId xmlns:a16="http://schemas.microsoft.com/office/drawing/2014/main" id="{FD35A0ED-997C-6D46-9D96-FA8D4339826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158E5A4C-7065-8643-BDC2-3A235B56FEA4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39" name="Freeform 538">
                <a:extLst>
                  <a:ext uri="{FF2B5EF4-FFF2-40B4-BE49-F238E27FC236}">
                    <a16:creationId xmlns:a16="http://schemas.microsoft.com/office/drawing/2014/main" id="{CA8EFAEE-3EA1-2A49-A68E-588F301B692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40" name="Oval 539">
                <a:extLst>
                  <a:ext uri="{FF2B5EF4-FFF2-40B4-BE49-F238E27FC236}">
                    <a16:creationId xmlns:a16="http://schemas.microsoft.com/office/drawing/2014/main" id="{7A05A3F9-D6B9-D14C-83C8-6C79F0B6B2C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8AAC1FAD-B7BA-744A-8599-5670C6B0E7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2" name="Freeform 541">
                  <a:extLst>
                    <a:ext uri="{FF2B5EF4-FFF2-40B4-BE49-F238E27FC236}">
                      <a16:creationId xmlns:a16="http://schemas.microsoft.com/office/drawing/2014/main" id="{A016DA82-50DC-224C-84FF-C492EDE01BC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43" name="Freeform 542">
                  <a:extLst>
                    <a:ext uri="{FF2B5EF4-FFF2-40B4-BE49-F238E27FC236}">
                      <a16:creationId xmlns:a16="http://schemas.microsoft.com/office/drawing/2014/main" id="{3D2D51D6-0AC0-9D43-A55C-E94B7DCA77F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44" name="Freeform 543">
                  <a:extLst>
                    <a:ext uri="{FF2B5EF4-FFF2-40B4-BE49-F238E27FC236}">
                      <a16:creationId xmlns:a16="http://schemas.microsoft.com/office/drawing/2014/main" id="{76C27F31-4CE4-1242-9801-166D4F66B5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45" name="Freeform 544">
                  <a:extLst>
                    <a:ext uri="{FF2B5EF4-FFF2-40B4-BE49-F238E27FC236}">
                      <a16:creationId xmlns:a16="http://schemas.microsoft.com/office/drawing/2014/main" id="{9BC7E87F-2555-8D4C-80CB-0E2F5F4BB0F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4DAC2AB4-F1E4-D740-A4AF-07EE55303854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547" name="Freeform 546">
                <a:extLst>
                  <a:ext uri="{FF2B5EF4-FFF2-40B4-BE49-F238E27FC236}">
                    <a16:creationId xmlns:a16="http://schemas.microsoft.com/office/drawing/2014/main" id="{23E59006-14B9-C64E-A05E-0BD7C00C4A6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48" name="Oval 547">
                <a:extLst>
                  <a:ext uri="{FF2B5EF4-FFF2-40B4-BE49-F238E27FC236}">
                    <a16:creationId xmlns:a16="http://schemas.microsoft.com/office/drawing/2014/main" id="{2AD17789-C54D-4948-95E6-741F42B1FB2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278D7FE0-D307-E941-967D-E4145732CEE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0" name="Freeform 549">
                  <a:extLst>
                    <a:ext uri="{FF2B5EF4-FFF2-40B4-BE49-F238E27FC236}">
                      <a16:creationId xmlns:a16="http://schemas.microsoft.com/office/drawing/2014/main" id="{1ADC6420-4AC2-F544-B940-D0A18615CA5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1" name="Freeform 550">
                  <a:extLst>
                    <a:ext uri="{FF2B5EF4-FFF2-40B4-BE49-F238E27FC236}">
                      <a16:creationId xmlns:a16="http://schemas.microsoft.com/office/drawing/2014/main" id="{223E40C5-E2E3-3B42-A86A-26D2D130B73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2" name="Freeform 551">
                  <a:extLst>
                    <a:ext uri="{FF2B5EF4-FFF2-40B4-BE49-F238E27FC236}">
                      <a16:creationId xmlns:a16="http://schemas.microsoft.com/office/drawing/2014/main" id="{C6AA2152-8609-214A-AE62-E7DFD1A9E7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3" name="Freeform 552">
                  <a:extLst>
                    <a:ext uri="{FF2B5EF4-FFF2-40B4-BE49-F238E27FC236}">
                      <a16:creationId xmlns:a16="http://schemas.microsoft.com/office/drawing/2014/main" id="{7CB5E54A-6719-9747-80B7-8D19331BE78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623" name="Group 622">
              <a:extLst>
                <a:ext uri="{FF2B5EF4-FFF2-40B4-BE49-F238E27FC236}">
                  <a16:creationId xmlns:a16="http://schemas.microsoft.com/office/drawing/2014/main" id="{EA34A94C-D92D-084C-BFEA-F4C8DF0AD275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24" name="Freeform 623">
                <a:extLst>
                  <a:ext uri="{FF2B5EF4-FFF2-40B4-BE49-F238E27FC236}">
                    <a16:creationId xmlns:a16="http://schemas.microsoft.com/office/drawing/2014/main" id="{E1E1C6E8-4D60-7F43-BB0E-6D883F10D4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50975E36-0C2A-6844-A407-23F033DB4BD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3F7EBA29-30EF-C741-94EE-735398C6CFA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7" name="Freeform 626">
                  <a:extLst>
                    <a:ext uri="{FF2B5EF4-FFF2-40B4-BE49-F238E27FC236}">
                      <a16:creationId xmlns:a16="http://schemas.microsoft.com/office/drawing/2014/main" id="{B3AD45B5-1F4B-FF4A-843D-9D062939267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8" name="Freeform 627">
                  <a:extLst>
                    <a:ext uri="{FF2B5EF4-FFF2-40B4-BE49-F238E27FC236}">
                      <a16:creationId xmlns:a16="http://schemas.microsoft.com/office/drawing/2014/main" id="{A6F160FF-CBBD-9147-8D0B-92A36BEBF8A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9" name="Freeform 628">
                  <a:extLst>
                    <a:ext uri="{FF2B5EF4-FFF2-40B4-BE49-F238E27FC236}">
                      <a16:creationId xmlns:a16="http://schemas.microsoft.com/office/drawing/2014/main" id="{421F3589-EC70-074A-903F-D618ED6F789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30" name="Freeform 629">
                  <a:extLst>
                    <a:ext uri="{FF2B5EF4-FFF2-40B4-BE49-F238E27FC236}">
                      <a16:creationId xmlns:a16="http://schemas.microsoft.com/office/drawing/2014/main" id="{CEC8DEB8-8E24-2948-9AF6-0F3EF908CD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A8C4B740-B92E-8942-8EF4-347710C32F2C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71A9C1C2-E4A0-D74C-8C05-2AD307E7B3E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65" name="Oval 464">
                <a:extLst>
                  <a:ext uri="{FF2B5EF4-FFF2-40B4-BE49-F238E27FC236}">
                    <a16:creationId xmlns:a16="http://schemas.microsoft.com/office/drawing/2014/main" id="{0F366A03-D9E7-9F45-99D3-1CAC10EE2C7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66" name="Group 465">
                <a:extLst>
                  <a:ext uri="{FF2B5EF4-FFF2-40B4-BE49-F238E27FC236}">
                    <a16:creationId xmlns:a16="http://schemas.microsoft.com/office/drawing/2014/main" id="{10CB8A50-A713-2549-9F44-B792D2C30CA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7" name="Freeform 466">
                  <a:extLst>
                    <a:ext uri="{FF2B5EF4-FFF2-40B4-BE49-F238E27FC236}">
                      <a16:creationId xmlns:a16="http://schemas.microsoft.com/office/drawing/2014/main" id="{DC4E3153-8354-1145-82FC-C287EF5FE6C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8" name="Freeform 467">
                  <a:extLst>
                    <a:ext uri="{FF2B5EF4-FFF2-40B4-BE49-F238E27FC236}">
                      <a16:creationId xmlns:a16="http://schemas.microsoft.com/office/drawing/2014/main" id="{99B3C81B-87BA-1A4F-BCAD-DF0EF9C582C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9" name="Freeform 468">
                  <a:extLst>
                    <a:ext uri="{FF2B5EF4-FFF2-40B4-BE49-F238E27FC236}">
                      <a16:creationId xmlns:a16="http://schemas.microsoft.com/office/drawing/2014/main" id="{DEEA64E4-A29A-E742-B32E-C111E6BF42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0" name="Freeform 469">
                  <a:extLst>
                    <a:ext uri="{FF2B5EF4-FFF2-40B4-BE49-F238E27FC236}">
                      <a16:creationId xmlns:a16="http://schemas.microsoft.com/office/drawing/2014/main" id="{43676372-2E7B-9445-80AD-B31686FE67E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314E0C43-2359-9440-BEF9-9E1924BED605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9737FFD7-2DCB-A148-A405-977351501C2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9739DB09-38E5-A347-93BF-13C80AD8453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04079280-378E-384D-9681-BF41B82BF6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1" name="Freeform 450">
                  <a:extLst>
                    <a:ext uri="{FF2B5EF4-FFF2-40B4-BE49-F238E27FC236}">
                      <a16:creationId xmlns:a16="http://schemas.microsoft.com/office/drawing/2014/main" id="{914AA044-3657-1448-A5E9-2F003DC03F6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52" name="Freeform 451">
                  <a:extLst>
                    <a:ext uri="{FF2B5EF4-FFF2-40B4-BE49-F238E27FC236}">
                      <a16:creationId xmlns:a16="http://schemas.microsoft.com/office/drawing/2014/main" id="{29FDF0B8-7E9A-1F4D-8C99-CE1C68A134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53" name="Freeform 452">
                  <a:extLst>
                    <a:ext uri="{FF2B5EF4-FFF2-40B4-BE49-F238E27FC236}">
                      <a16:creationId xmlns:a16="http://schemas.microsoft.com/office/drawing/2014/main" id="{49A96193-2E73-4C43-843C-2C8C4DCEE47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54" name="Freeform 453">
                  <a:extLst>
                    <a:ext uri="{FF2B5EF4-FFF2-40B4-BE49-F238E27FC236}">
                      <a16:creationId xmlns:a16="http://schemas.microsoft.com/office/drawing/2014/main" id="{F5358318-953E-E249-9021-E0B5DF66E3B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4483029-0B46-154F-9CA3-FEA06875B8DB}"/>
              </a:ext>
            </a:extLst>
          </p:cNvPr>
          <p:cNvSpPr/>
          <p:nvPr/>
        </p:nvSpPr>
        <p:spPr>
          <a:xfrm>
            <a:off x="5038725" y="1116346"/>
            <a:ext cx="4019550" cy="3715971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797" name="Group 796">
            <a:extLst>
              <a:ext uri="{FF2B5EF4-FFF2-40B4-BE49-F238E27FC236}">
                <a16:creationId xmlns:a16="http://schemas.microsoft.com/office/drawing/2014/main" id="{D383E01F-FA6F-5647-A6B1-D5444F12E4E2}"/>
              </a:ext>
            </a:extLst>
          </p:cNvPr>
          <p:cNvGrpSpPr/>
          <p:nvPr/>
        </p:nvGrpSpPr>
        <p:grpSpPr>
          <a:xfrm>
            <a:off x="5579306" y="1394794"/>
            <a:ext cx="3108241" cy="3225669"/>
            <a:chOff x="7432700" y="1830405"/>
            <a:chExt cx="4144321" cy="4300892"/>
          </a:xfrm>
        </p:grpSpPr>
        <p:grpSp>
          <p:nvGrpSpPr>
            <p:cNvPr id="787" name="Group 786">
              <a:extLst>
                <a:ext uri="{FF2B5EF4-FFF2-40B4-BE49-F238E27FC236}">
                  <a16:creationId xmlns:a16="http://schemas.microsoft.com/office/drawing/2014/main" id="{C944F5F4-7AD1-AE48-9769-ABE2F95B5A26}"/>
                </a:ext>
              </a:extLst>
            </p:cNvPr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49" name="Group 652">
                <a:extLst>
                  <a:ext uri="{FF2B5EF4-FFF2-40B4-BE49-F238E27FC236}">
                    <a16:creationId xmlns:a16="http://schemas.microsoft.com/office/drawing/2014/main" id="{F4E63F52-683B-8244-A48E-D8CF833CC0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id="359" name="Picture 653" descr="iphone_stylized_small">
                  <a:extLst>
                    <a:ext uri="{FF2B5EF4-FFF2-40B4-BE49-F238E27FC236}">
                      <a16:creationId xmlns:a16="http://schemas.microsoft.com/office/drawing/2014/main" id="{EDF1EC93-A6E5-964F-B0D6-EE56B282AEB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60" name="Picture 654" descr="antenna_radiation_stylized">
                  <a:extLst>
                    <a:ext uri="{FF2B5EF4-FFF2-40B4-BE49-F238E27FC236}">
                      <a16:creationId xmlns:a16="http://schemas.microsoft.com/office/drawing/2014/main" id="{0A17C594-505E-6F41-AEEB-272A31DFD2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785" name="Group 784">
                <a:extLst>
                  <a:ext uri="{FF2B5EF4-FFF2-40B4-BE49-F238E27FC236}">
                    <a16:creationId xmlns:a16="http://schemas.microsoft.com/office/drawing/2014/main" id="{91E02B81-5B35-4545-A954-B7E923AB7286}"/>
                  </a:ext>
                </a:extLst>
              </p:cNvPr>
              <p:cNvGrpSpPr/>
              <p:nvPr/>
            </p:nvGrpSpPr>
            <p:grpSpPr>
              <a:xfrm>
                <a:off x="7432700" y="2327293"/>
                <a:ext cx="534987" cy="407988"/>
                <a:chOff x="7432700" y="2327293"/>
                <a:chExt cx="534987" cy="407988"/>
              </a:xfrm>
            </p:grpSpPr>
            <p:pic>
              <p:nvPicPr>
                <p:cNvPr id="73" name="Picture 1017" descr="antenna_stylized">
                  <a:extLst>
                    <a:ext uri="{FF2B5EF4-FFF2-40B4-BE49-F238E27FC236}">
                      <a16:creationId xmlns:a16="http://schemas.microsoft.com/office/drawing/2014/main" id="{27A537F5-5D99-BF4C-9B11-E9782673F1A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4" name="Picture 1018" descr="laptop_keyboard">
                  <a:extLst>
                    <a:ext uri="{FF2B5EF4-FFF2-40B4-BE49-F238E27FC236}">
                      <a16:creationId xmlns:a16="http://schemas.microsoft.com/office/drawing/2014/main" id="{7087B8D0-FFCB-0746-A889-28909002C2F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5" name="Freeform 1019">
                  <a:extLst>
                    <a:ext uri="{FF2B5EF4-FFF2-40B4-BE49-F238E27FC236}">
                      <a16:creationId xmlns:a16="http://schemas.microsoft.com/office/drawing/2014/main" id="{7C75BC30-0808-D44D-AF7A-A72B4A529E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050"/>
                </a:p>
              </p:txBody>
            </p:sp>
            <p:pic>
              <p:nvPicPr>
                <p:cNvPr id="76" name="Picture 1020" descr="screen">
                  <a:extLst>
                    <a:ext uri="{FF2B5EF4-FFF2-40B4-BE49-F238E27FC236}">
                      <a16:creationId xmlns:a16="http://schemas.microsoft.com/office/drawing/2014/main" id="{2D732B7A-74CB-D547-ADB5-C721526D5E9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7" name="Freeform 1021">
                  <a:extLst>
                    <a:ext uri="{FF2B5EF4-FFF2-40B4-BE49-F238E27FC236}">
                      <a16:creationId xmlns:a16="http://schemas.microsoft.com/office/drawing/2014/main" id="{FBD1A429-9B8F-F940-AD09-4638CC316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78" name="Freeform 1022">
                  <a:extLst>
                    <a:ext uri="{FF2B5EF4-FFF2-40B4-BE49-F238E27FC236}">
                      <a16:creationId xmlns:a16="http://schemas.microsoft.com/office/drawing/2014/main" id="{376C8B48-3441-F643-B92D-5DC759EDA1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79" name="Freeform 1023">
                  <a:extLst>
                    <a:ext uri="{FF2B5EF4-FFF2-40B4-BE49-F238E27FC236}">
                      <a16:creationId xmlns:a16="http://schemas.microsoft.com/office/drawing/2014/main" id="{4DFECD03-4AF0-1342-8138-6CEC8249A2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0" name="Freeform 1024">
                  <a:extLst>
                    <a:ext uri="{FF2B5EF4-FFF2-40B4-BE49-F238E27FC236}">
                      <a16:creationId xmlns:a16="http://schemas.microsoft.com/office/drawing/2014/main" id="{8AA57D4B-3E9B-994B-AF13-DB646178BD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1" name="Freeform 1025">
                  <a:extLst>
                    <a:ext uri="{FF2B5EF4-FFF2-40B4-BE49-F238E27FC236}">
                      <a16:creationId xmlns:a16="http://schemas.microsoft.com/office/drawing/2014/main" id="{59DA24E7-1981-0E44-8060-2B7CE58EBF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2" name="Freeform 1026">
                  <a:extLst>
                    <a:ext uri="{FF2B5EF4-FFF2-40B4-BE49-F238E27FC236}">
                      <a16:creationId xmlns:a16="http://schemas.microsoft.com/office/drawing/2014/main" id="{DB3D3129-2B70-5643-96C2-83638DE57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grpSp>
              <p:nvGrpSpPr>
                <p:cNvPr id="83" name="Group 1027">
                  <a:extLst>
                    <a:ext uri="{FF2B5EF4-FFF2-40B4-BE49-F238E27FC236}">
                      <a16:creationId xmlns:a16="http://schemas.microsoft.com/office/drawing/2014/main" id="{8C6DEC60-5C97-D546-9977-EBD182221D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69" name="Freeform 1028">
                    <a:extLst>
                      <a:ext uri="{FF2B5EF4-FFF2-40B4-BE49-F238E27FC236}">
                        <a16:creationId xmlns:a16="http://schemas.microsoft.com/office/drawing/2014/main" id="{5D16627E-DE34-BC4F-9513-7A7D4707F7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70" name="Freeform 1029">
                    <a:extLst>
                      <a:ext uri="{FF2B5EF4-FFF2-40B4-BE49-F238E27FC236}">
                        <a16:creationId xmlns:a16="http://schemas.microsoft.com/office/drawing/2014/main" id="{D8D65D68-18A4-E54D-8916-1DEF36844C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71" name="Freeform 1030">
                    <a:extLst>
                      <a:ext uri="{FF2B5EF4-FFF2-40B4-BE49-F238E27FC236}">
                        <a16:creationId xmlns:a16="http://schemas.microsoft.com/office/drawing/2014/main" id="{3C79D147-9974-F341-96E9-F9AD19F140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72" name="Freeform 1031">
                    <a:extLst>
                      <a:ext uri="{FF2B5EF4-FFF2-40B4-BE49-F238E27FC236}">
                        <a16:creationId xmlns:a16="http://schemas.microsoft.com/office/drawing/2014/main" id="{5E0CE9D2-21FD-2644-9691-743CC3E130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73" name="Freeform 1032">
                    <a:extLst>
                      <a:ext uri="{FF2B5EF4-FFF2-40B4-BE49-F238E27FC236}">
                        <a16:creationId xmlns:a16="http://schemas.microsoft.com/office/drawing/2014/main" id="{5691098F-1432-0D44-8573-312C3A566A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74" name="Freeform 1033">
                    <a:extLst>
                      <a:ext uri="{FF2B5EF4-FFF2-40B4-BE49-F238E27FC236}">
                        <a16:creationId xmlns:a16="http://schemas.microsoft.com/office/drawing/2014/main" id="{2D4A77A2-D0F1-164A-A67D-A509543869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</p:grpSp>
            <p:sp>
              <p:nvSpPr>
                <p:cNvPr id="84" name="Freeform 1034">
                  <a:extLst>
                    <a:ext uri="{FF2B5EF4-FFF2-40B4-BE49-F238E27FC236}">
                      <a16:creationId xmlns:a16="http://schemas.microsoft.com/office/drawing/2014/main" id="{A283BD8E-0AD2-B743-8237-483C3A6A6C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5" name="Freeform 1035">
                  <a:extLst>
                    <a:ext uri="{FF2B5EF4-FFF2-40B4-BE49-F238E27FC236}">
                      <a16:creationId xmlns:a16="http://schemas.microsoft.com/office/drawing/2014/main" id="{AA215C2D-4069-DE48-884E-A1816F7D4D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6" name="Freeform 1036">
                  <a:extLst>
                    <a:ext uri="{FF2B5EF4-FFF2-40B4-BE49-F238E27FC236}">
                      <a16:creationId xmlns:a16="http://schemas.microsoft.com/office/drawing/2014/main" id="{421821F5-5AD5-4D4E-A4F9-5D46E41A4E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7" name="Freeform 1037">
                  <a:extLst>
                    <a:ext uri="{FF2B5EF4-FFF2-40B4-BE49-F238E27FC236}">
                      <a16:creationId xmlns:a16="http://schemas.microsoft.com/office/drawing/2014/main" id="{499D2FC7-7022-A944-98B2-E74E9B2E52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8" name="Freeform 1038">
                  <a:extLst>
                    <a:ext uri="{FF2B5EF4-FFF2-40B4-BE49-F238E27FC236}">
                      <a16:creationId xmlns:a16="http://schemas.microsoft.com/office/drawing/2014/main" id="{37918171-6E71-A846-A2B5-7C65DD7456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9" name="Freeform 1039">
                  <a:extLst>
                    <a:ext uri="{FF2B5EF4-FFF2-40B4-BE49-F238E27FC236}">
                      <a16:creationId xmlns:a16="http://schemas.microsoft.com/office/drawing/2014/main" id="{68ECFF60-AA48-2D4C-9A67-90DB18F81D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504BAA5F-BBD8-8242-BC48-7D0E761F340A}"/>
                  </a:ext>
                </a:extLst>
              </p:cNvPr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id="110" name="Picture 568" descr="light2.png">
                  <a:extLst>
                    <a:ext uri="{FF2B5EF4-FFF2-40B4-BE49-F238E27FC236}">
                      <a16:creationId xmlns:a16="http://schemas.microsoft.com/office/drawing/2014/main" id="{D96B693D-26FC-E443-A112-C4AFFE90DC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1" name="Picture 1017" descr="antenna_stylized">
                  <a:extLst>
                    <a:ext uri="{FF2B5EF4-FFF2-40B4-BE49-F238E27FC236}">
                      <a16:creationId xmlns:a16="http://schemas.microsoft.com/office/drawing/2014/main" id="{F4E4C4C0-89A6-D74D-B25C-228CE5BC1DB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786" name="Group 785">
                <a:extLst>
                  <a:ext uri="{FF2B5EF4-FFF2-40B4-BE49-F238E27FC236}">
                    <a16:creationId xmlns:a16="http://schemas.microsoft.com/office/drawing/2014/main" id="{46F998A3-3B85-214A-927A-3BF067B7C2A0}"/>
                  </a:ext>
                </a:extLst>
              </p:cNvPr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id="48" name="Picture 603" descr="car_icon_small">
                  <a:extLst>
                    <a:ext uri="{FF2B5EF4-FFF2-40B4-BE49-F238E27FC236}">
                      <a16:creationId xmlns:a16="http://schemas.microsoft.com/office/drawing/2014/main" id="{147E2796-D425-6645-93B3-B97E69B1461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2" name="Picture 1017" descr="antenna_stylized">
                  <a:extLst>
                    <a:ext uri="{FF2B5EF4-FFF2-40B4-BE49-F238E27FC236}">
                      <a16:creationId xmlns:a16="http://schemas.microsoft.com/office/drawing/2014/main" id="{F0886BE8-9B0B-F046-92AA-1AC818378EA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793" name="Group 792">
              <a:extLst>
                <a:ext uri="{FF2B5EF4-FFF2-40B4-BE49-F238E27FC236}">
                  <a16:creationId xmlns:a16="http://schemas.microsoft.com/office/drawing/2014/main" id="{93351559-0D4C-F04C-928E-5CDA57B5EB47}"/>
                </a:ext>
              </a:extLst>
            </p:cNvPr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792" name="Group 791">
                <a:extLst>
                  <a:ext uri="{FF2B5EF4-FFF2-40B4-BE49-F238E27FC236}">
                    <a16:creationId xmlns:a16="http://schemas.microsoft.com/office/drawing/2014/main" id="{084B6293-559E-5D43-AF2B-4CB5E09EC6C5}"/>
                  </a:ext>
                </a:extLst>
              </p:cNvPr>
              <p:cNvGrpSpPr/>
              <p:nvPr/>
            </p:nvGrpSpPr>
            <p:grpSpPr>
              <a:xfrm>
                <a:off x="7487144" y="3389820"/>
                <a:ext cx="350807" cy="305517"/>
                <a:chOff x="7487144" y="3389820"/>
                <a:chExt cx="350807" cy="305517"/>
              </a:xfrm>
            </p:grpSpPr>
            <p:pic>
              <p:nvPicPr>
                <p:cNvPr id="91" name="Picture 1115" descr="antenna_stylized">
                  <a:extLst>
                    <a:ext uri="{FF2B5EF4-FFF2-40B4-BE49-F238E27FC236}">
                      <a16:creationId xmlns:a16="http://schemas.microsoft.com/office/drawing/2014/main" id="{1821BC3E-6137-D844-92B9-4BA4CFF41F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2" name="Picture 1116" descr="laptop_keyboard">
                  <a:extLst>
                    <a:ext uri="{FF2B5EF4-FFF2-40B4-BE49-F238E27FC236}">
                      <a16:creationId xmlns:a16="http://schemas.microsoft.com/office/drawing/2014/main" id="{7F05CE3B-E67B-1B40-9D5B-2914F0B9BFB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3" name="Freeform 1117">
                  <a:extLst>
                    <a:ext uri="{FF2B5EF4-FFF2-40B4-BE49-F238E27FC236}">
                      <a16:creationId xmlns:a16="http://schemas.microsoft.com/office/drawing/2014/main" id="{B52A07C5-D801-5B41-BD20-C20958925D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014" y="3459979"/>
                  <a:ext cx="230764" cy="155883"/>
                </a:xfrm>
                <a:custGeom>
                  <a:avLst/>
                  <a:gdLst>
                    <a:gd name="T0" fmla="*/ 143665061 w 2982"/>
                    <a:gd name="T1" fmla="*/ 0 h 2442"/>
                    <a:gd name="T2" fmla="*/ 0 w 2982"/>
                    <a:gd name="T3" fmla="*/ 66329557 h 2442"/>
                    <a:gd name="T4" fmla="*/ 573719931 w 2982"/>
                    <a:gd name="T5" fmla="*/ 82975142 h 2442"/>
                    <a:gd name="T6" fmla="*/ 717384993 w 2982"/>
                    <a:gd name="T7" fmla="*/ 16645585 h 2442"/>
                    <a:gd name="T8" fmla="*/ 143665061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050"/>
                </a:p>
              </p:txBody>
            </p:sp>
            <p:pic>
              <p:nvPicPr>
                <p:cNvPr id="94" name="Picture 1118" descr="screen">
                  <a:extLst>
                    <a:ext uri="{FF2B5EF4-FFF2-40B4-BE49-F238E27FC236}">
                      <a16:creationId xmlns:a16="http://schemas.microsoft.com/office/drawing/2014/main" id="{2EA30B4E-5447-0340-8DAD-349A843F2AC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5" name="Freeform 1119">
                  <a:extLst>
                    <a:ext uri="{FF2B5EF4-FFF2-40B4-BE49-F238E27FC236}">
                      <a16:creationId xmlns:a16="http://schemas.microsoft.com/office/drawing/2014/main" id="{1137F6C6-A7C9-9A4D-BCE3-048DB90EF7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41029" y="3455381"/>
                  <a:ext cx="195517" cy="29007"/>
                </a:xfrm>
                <a:custGeom>
                  <a:avLst/>
                  <a:gdLst>
                    <a:gd name="T0" fmla="*/ 35620212 w 2528"/>
                    <a:gd name="T1" fmla="*/ 0 h 455"/>
                    <a:gd name="T2" fmla="*/ 608343257 w 2528"/>
                    <a:gd name="T3" fmla="*/ 16582250 h 455"/>
                    <a:gd name="T4" fmla="*/ 572256449 w 2528"/>
                    <a:gd name="T5" fmla="*/ 16582250 h 455"/>
                    <a:gd name="T6" fmla="*/ 0 w 2528"/>
                    <a:gd name="T7" fmla="*/ 16582250 h 455"/>
                    <a:gd name="T8" fmla="*/ 35620212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96" name="Freeform 1120">
                  <a:extLst>
                    <a:ext uri="{FF2B5EF4-FFF2-40B4-BE49-F238E27FC236}">
                      <a16:creationId xmlns:a16="http://schemas.microsoft.com/office/drawing/2014/main" id="{7A0060E2-767D-1545-8656-29ED1A4712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971" y="3455145"/>
                  <a:ext cx="54275" cy="120745"/>
                </a:xfrm>
                <a:custGeom>
                  <a:avLst/>
                  <a:gdLst>
                    <a:gd name="T0" fmla="*/ 142804406 w 702"/>
                    <a:gd name="T1" fmla="*/ 0 h 1893"/>
                    <a:gd name="T2" fmla="*/ 0 w 702"/>
                    <a:gd name="T3" fmla="*/ 66174575 h 1893"/>
                    <a:gd name="T4" fmla="*/ 35584530 w 702"/>
                    <a:gd name="T5" fmla="*/ 66174575 h 1893"/>
                    <a:gd name="T6" fmla="*/ 178855222 w 702"/>
                    <a:gd name="T7" fmla="*/ 16607700 h 1893"/>
                    <a:gd name="T8" fmla="*/ 142804406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97" name="Freeform 1121">
                  <a:extLst>
                    <a:ext uri="{FF2B5EF4-FFF2-40B4-BE49-F238E27FC236}">
                      <a16:creationId xmlns:a16="http://schemas.microsoft.com/office/drawing/2014/main" id="{15790F5A-ABAC-8D49-A4F9-E2F576550D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76652" y="3476723"/>
                  <a:ext cx="58489" cy="139375"/>
                </a:xfrm>
                <a:custGeom>
                  <a:avLst/>
                  <a:gdLst>
                    <a:gd name="T0" fmla="*/ 179213623 w 756"/>
                    <a:gd name="T1" fmla="*/ 0 h 2184"/>
                    <a:gd name="T2" fmla="*/ 35656008 w 756"/>
                    <a:gd name="T3" fmla="*/ 82904513 h 2184"/>
                    <a:gd name="T4" fmla="*/ 0 w 756"/>
                    <a:gd name="T5" fmla="*/ 82904513 h 2184"/>
                    <a:gd name="T6" fmla="*/ 143090785 w 756"/>
                    <a:gd name="T7" fmla="*/ 16632211 h 2184"/>
                    <a:gd name="T8" fmla="*/ 17921362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98" name="Freeform 1122">
                  <a:extLst>
                    <a:ext uri="{FF2B5EF4-FFF2-40B4-BE49-F238E27FC236}">
                      <a16:creationId xmlns:a16="http://schemas.microsoft.com/office/drawing/2014/main" id="{8898B7ED-5BCF-8C4E-B1AA-B82AD50FD1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332" y="3569758"/>
                  <a:ext cx="214545" cy="47048"/>
                </a:xfrm>
                <a:custGeom>
                  <a:avLst/>
                  <a:gdLst>
                    <a:gd name="T0" fmla="*/ 35658648 w 2773"/>
                    <a:gd name="T1" fmla="*/ 0 h 738"/>
                    <a:gd name="T2" fmla="*/ 0 w 2773"/>
                    <a:gd name="T3" fmla="*/ 16581742 h 738"/>
                    <a:gd name="T4" fmla="*/ 573357470 w 2773"/>
                    <a:gd name="T5" fmla="*/ 33163485 h 738"/>
                    <a:gd name="T6" fmla="*/ 573357470 w 2773"/>
                    <a:gd name="T7" fmla="*/ 16581742 h 738"/>
                    <a:gd name="T8" fmla="*/ 35658648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99" name="Freeform 1123">
                  <a:extLst>
                    <a:ext uri="{FF2B5EF4-FFF2-40B4-BE49-F238E27FC236}">
                      <a16:creationId xmlns:a16="http://schemas.microsoft.com/office/drawing/2014/main" id="{5A7F91EF-AD6B-D64E-B73E-C762D73A7A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83165" y="3477902"/>
                  <a:ext cx="54786" cy="139965"/>
                </a:xfrm>
                <a:custGeom>
                  <a:avLst/>
                  <a:gdLst>
                    <a:gd name="T0" fmla="*/ 656550006 w 637"/>
                    <a:gd name="T1" fmla="*/ 0 h 1659"/>
                    <a:gd name="T2" fmla="*/ 656550006 w 637"/>
                    <a:gd name="T3" fmla="*/ 0 h 1659"/>
                    <a:gd name="T4" fmla="*/ 54716163 w 637"/>
                    <a:gd name="T5" fmla="*/ 2147483646 h 1659"/>
                    <a:gd name="T6" fmla="*/ 0 w 637"/>
                    <a:gd name="T7" fmla="*/ 2147483646 h 1659"/>
                    <a:gd name="T8" fmla="*/ 65655000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00" name="Freeform 1124">
                  <a:extLst>
                    <a:ext uri="{FF2B5EF4-FFF2-40B4-BE49-F238E27FC236}">
                      <a16:creationId xmlns:a16="http://schemas.microsoft.com/office/drawing/2014/main" id="{BBB1B153-2E6F-7246-9B11-B68D01DF60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588" y="3576007"/>
                  <a:ext cx="190792" cy="46458"/>
                </a:xfrm>
                <a:custGeom>
                  <a:avLst/>
                  <a:gdLst>
                    <a:gd name="T0" fmla="*/ 0 w 2216"/>
                    <a:gd name="T1" fmla="*/ 0 h 550"/>
                    <a:gd name="T2" fmla="*/ 54884212 w 2216"/>
                    <a:gd name="T3" fmla="*/ 101852492 h 550"/>
                    <a:gd name="T4" fmla="*/ 2147483646 w 2216"/>
                    <a:gd name="T5" fmla="*/ 1017940055 h 550"/>
                    <a:gd name="T6" fmla="*/ 2147483646 w 2216"/>
                    <a:gd name="T7" fmla="*/ 86546456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grpSp>
              <p:nvGrpSpPr>
                <p:cNvPr id="101" name="Group 1125">
                  <a:extLst>
                    <a:ext uri="{FF2B5EF4-FFF2-40B4-BE49-F238E27FC236}">
                      <a16:creationId xmlns:a16="http://schemas.microsoft.com/office/drawing/2014/main" id="{57060979-075D-9D4D-B12E-DA0CCD4C6B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140" name="Freeform 1126">
                    <a:extLst>
                      <a:ext uri="{FF2B5EF4-FFF2-40B4-BE49-F238E27FC236}">
                        <a16:creationId xmlns:a16="http://schemas.microsoft.com/office/drawing/2014/main" id="{8DFFF656-1361-C546-8336-177F79E469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41" name="Freeform 1127">
                    <a:extLst>
                      <a:ext uri="{FF2B5EF4-FFF2-40B4-BE49-F238E27FC236}">
                        <a16:creationId xmlns:a16="http://schemas.microsoft.com/office/drawing/2014/main" id="{60C6C6B3-72DE-664B-B4DE-3C04B0C5BF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42" name="Freeform 1128">
                    <a:extLst>
                      <a:ext uri="{FF2B5EF4-FFF2-40B4-BE49-F238E27FC236}">
                        <a16:creationId xmlns:a16="http://schemas.microsoft.com/office/drawing/2014/main" id="{0D48292A-917D-D046-A974-043CEE5A41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43" name="Freeform 1129">
                    <a:extLst>
                      <a:ext uri="{FF2B5EF4-FFF2-40B4-BE49-F238E27FC236}">
                        <a16:creationId xmlns:a16="http://schemas.microsoft.com/office/drawing/2014/main" id="{DB6BAAEB-BADD-0A4F-8A9D-D72AFCA99A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44" name="Freeform 1130">
                    <a:extLst>
                      <a:ext uri="{FF2B5EF4-FFF2-40B4-BE49-F238E27FC236}">
                        <a16:creationId xmlns:a16="http://schemas.microsoft.com/office/drawing/2014/main" id="{05D5969F-F3B9-414D-975E-A6700098F2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45" name="Freeform 1131">
                    <a:extLst>
                      <a:ext uri="{FF2B5EF4-FFF2-40B4-BE49-F238E27FC236}">
                        <a16:creationId xmlns:a16="http://schemas.microsoft.com/office/drawing/2014/main" id="{41BB174D-6019-384D-A5AC-1B4D92D938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</p:grpSp>
            <p:sp>
              <p:nvSpPr>
                <p:cNvPr id="102" name="Freeform 1132">
                  <a:extLst>
                    <a:ext uri="{FF2B5EF4-FFF2-40B4-BE49-F238E27FC236}">
                      <a16:creationId xmlns:a16="http://schemas.microsoft.com/office/drawing/2014/main" id="{F8739864-4836-E447-8FC8-5886923FF4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4243" y="3629776"/>
                  <a:ext cx="78411" cy="60608"/>
                </a:xfrm>
                <a:custGeom>
                  <a:avLst/>
                  <a:gdLst>
                    <a:gd name="T0" fmla="*/ 39250883 w 990"/>
                    <a:gd name="T1" fmla="*/ 342828616 h 792"/>
                    <a:gd name="T2" fmla="*/ 354255671 w 990"/>
                    <a:gd name="T3" fmla="*/ 0 h 792"/>
                    <a:gd name="T4" fmla="*/ 354255671 w 990"/>
                    <a:gd name="T5" fmla="*/ 34504242 h 792"/>
                    <a:gd name="T6" fmla="*/ 0 w 990"/>
                    <a:gd name="T7" fmla="*/ 342828616 h 792"/>
                    <a:gd name="T8" fmla="*/ 39250883 w 990"/>
                    <a:gd name="T9" fmla="*/ 34282861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03" name="Freeform 1133">
                  <a:extLst>
                    <a:ext uri="{FF2B5EF4-FFF2-40B4-BE49-F238E27FC236}">
                      <a16:creationId xmlns:a16="http://schemas.microsoft.com/office/drawing/2014/main" id="{C59CADF3-CD09-FB48-A672-C2C50B66CE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129" y="3634611"/>
                  <a:ext cx="200625" cy="55302"/>
                </a:xfrm>
                <a:custGeom>
                  <a:avLst/>
                  <a:gdLst>
                    <a:gd name="T0" fmla="*/ 39302216 w 2532"/>
                    <a:gd name="T1" fmla="*/ 0 h 723"/>
                    <a:gd name="T2" fmla="*/ 39302216 w 2532"/>
                    <a:gd name="T3" fmla="*/ 0 h 723"/>
                    <a:gd name="T4" fmla="*/ 867084690 w 2532"/>
                    <a:gd name="T5" fmla="*/ 307891170 h 723"/>
                    <a:gd name="T6" fmla="*/ 867084690 w 2532"/>
                    <a:gd name="T7" fmla="*/ 342351506 h 723"/>
                    <a:gd name="T8" fmla="*/ 0 w 2532"/>
                    <a:gd name="T9" fmla="*/ 34009889 h 723"/>
                    <a:gd name="T10" fmla="*/ 39302216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04" name="Freeform 1134">
                  <a:extLst>
                    <a:ext uri="{FF2B5EF4-FFF2-40B4-BE49-F238E27FC236}">
                      <a16:creationId xmlns:a16="http://schemas.microsoft.com/office/drawing/2014/main" id="{628AB6FD-35F6-0345-BD13-22EAAF9EC2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257" y="3624470"/>
                  <a:ext cx="2171" cy="11202"/>
                </a:xfrm>
                <a:custGeom>
                  <a:avLst/>
                  <a:gdLst>
                    <a:gd name="T0" fmla="*/ 48903362 w 26"/>
                    <a:gd name="T1" fmla="*/ 33634500 h 147"/>
                    <a:gd name="T2" fmla="*/ 48903362 w 26"/>
                    <a:gd name="T3" fmla="*/ 67263209 h 147"/>
                    <a:gd name="T4" fmla="*/ 0 w 26"/>
                    <a:gd name="T5" fmla="*/ 67263209 h 147"/>
                    <a:gd name="T6" fmla="*/ 48903362 w 26"/>
                    <a:gd name="T7" fmla="*/ 0 h 147"/>
                    <a:gd name="T8" fmla="*/ 48903362 w 26"/>
                    <a:gd name="T9" fmla="*/ 33634500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05" name="Freeform 1135">
                  <a:extLst>
                    <a:ext uri="{FF2B5EF4-FFF2-40B4-BE49-F238E27FC236}">
                      <a16:creationId xmlns:a16="http://schemas.microsoft.com/office/drawing/2014/main" id="{76529D44-B4FD-DE4D-812E-E461A0FCCA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384" y="3578837"/>
                  <a:ext cx="93225" cy="46340"/>
                </a:xfrm>
                <a:custGeom>
                  <a:avLst/>
                  <a:gdLst>
                    <a:gd name="T0" fmla="*/ 395043791 w 1176"/>
                    <a:gd name="T1" fmla="*/ 0 h 606"/>
                    <a:gd name="T2" fmla="*/ 0 w 1176"/>
                    <a:gd name="T3" fmla="*/ 273654982 h 606"/>
                    <a:gd name="T4" fmla="*/ 39357994 w 1176"/>
                    <a:gd name="T5" fmla="*/ 273654982 h 606"/>
                    <a:gd name="T6" fmla="*/ 395043791 w 1176"/>
                    <a:gd name="T7" fmla="*/ 33985420 h 606"/>
                    <a:gd name="T8" fmla="*/ 395043791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06" name="Freeform 1136">
                  <a:extLst>
                    <a:ext uri="{FF2B5EF4-FFF2-40B4-BE49-F238E27FC236}">
                      <a16:creationId xmlns:a16="http://schemas.microsoft.com/office/drawing/2014/main" id="{44CD9A89-0E3B-2C40-8436-71B7526BA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10642" y="3626829"/>
                  <a:ext cx="190281" cy="53180"/>
                </a:xfrm>
                <a:custGeom>
                  <a:avLst/>
                  <a:gdLst>
                    <a:gd name="T0" fmla="*/ 31829833 w 2532"/>
                    <a:gd name="T1" fmla="*/ 0 h 723"/>
                    <a:gd name="T2" fmla="*/ 31829833 w 2532"/>
                    <a:gd name="T3" fmla="*/ 0 h 723"/>
                    <a:gd name="T4" fmla="*/ 382827787 w 2532"/>
                    <a:gd name="T5" fmla="*/ 175498781 h 723"/>
                    <a:gd name="T6" fmla="*/ 382827787 w 2532"/>
                    <a:gd name="T7" fmla="*/ 175498781 h 723"/>
                    <a:gd name="T8" fmla="*/ 0 w 2532"/>
                    <a:gd name="T9" fmla="*/ 29448186 h 723"/>
                    <a:gd name="T10" fmla="*/ 31829833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07" name="Freeform 1137">
                  <a:extLst>
                    <a:ext uri="{FF2B5EF4-FFF2-40B4-BE49-F238E27FC236}">
                      <a16:creationId xmlns:a16="http://schemas.microsoft.com/office/drawing/2014/main" id="{92BF681C-02FC-8F49-A2CD-8F3446ECE5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00668" y="3623055"/>
                  <a:ext cx="77645" cy="55066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302641137 h 723"/>
                    <a:gd name="T6" fmla="*/ 0 w 2532"/>
                    <a:gd name="T7" fmla="*/ 302641137 h 723"/>
                    <a:gd name="T8" fmla="*/ 0 w 2532"/>
                    <a:gd name="T9" fmla="*/ 33575256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grpSp>
            <p:nvGrpSpPr>
              <p:cNvPr id="108" name="Group 1139">
                <a:extLst>
                  <a:ext uri="{FF2B5EF4-FFF2-40B4-BE49-F238E27FC236}">
                    <a16:creationId xmlns:a16="http://schemas.microsoft.com/office/drawing/2014/main" id="{904B7C12-C509-8641-BB63-56DEDB95F9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id="138" name="Picture 1140" descr="desktop_computer_stylized_medium">
                  <a:extLst>
                    <a:ext uri="{FF2B5EF4-FFF2-40B4-BE49-F238E27FC236}">
                      <a16:creationId xmlns:a16="http://schemas.microsoft.com/office/drawing/2014/main" id="{BDC7F552-21C9-C942-90FF-0162099A3D5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9" name="Freeform 1141">
                  <a:extLst>
                    <a:ext uri="{FF2B5EF4-FFF2-40B4-BE49-F238E27FC236}">
                      <a16:creationId xmlns:a16="http://schemas.microsoft.com/office/drawing/2014/main" id="{654B43BA-608E-5D4D-B11B-71762CFBEE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</p:grpSp>
          <p:grpSp>
            <p:nvGrpSpPr>
              <p:cNvPr id="694" name="Group 693">
                <a:extLst>
                  <a:ext uri="{FF2B5EF4-FFF2-40B4-BE49-F238E27FC236}">
                    <a16:creationId xmlns:a16="http://schemas.microsoft.com/office/drawing/2014/main" id="{14715B6C-9A50-FE4B-A8D2-1E669BF891E3}"/>
                  </a:ext>
                </a:extLst>
              </p:cNvPr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id="113" name="Picture 571" descr="fridge2.png">
                  <a:extLst>
                    <a:ext uri="{FF2B5EF4-FFF2-40B4-BE49-F238E27FC236}">
                      <a16:creationId xmlns:a16="http://schemas.microsoft.com/office/drawing/2014/main" id="{29DD0F98-F93B-0145-A925-F4125ED490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1115" descr="antenna_stylized">
                  <a:extLst>
                    <a:ext uri="{FF2B5EF4-FFF2-40B4-BE49-F238E27FC236}">
                      <a16:creationId xmlns:a16="http://schemas.microsoft.com/office/drawing/2014/main" id="{C1A64F68-4D16-AE4F-AB60-09D2C0CF0E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795" name="Group 794">
              <a:extLst>
                <a:ext uri="{FF2B5EF4-FFF2-40B4-BE49-F238E27FC236}">
                  <a16:creationId xmlns:a16="http://schemas.microsoft.com/office/drawing/2014/main" id="{AF73DE4B-526E-9C4F-9242-9BC0D43F8CBA}"/>
                </a:ext>
              </a:extLst>
            </p:cNvPr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433FEDDB-405E-DB4E-815F-55EE9E62EF1A}"/>
                  </a:ext>
                </a:extLst>
              </p:cNvPr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1D164102-BE0D-AF40-9A7B-7F2B261B2C20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8" name="Group 377">
                  <a:extLst>
                    <a:ext uri="{FF2B5EF4-FFF2-40B4-BE49-F238E27FC236}">
                      <a16:creationId xmlns:a16="http://schemas.microsoft.com/office/drawing/2014/main" id="{9018E7EF-EB96-424D-962A-FEB80B43946F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79" name="Picture 378" descr="server_rack.png">
                    <a:extLst>
                      <a:ext uri="{FF2B5EF4-FFF2-40B4-BE49-F238E27FC236}">
                        <a16:creationId xmlns:a16="http://schemas.microsoft.com/office/drawing/2014/main" id="{C865CB27-BCE1-654B-9519-9B39D4CB58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0" name="Picture 379" descr="server_rack.png">
                    <a:extLst>
                      <a:ext uri="{FF2B5EF4-FFF2-40B4-BE49-F238E27FC236}">
                        <a16:creationId xmlns:a16="http://schemas.microsoft.com/office/drawing/2014/main" id="{41D005B5-0BAE-3E48-A2D4-576E4F7B94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1" name="Picture 380" descr="server_rack.png">
                    <a:extLst>
                      <a:ext uri="{FF2B5EF4-FFF2-40B4-BE49-F238E27FC236}">
                        <a16:creationId xmlns:a16="http://schemas.microsoft.com/office/drawing/2014/main" id="{89060F4D-6C40-724C-BD1E-F12A5CA65D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710FDFDB-5658-6346-883B-53F72A0E1C90}"/>
                  </a:ext>
                </a:extLst>
              </p:cNvPr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21121473-8384-8944-A0B5-DD441780262C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11366773-360A-0449-911A-80462659C660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96" name="Picture 395" descr="server_rack.png">
                    <a:extLst>
                      <a:ext uri="{FF2B5EF4-FFF2-40B4-BE49-F238E27FC236}">
                        <a16:creationId xmlns:a16="http://schemas.microsoft.com/office/drawing/2014/main" id="{361EFF3D-6A1F-2646-B975-1FACB4284F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7" name="Picture 396" descr="server_rack.png">
                    <a:extLst>
                      <a:ext uri="{FF2B5EF4-FFF2-40B4-BE49-F238E27FC236}">
                        <a16:creationId xmlns:a16="http://schemas.microsoft.com/office/drawing/2014/main" id="{E83F8942-DE11-A747-A5A4-EDFBB17BFC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8" name="Picture 397" descr="server_rack.png">
                    <a:extLst>
                      <a:ext uri="{FF2B5EF4-FFF2-40B4-BE49-F238E27FC236}">
                        <a16:creationId xmlns:a16="http://schemas.microsoft.com/office/drawing/2014/main" id="{300ED1AC-F5EE-3C49-B963-42178C2434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796" name="Group 795">
              <a:extLst>
                <a:ext uri="{FF2B5EF4-FFF2-40B4-BE49-F238E27FC236}">
                  <a16:creationId xmlns:a16="http://schemas.microsoft.com/office/drawing/2014/main" id="{2287FB5D-0F91-9741-8D3A-0A38C2D4142B}"/>
                </a:ext>
              </a:extLst>
            </p:cNvPr>
            <p:cNvGrpSpPr/>
            <p:nvPr/>
          </p:nvGrpSpPr>
          <p:grpSpPr>
            <a:xfrm>
              <a:off x="7767607" y="4870841"/>
              <a:ext cx="2692126" cy="1260456"/>
              <a:chOff x="7767607" y="4870841"/>
              <a:chExt cx="2692126" cy="1260456"/>
            </a:xfrm>
          </p:grpSpPr>
          <p:grpSp>
            <p:nvGrpSpPr>
              <p:cNvPr id="71" name="Group 950">
                <a:extLst>
                  <a:ext uri="{FF2B5EF4-FFF2-40B4-BE49-F238E27FC236}">
                    <a16:creationId xmlns:a16="http://schemas.microsoft.com/office/drawing/2014/main" id="{2B0A745F-DA32-E140-AB36-BC5E1C4E2D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207" name="Freeform 951">
                  <a:extLst>
                    <a:ext uri="{FF2B5EF4-FFF2-40B4-BE49-F238E27FC236}">
                      <a16:creationId xmlns:a16="http://schemas.microsoft.com/office/drawing/2014/main" id="{12CB3660-4D63-014F-8CC9-FDFB8140AB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08" name="Rectangle 952">
                  <a:extLst>
                    <a:ext uri="{FF2B5EF4-FFF2-40B4-BE49-F238E27FC236}">
                      <a16:creationId xmlns:a16="http://schemas.microsoft.com/office/drawing/2014/main" id="{EFE1382F-B768-3541-8BD1-06AB71BFA8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9" name="Freeform 953">
                  <a:extLst>
                    <a:ext uri="{FF2B5EF4-FFF2-40B4-BE49-F238E27FC236}">
                      <a16:creationId xmlns:a16="http://schemas.microsoft.com/office/drawing/2014/main" id="{FB363E8F-CA06-2449-A66C-B147358943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10" name="Freeform 954">
                  <a:extLst>
                    <a:ext uri="{FF2B5EF4-FFF2-40B4-BE49-F238E27FC236}">
                      <a16:creationId xmlns:a16="http://schemas.microsoft.com/office/drawing/2014/main" id="{8A74E36A-A735-7440-A2B1-55846B516D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11" name="Rectangle 955">
                  <a:extLst>
                    <a:ext uri="{FF2B5EF4-FFF2-40B4-BE49-F238E27FC236}">
                      <a16:creationId xmlns:a16="http://schemas.microsoft.com/office/drawing/2014/main" id="{FC433BF5-02C8-F540-AE86-53BF569600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2" name="Group 956">
                  <a:extLst>
                    <a:ext uri="{FF2B5EF4-FFF2-40B4-BE49-F238E27FC236}">
                      <a16:creationId xmlns:a16="http://schemas.microsoft.com/office/drawing/2014/main" id="{969A0B36-D994-A24C-8329-146363A51C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37" name="AutoShape 957">
                    <a:extLst>
                      <a:ext uri="{FF2B5EF4-FFF2-40B4-BE49-F238E27FC236}">
                        <a16:creationId xmlns:a16="http://schemas.microsoft.com/office/drawing/2014/main" id="{75A7B329-681F-2B4A-8470-FC0231FE25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8" name="AutoShape 958">
                    <a:extLst>
                      <a:ext uri="{FF2B5EF4-FFF2-40B4-BE49-F238E27FC236}">
                        <a16:creationId xmlns:a16="http://schemas.microsoft.com/office/drawing/2014/main" id="{197CEF08-20F4-5741-AC2B-1EBB072FA5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3" name="Rectangle 959">
                  <a:extLst>
                    <a:ext uri="{FF2B5EF4-FFF2-40B4-BE49-F238E27FC236}">
                      <a16:creationId xmlns:a16="http://schemas.microsoft.com/office/drawing/2014/main" id="{775AA9F7-199B-ED4C-B422-5E1B766FB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4" name="Group 960">
                  <a:extLst>
                    <a:ext uri="{FF2B5EF4-FFF2-40B4-BE49-F238E27FC236}">
                      <a16:creationId xmlns:a16="http://schemas.microsoft.com/office/drawing/2014/main" id="{4EED0C22-3BA6-E24F-B528-BF018CB34F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35" name="AutoShape 961">
                    <a:extLst>
                      <a:ext uri="{FF2B5EF4-FFF2-40B4-BE49-F238E27FC236}">
                        <a16:creationId xmlns:a16="http://schemas.microsoft.com/office/drawing/2014/main" id="{FE30D28F-02DD-D041-8551-45D9D2836E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6" name="AutoShape 962">
                    <a:extLst>
                      <a:ext uri="{FF2B5EF4-FFF2-40B4-BE49-F238E27FC236}">
                        <a16:creationId xmlns:a16="http://schemas.microsoft.com/office/drawing/2014/main" id="{92F33680-18D6-7C4A-88C2-46C4FA3D08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5" name="Rectangle 963">
                  <a:extLst>
                    <a:ext uri="{FF2B5EF4-FFF2-40B4-BE49-F238E27FC236}">
                      <a16:creationId xmlns:a16="http://schemas.microsoft.com/office/drawing/2014/main" id="{A0014856-A5F8-544F-98BE-B1D6878A67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6" name="Rectangle 964">
                  <a:extLst>
                    <a:ext uri="{FF2B5EF4-FFF2-40B4-BE49-F238E27FC236}">
                      <a16:creationId xmlns:a16="http://schemas.microsoft.com/office/drawing/2014/main" id="{0E6FC61A-EACA-7D4E-9AA7-C7690D0936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7" name="Group 965">
                  <a:extLst>
                    <a:ext uri="{FF2B5EF4-FFF2-40B4-BE49-F238E27FC236}">
                      <a16:creationId xmlns:a16="http://schemas.microsoft.com/office/drawing/2014/main" id="{CF083CE2-2403-FD4E-8F7D-758E7F67FF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33" name="AutoShape 966">
                    <a:extLst>
                      <a:ext uri="{FF2B5EF4-FFF2-40B4-BE49-F238E27FC236}">
                        <a16:creationId xmlns:a16="http://schemas.microsoft.com/office/drawing/2014/main" id="{5ED8E2CD-DB59-0040-9493-378A5D7DF1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4" name="AutoShape 967">
                    <a:extLst>
                      <a:ext uri="{FF2B5EF4-FFF2-40B4-BE49-F238E27FC236}">
                        <a16:creationId xmlns:a16="http://schemas.microsoft.com/office/drawing/2014/main" id="{F249F021-1652-2041-9D37-82D9ADAF20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8" name="Freeform 968">
                  <a:extLst>
                    <a:ext uri="{FF2B5EF4-FFF2-40B4-BE49-F238E27FC236}">
                      <a16:creationId xmlns:a16="http://schemas.microsoft.com/office/drawing/2014/main" id="{2DA20985-B59E-DD4F-B452-9726DAD28D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grpSp>
              <p:nvGrpSpPr>
                <p:cNvPr id="219" name="Group 969">
                  <a:extLst>
                    <a:ext uri="{FF2B5EF4-FFF2-40B4-BE49-F238E27FC236}">
                      <a16:creationId xmlns:a16="http://schemas.microsoft.com/office/drawing/2014/main" id="{68489279-23CF-FB42-9AE3-CAB3A000B96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31" name="AutoShape 970">
                    <a:extLst>
                      <a:ext uri="{FF2B5EF4-FFF2-40B4-BE49-F238E27FC236}">
                        <a16:creationId xmlns:a16="http://schemas.microsoft.com/office/drawing/2014/main" id="{12532EDD-6029-FD41-90A0-EB4B9A3B8C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2" name="AutoShape 971">
                    <a:extLst>
                      <a:ext uri="{FF2B5EF4-FFF2-40B4-BE49-F238E27FC236}">
                        <a16:creationId xmlns:a16="http://schemas.microsoft.com/office/drawing/2014/main" id="{2ADE9625-767F-5247-8211-3638BECC98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20" name="Rectangle 972">
                  <a:extLst>
                    <a:ext uri="{FF2B5EF4-FFF2-40B4-BE49-F238E27FC236}">
                      <a16:creationId xmlns:a16="http://schemas.microsoft.com/office/drawing/2014/main" id="{71E52DA0-9A54-7744-90B9-E438CBE00C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1" name="Freeform 973">
                  <a:extLst>
                    <a:ext uri="{FF2B5EF4-FFF2-40B4-BE49-F238E27FC236}">
                      <a16:creationId xmlns:a16="http://schemas.microsoft.com/office/drawing/2014/main" id="{D950FAED-4EC6-7B4B-AFA5-CA2701F74D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22" name="Freeform 974">
                  <a:extLst>
                    <a:ext uri="{FF2B5EF4-FFF2-40B4-BE49-F238E27FC236}">
                      <a16:creationId xmlns:a16="http://schemas.microsoft.com/office/drawing/2014/main" id="{55AF3FE0-BBE4-A74C-A9EF-B8F3AA7A0D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23" name="Oval 975">
                  <a:extLst>
                    <a:ext uri="{FF2B5EF4-FFF2-40B4-BE49-F238E27FC236}">
                      <a16:creationId xmlns:a16="http://schemas.microsoft.com/office/drawing/2014/main" id="{AC808981-49D6-D840-800C-F21BB91061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4" name="Freeform 976">
                  <a:extLst>
                    <a:ext uri="{FF2B5EF4-FFF2-40B4-BE49-F238E27FC236}">
                      <a16:creationId xmlns:a16="http://schemas.microsoft.com/office/drawing/2014/main" id="{EBD04B6D-F8F6-FE45-BBD9-3CFFE7B287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25" name="AutoShape 977">
                  <a:extLst>
                    <a:ext uri="{FF2B5EF4-FFF2-40B4-BE49-F238E27FC236}">
                      <a16:creationId xmlns:a16="http://schemas.microsoft.com/office/drawing/2014/main" id="{EB968B78-CEDA-2949-925F-D6EE71A8ED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" name="AutoShape 978">
                  <a:extLst>
                    <a:ext uri="{FF2B5EF4-FFF2-40B4-BE49-F238E27FC236}">
                      <a16:creationId xmlns:a16="http://schemas.microsoft.com/office/drawing/2014/main" id="{6127245D-2639-C841-ABBD-0A2EB87194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" name="Oval 979">
                  <a:extLst>
                    <a:ext uri="{FF2B5EF4-FFF2-40B4-BE49-F238E27FC236}">
                      <a16:creationId xmlns:a16="http://schemas.microsoft.com/office/drawing/2014/main" id="{CBCE7727-73A7-814E-B244-E80EED405F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8" name="Oval 980">
                  <a:extLst>
                    <a:ext uri="{FF2B5EF4-FFF2-40B4-BE49-F238E27FC236}">
                      <a16:creationId xmlns:a16="http://schemas.microsoft.com/office/drawing/2014/main" id="{7A66ECF6-DDAE-2842-92B5-EA8F14A121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35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9" name="Oval 981">
                  <a:extLst>
                    <a:ext uri="{FF2B5EF4-FFF2-40B4-BE49-F238E27FC236}">
                      <a16:creationId xmlns:a16="http://schemas.microsoft.com/office/drawing/2014/main" id="{5A97568E-F028-FD44-8E47-C92EC6C012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0" name="Rectangle 982">
                  <a:extLst>
                    <a:ext uri="{FF2B5EF4-FFF2-40B4-BE49-F238E27FC236}">
                      <a16:creationId xmlns:a16="http://schemas.microsoft.com/office/drawing/2014/main" id="{A834B858-68E5-0D45-8391-2A0A996FA3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794" name="Group 793">
                <a:extLst>
                  <a:ext uri="{FF2B5EF4-FFF2-40B4-BE49-F238E27FC236}">
                    <a16:creationId xmlns:a16="http://schemas.microsoft.com/office/drawing/2014/main" id="{418A016B-3865-5C4A-BF54-A4D433F011BA}"/>
                  </a:ext>
                </a:extLst>
              </p:cNvPr>
              <p:cNvGrpSpPr/>
              <p:nvPr/>
            </p:nvGrpSpPr>
            <p:grpSpPr>
              <a:xfrm>
                <a:off x="7767607" y="4870841"/>
                <a:ext cx="2080029" cy="1260456"/>
                <a:chOff x="7767607" y="4870841"/>
                <a:chExt cx="2080029" cy="1260456"/>
              </a:xfrm>
            </p:grpSpPr>
            <p:grpSp>
              <p:nvGrpSpPr>
                <p:cNvPr id="44" name="Group 590">
                  <a:extLst>
                    <a:ext uri="{FF2B5EF4-FFF2-40B4-BE49-F238E27FC236}">
                      <a16:creationId xmlns:a16="http://schemas.microsoft.com/office/drawing/2014/main" id="{2648262B-E78D-1D4B-B3FD-3AE9CD5C32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367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35FBE2DB-60A7-B340-A5BB-B3699CCC02B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68" name="Freeform 592">
                    <a:extLst>
                      <a:ext uri="{FF2B5EF4-FFF2-40B4-BE49-F238E27FC236}">
                        <a16:creationId xmlns:a16="http://schemas.microsoft.com/office/drawing/2014/main" id="{0263E665-BF2A-2F4A-ADA8-20F44C3127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</p:grpSp>
            <p:grpSp>
              <p:nvGrpSpPr>
                <p:cNvPr id="90" name="Group 1064">
                  <a:extLst>
                    <a:ext uri="{FF2B5EF4-FFF2-40B4-BE49-F238E27FC236}">
                      <a16:creationId xmlns:a16="http://schemas.microsoft.com/office/drawing/2014/main" id="{1E483C21-97F2-6C41-9217-2187E09B54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5307" y="5823489"/>
                  <a:ext cx="310186" cy="307808"/>
                  <a:chOff x="877" y="1008"/>
                  <a:chExt cx="2747" cy="2591"/>
                </a:xfrm>
              </p:grpSpPr>
              <p:pic>
                <p:nvPicPr>
                  <p:cNvPr id="146" name="Picture 1065" descr="antenna_stylized">
                    <a:extLst>
                      <a:ext uri="{FF2B5EF4-FFF2-40B4-BE49-F238E27FC236}">
                        <a16:creationId xmlns:a16="http://schemas.microsoft.com/office/drawing/2014/main" id="{EC1E8FF9-A5AB-904A-91B8-DF493826053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47" name="Picture 1066" descr="laptop_keyboard">
                    <a:extLst>
                      <a:ext uri="{FF2B5EF4-FFF2-40B4-BE49-F238E27FC236}">
                        <a16:creationId xmlns:a16="http://schemas.microsoft.com/office/drawing/2014/main" id="{71E89937-428E-3447-B221-C34E0D71ACE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48" name="Freeform 1067">
                    <a:extLst>
                      <a:ext uri="{FF2B5EF4-FFF2-40B4-BE49-F238E27FC236}">
                        <a16:creationId xmlns:a16="http://schemas.microsoft.com/office/drawing/2014/main" id="{43C21467-3265-FC4F-AF31-44A0281634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pic>
                <p:nvPicPr>
                  <p:cNvPr id="149" name="Picture 1068" descr="screen">
                    <a:extLst>
                      <a:ext uri="{FF2B5EF4-FFF2-40B4-BE49-F238E27FC236}">
                        <a16:creationId xmlns:a16="http://schemas.microsoft.com/office/drawing/2014/main" id="{9868250A-D477-2944-B0F8-A7DE63DA469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50" name="Freeform 1069">
                    <a:extLst>
                      <a:ext uri="{FF2B5EF4-FFF2-40B4-BE49-F238E27FC236}">
                        <a16:creationId xmlns:a16="http://schemas.microsoft.com/office/drawing/2014/main" id="{A4015B9E-FE1F-594E-AFA2-A5277482EA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1" name="Freeform 1070">
                    <a:extLst>
                      <a:ext uri="{FF2B5EF4-FFF2-40B4-BE49-F238E27FC236}">
                        <a16:creationId xmlns:a16="http://schemas.microsoft.com/office/drawing/2014/main" id="{1D5AA9CA-3334-2341-A3C4-E983724886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2" name="Freeform 1071">
                    <a:extLst>
                      <a:ext uri="{FF2B5EF4-FFF2-40B4-BE49-F238E27FC236}">
                        <a16:creationId xmlns:a16="http://schemas.microsoft.com/office/drawing/2014/main" id="{408815EA-3342-2D4A-AB4D-6A6AD669E0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3" name="Freeform 1072">
                    <a:extLst>
                      <a:ext uri="{FF2B5EF4-FFF2-40B4-BE49-F238E27FC236}">
                        <a16:creationId xmlns:a16="http://schemas.microsoft.com/office/drawing/2014/main" id="{180DED07-429A-A242-A9E3-1BBEEAF42B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4" name="Freeform 1073">
                    <a:extLst>
                      <a:ext uri="{FF2B5EF4-FFF2-40B4-BE49-F238E27FC236}">
                        <a16:creationId xmlns:a16="http://schemas.microsoft.com/office/drawing/2014/main" id="{A86B5E1C-D4A7-804E-9345-DD2099CCFC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5" name="Freeform 1074">
                    <a:extLst>
                      <a:ext uri="{FF2B5EF4-FFF2-40B4-BE49-F238E27FC236}">
                        <a16:creationId xmlns:a16="http://schemas.microsoft.com/office/drawing/2014/main" id="{278E44FF-9118-764F-B154-D54B6D0889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grpSp>
                <p:nvGrpSpPr>
                  <p:cNvPr id="156" name="Group 1075">
                    <a:extLst>
                      <a:ext uri="{FF2B5EF4-FFF2-40B4-BE49-F238E27FC236}">
                        <a16:creationId xmlns:a16="http://schemas.microsoft.com/office/drawing/2014/main" id="{B07A4D51-63EA-ED46-9283-3C066C8F805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163" name="Freeform 1076">
                      <a:extLst>
                        <a:ext uri="{FF2B5EF4-FFF2-40B4-BE49-F238E27FC236}">
                          <a16:creationId xmlns:a16="http://schemas.microsoft.com/office/drawing/2014/main" id="{362CE3DF-6498-9044-80D1-5B57C954BCF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164" name="Freeform 1077">
                      <a:extLst>
                        <a:ext uri="{FF2B5EF4-FFF2-40B4-BE49-F238E27FC236}">
                          <a16:creationId xmlns:a16="http://schemas.microsoft.com/office/drawing/2014/main" id="{232B6CC8-39FA-8E41-89F9-D454D1953B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165" name="Freeform 1078">
                      <a:extLst>
                        <a:ext uri="{FF2B5EF4-FFF2-40B4-BE49-F238E27FC236}">
                          <a16:creationId xmlns:a16="http://schemas.microsoft.com/office/drawing/2014/main" id="{14BE6CD7-1B00-AE45-A0A2-B46139077D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166" name="Freeform 1079">
                      <a:extLst>
                        <a:ext uri="{FF2B5EF4-FFF2-40B4-BE49-F238E27FC236}">
                          <a16:creationId xmlns:a16="http://schemas.microsoft.com/office/drawing/2014/main" id="{17D2993A-DA09-154C-81CE-F00D6DF0DB0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167" name="Freeform 1080">
                      <a:extLst>
                        <a:ext uri="{FF2B5EF4-FFF2-40B4-BE49-F238E27FC236}">
                          <a16:creationId xmlns:a16="http://schemas.microsoft.com/office/drawing/2014/main" id="{AD580132-3A72-CF47-B834-B58CA201F7F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168" name="Freeform 1081">
                      <a:extLst>
                        <a:ext uri="{FF2B5EF4-FFF2-40B4-BE49-F238E27FC236}">
                          <a16:creationId xmlns:a16="http://schemas.microsoft.com/office/drawing/2014/main" id="{E900C928-6E45-6449-A6C9-3DBE801B01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</p:grpSp>
              <p:sp>
                <p:nvSpPr>
                  <p:cNvPr id="157" name="Freeform 1082">
                    <a:extLst>
                      <a:ext uri="{FF2B5EF4-FFF2-40B4-BE49-F238E27FC236}">
                        <a16:creationId xmlns:a16="http://schemas.microsoft.com/office/drawing/2014/main" id="{1ECD1A08-63F7-2B4E-84E4-3FA628039E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8" name="Freeform 1083">
                    <a:extLst>
                      <a:ext uri="{FF2B5EF4-FFF2-40B4-BE49-F238E27FC236}">
                        <a16:creationId xmlns:a16="http://schemas.microsoft.com/office/drawing/2014/main" id="{E0CE0778-AA7C-994B-8AC5-676F1A8254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9" name="Freeform 1084">
                    <a:extLst>
                      <a:ext uri="{FF2B5EF4-FFF2-40B4-BE49-F238E27FC236}">
                        <a16:creationId xmlns:a16="http://schemas.microsoft.com/office/drawing/2014/main" id="{D2A296F6-56E0-0141-8E63-F209F1106F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60" name="Freeform 1085">
                    <a:extLst>
                      <a:ext uri="{FF2B5EF4-FFF2-40B4-BE49-F238E27FC236}">
                        <a16:creationId xmlns:a16="http://schemas.microsoft.com/office/drawing/2014/main" id="{06824F88-EE84-D347-A023-F053DA4B2B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61" name="Freeform 1086">
                    <a:extLst>
                      <a:ext uri="{FF2B5EF4-FFF2-40B4-BE49-F238E27FC236}">
                        <a16:creationId xmlns:a16="http://schemas.microsoft.com/office/drawing/2014/main" id="{36F4BB90-D696-0945-AC5D-7CBFD97A96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62" name="Freeform 1087">
                    <a:extLst>
                      <a:ext uri="{FF2B5EF4-FFF2-40B4-BE49-F238E27FC236}">
                        <a16:creationId xmlns:a16="http://schemas.microsoft.com/office/drawing/2014/main" id="{9FC45AEE-F94E-2C41-BB56-2055DE618B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</p:grpSp>
            <p:grpSp>
              <p:nvGrpSpPr>
                <p:cNvPr id="487" name="Group 590">
                  <a:extLst>
                    <a:ext uri="{FF2B5EF4-FFF2-40B4-BE49-F238E27FC236}">
                      <a16:creationId xmlns:a16="http://schemas.microsoft.com/office/drawing/2014/main" id="{B2AAF0C3-BD73-634D-B492-B7CCF9735E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8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1B000E5D-AA79-9741-93EF-69776E79DCF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89" name="Freeform 592">
                    <a:extLst>
                      <a:ext uri="{FF2B5EF4-FFF2-40B4-BE49-F238E27FC236}">
                        <a16:creationId xmlns:a16="http://schemas.microsoft.com/office/drawing/2014/main" id="{E285DBFE-A1C0-DE49-94FA-3F8D49F9AA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</p:grpSp>
            <p:grpSp>
              <p:nvGrpSpPr>
                <p:cNvPr id="490" name="Group 590">
                  <a:extLst>
                    <a:ext uri="{FF2B5EF4-FFF2-40B4-BE49-F238E27FC236}">
                      <a16:creationId xmlns:a16="http://schemas.microsoft.com/office/drawing/2014/main" id="{A66A00B8-C906-204A-9EA8-BF8007089A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91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D26BE9F-5A6F-194D-95F5-9A26085A8BC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2" name="Freeform 592">
                    <a:extLst>
                      <a:ext uri="{FF2B5EF4-FFF2-40B4-BE49-F238E27FC236}">
                        <a16:creationId xmlns:a16="http://schemas.microsoft.com/office/drawing/2014/main" id="{F940FA7C-0178-FC42-989D-133C7D3EF0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</p:grpSp>
            <p:grpSp>
              <p:nvGrpSpPr>
                <p:cNvPr id="493" name="Group 590">
                  <a:extLst>
                    <a:ext uri="{FF2B5EF4-FFF2-40B4-BE49-F238E27FC236}">
                      <a16:creationId xmlns:a16="http://schemas.microsoft.com/office/drawing/2014/main" id="{AADF67FB-3BE7-EF42-B8A5-B005B50693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94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BBC0FBB-DA3F-874A-8EBE-B51C772E068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5" name="Freeform 592">
                    <a:extLst>
                      <a:ext uri="{FF2B5EF4-FFF2-40B4-BE49-F238E27FC236}">
                        <a16:creationId xmlns:a16="http://schemas.microsoft.com/office/drawing/2014/main" id="{A9932DBD-03D1-3E48-AE83-712DE720FE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</p:grpSp>
            <p:grpSp>
              <p:nvGrpSpPr>
                <p:cNvPr id="496" name="Group 1064">
                  <a:extLst>
                    <a:ext uri="{FF2B5EF4-FFF2-40B4-BE49-F238E27FC236}">
                      <a16:creationId xmlns:a16="http://schemas.microsoft.com/office/drawing/2014/main" id="{FC2552CF-9AC0-3243-8999-6808B911C7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528372" y="5765818"/>
                  <a:ext cx="319264" cy="253379"/>
                  <a:chOff x="877" y="1008"/>
                  <a:chExt cx="2747" cy="2591"/>
                </a:xfrm>
              </p:grpSpPr>
              <p:pic>
                <p:nvPicPr>
                  <p:cNvPr id="497" name="Picture 1065" descr="antenna_stylized">
                    <a:extLst>
                      <a:ext uri="{FF2B5EF4-FFF2-40B4-BE49-F238E27FC236}">
                        <a16:creationId xmlns:a16="http://schemas.microsoft.com/office/drawing/2014/main" id="{87938519-94DB-D545-A29A-7EDE5E412B2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498" name="Picture 1066" descr="laptop_keyboard">
                    <a:extLst>
                      <a:ext uri="{FF2B5EF4-FFF2-40B4-BE49-F238E27FC236}">
                        <a16:creationId xmlns:a16="http://schemas.microsoft.com/office/drawing/2014/main" id="{2D71707C-83CA-1C4B-8508-67E56E2ADD0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9" name="Freeform 1067">
                    <a:extLst>
                      <a:ext uri="{FF2B5EF4-FFF2-40B4-BE49-F238E27FC236}">
                        <a16:creationId xmlns:a16="http://schemas.microsoft.com/office/drawing/2014/main" id="{73F0FEB4-8393-CC4E-8318-ED16B301B6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pic>
                <p:nvPicPr>
                  <p:cNvPr id="500" name="Picture 1068" descr="screen">
                    <a:extLst>
                      <a:ext uri="{FF2B5EF4-FFF2-40B4-BE49-F238E27FC236}">
                        <a16:creationId xmlns:a16="http://schemas.microsoft.com/office/drawing/2014/main" id="{7FE7C88C-9EAD-8349-A46B-E909AEA6578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01" name="Freeform 1069">
                    <a:extLst>
                      <a:ext uri="{FF2B5EF4-FFF2-40B4-BE49-F238E27FC236}">
                        <a16:creationId xmlns:a16="http://schemas.microsoft.com/office/drawing/2014/main" id="{0DBCF6AD-8352-3C40-B68E-0383519D20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02" name="Freeform 1070">
                    <a:extLst>
                      <a:ext uri="{FF2B5EF4-FFF2-40B4-BE49-F238E27FC236}">
                        <a16:creationId xmlns:a16="http://schemas.microsoft.com/office/drawing/2014/main" id="{3C23673E-599F-5241-B844-C8F96A051D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03" name="Freeform 1071">
                    <a:extLst>
                      <a:ext uri="{FF2B5EF4-FFF2-40B4-BE49-F238E27FC236}">
                        <a16:creationId xmlns:a16="http://schemas.microsoft.com/office/drawing/2014/main" id="{4D502A0C-8868-2C4E-B6B7-F46718640A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04" name="Freeform 1072">
                    <a:extLst>
                      <a:ext uri="{FF2B5EF4-FFF2-40B4-BE49-F238E27FC236}">
                        <a16:creationId xmlns:a16="http://schemas.microsoft.com/office/drawing/2014/main" id="{154DEECF-C451-B140-A650-9DB9DCC417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05" name="Freeform 1073">
                    <a:extLst>
                      <a:ext uri="{FF2B5EF4-FFF2-40B4-BE49-F238E27FC236}">
                        <a16:creationId xmlns:a16="http://schemas.microsoft.com/office/drawing/2014/main" id="{61C09639-BDA6-1848-86B4-033F9F9979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06" name="Freeform 1074">
                    <a:extLst>
                      <a:ext uri="{FF2B5EF4-FFF2-40B4-BE49-F238E27FC236}">
                        <a16:creationId xmlns:a16="http://schemas.microsoft.com/office/drawing/2014/main" id="{BBF9A35C-4B4A-604C-BCA3-20BC6C3D2D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grpSp>
                <p:nvGrpSpPr>
                  <p:cNvPr id="507" name="Group 1075">
                    <a:extLst>
                      <a:ext uri="{FF2B5EF4-FFF2-40B4-BE49-F238E27FC236}">
                        <a16:creationId xmlns:a16="http://schemas.microsoft.com/office/drawing/2014/main" id="{C228B10E-0BB1-8D40-9DB1-545E285C760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514" name="Freeform 1076">
                      <a:extLst>
                        <a:ext uri="{FF2B5EF4-FFF2-40B4-BE49-F238E27FC236}">
                          <a16:creationId xmlns:a16="http://schemas.microsoft.com/office/drawing/2014/main" id="{DBE93115-3362-AE4D-A30A-337520C739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515" name="Freeform 1077">
                      <a:extLst>
                        <a:ext uri="{FF2B5EF4-FFF2-40B4-BE49-F238E27FC236}">
                          <a16:creationId xmlns:a16="http://schemas.microsoft.com/office/drawing/2014/main" id="{E980EACA-94CF-194A-AC7A-1415DBB4CAF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516" name="Freeform 1078">
                      <a:extLst>
                        <a:ext uri="{FF2B5EF4-FFF2-40B4-BE49-F238E27FC236}">
                          <a16:creationId xmlns:a16="http://schemas.microsoft.com/office/drawing/2014/main" id="{67C8CECC-A4D3-D543-A1C2-92A3DDD6045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517" name="Freeform 1079">
                      <a:extLst>
                        <a:ext uri="{FF2B5EF4-FFF2-40B4-BE49-F238E27FC236}">
                          <a16:creationId xmlns:a16="http://schemas.microsoft.com/office/drawing/2014/main" id="{DF7F90DA-E9FF-E64E-979A-F2C4CF6F27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518" name="Freeform 1080">
                      <a:extLst>
                        <a:ext uri="{FF2B5EF4-FFF2-40B4-BE49-F238E27FC236}">
                          <a16:creationId xmlns:a16="http://schemas.microsoft.com/office/drawing/2014/main" id="{1FB7CFF5-5312-6B45-B1C9-1E8019D9AB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519" name="Freeform 1081">
                      <a:extLst>
                        <a:ext uri="{FF2B5EF4-FFF2-40B4-BE49-F238E27FC236}">
                          <a16:creationId xmlns:a16="http://schemas.microsoft.com/office/drawing/2014/main" id="{F6743163-40E8-634F-BDA5-FD850E9C93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</p:grpSp>
              <p:sp>
                <p:nvSpPr>
                  <p:cNvPr id="508" name="Freeform 1082">
                    <a:extLst>
                      <a:ext uri="{FF2B5EF4-FFF2-40B4-BE49-F238E27FC236}">
                        <a16:creationId xmlns:a16="http://schemas.microsoft.com/office/drawing/2014/main" id="{5C688E93-8024-AF4A-9FAE-F872353A70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09" name="Freeform 1083">
                    <a:extLst>
                      <a:ext uri="{FF2B5EF4-FFF2-40B4-BE49-F238E27FC236}">
                        <a16:creationId xmlns:a16="http://schemas.microsoft.com/office/drawing/2014/main" id="{E2D8B864-6DD1-D042-9409-8862ACC1AA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10" name="Freeform 1084">
                    <a:extLst>
                      <a:ext uri="{FF2B5EF4-FFF2-40B4-BE49-F238E27FC236}">
                        <a16:creationId xmlns:a16="http://schemas.microsoft.com/office/drawing/2014/main" id="{CC7A3F9E-B0BC-2945-B124-91C53102EA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11" name="Freeform 1085">
                    <a:extLst>
                      <a:ext uri="{FF2B5EF4-FFF2-40B4-BE49-F238E27FC236}">
                        <a16:creationId xmlns:a16="http://schemas.microsoft.com/office/drawing/2014/main" id="{B8E20EA9-88B9-0A42-A470-7AF9E88105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12" name="Freeform 1086">
                    <a:extLst>
                      <a:ext uri="{FF2B5EF4-FFF2-40B4-BE49-F238E27FC236}">
                        <a16:creationId xmlns:a16="http://schemas.microsoft.com/office/drawing/2014/main" id="{A9D04135-B045-A743-95D7-CA5EF36EE7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13" name="Freeform 1087">
                    <a:extLst>
                      <a:ext uri="{FF2B5EF4-FFF2-40B4-BE49-F238E27FC236}">
                        <a16:creationId xmlns:a16="http://schemas.microsoft.com/office/drawing/2014/main" id="{C0583F57-71B7-B142-BC2A-15444A0CF4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</p:grpSp>
          </p:grpSp>
          <p:grpSp>
            <p:nvGrpSpPr>
              <p:cNvPr id="72" name="Group 983">
                <a:extLst>
                  <a:ext uri="{FF2B5EF4-FFF2-40B4-BE49-F238E27FC236}">
                    <a16:creationId xmlns:a16="http://schemas.microsoft.com/office/drawing/2014/main" id="{105B6396-94AE-3641-98AD-7B23024BF3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175" name="Freeform 984">
                  <a:extLst>
                    <a:ext uri="{FF2B5EF4-FFF2-40B4-BE49-F238E27FC236}">
                      <a16:creationId xmlns:a16="http://schemas.microsoft.com/office/drawing/2014/main" id="{69921432-2526-D74B-B1B3-EF4990D573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6" name="Rectangle 985">
                  <a:extLst>
                    <a:ext uri="{FF2B5EF4-FFF2-40B4-BE49-F238E27FC236}">
                      <a16:creationId xmlns:a16="http://schemas.microsoft.com/office/drawing/2014/main" id="{372674DE-08A1-7340-A835-CB738EF1A6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7" name="Freeform 986">
                  <a:extLst>
                    <a:ext uri="{FF2B5EF4-FFF2-40B4-BE49-F238E27FC236}">
                      <a16:creationId xmlns:a16="http://schemas.microsoft.com/office/drawing/2014/main" id="{210AB56E-8E3A-464C-BA90-E5EE13DE14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8" name="Freeform 987">
                  <a:extLst>
                    <a:ext uri="{FF2B5EF4-FFF2-40B4-BE49-F238E27FC236}">
                      <a16:creationId xmlns:a16="http://schemas.microsoft.com/office/drawing/2014/main" id="{4B6304D8-37E4-9743-9663-D2140A3373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9" name="Rectangle 988">
                  <a:extLst>
                    <a:ext uri="{FF2B5EF4-FFF2-40B4-BE49-F238E27FC236}">
                      <a16:creationId xmlns:a16="http://schemas.microsoft.com/office/drawing/2014/main" id="{01DA0D94-4858-4748-835A-0A295C76D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0" name="Group 989">
                  <a:extLst>
                    <a:ext uri="{FF2B5EF4-FFF2-40B4-BE49-F238E27FC236}">
                      <a16:creationId xmlns:a16="http://schemas.microsoft.com/office/drawing/2014/main" id="{653C7E87-1F7F-B94B-970F-8043BE6AD4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05" name="AutoShape 990">
                    <a:extLst>
                      <a:ext uri="{FF2B5EF4-FFF2-40B4-BE49-F238E27FC236}">
                        <a16:creationId xmlns:a16="http://schemas.microsoft.com/office/drawing/2014/main" id="{9E8BF054-B12E-C746-9DCC-FFC0FBE117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6" name="AutoShape 991">
                    <a:extLst>
                      <a:ext uri="{FF2B5EF4-FFF2-40B4-BE49-F238E27FC236}">
                        <a16:creationId xmlns:a16="http://schemas.microsoft.com/office/drawing/2014/main" id="{60A26098-3AC3-5F48-AF12-0376133BA2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1" name="Rectangle 992">
                  <a:extLst>
                    <a:ext uri="{FF2B5EF4-FFF2-40B4-BE49-F238E27FC236}">
                      <a16:creationId xmlns:a16="http://schemas.microsoft.com/office/drawing/2014/main" id="{AB0AE9A0-AEC6-B542-BAA1-AD6A9E2574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2" name="Group 993">
                  <a:extLst>
                    <a:ext uri="{FF2B5EF4-FFF2-40B4-BE49-F238E27FC236}">
                      <a16:creationId xmlns:a16="http://schemas.microsoft.com/office/drawing/2014/main" id="{2E23BBDE-93A3-014A-8AD9-509F2B1333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03" name="AutoShape 994">
                    <a:extLst>
                      <a:ext uri="{FF2B5EF4-FFF2-40B4-BE49-F238E27FC236}">
                        <a16:creationId xmlns:a16="http://schemas.microsoft.com/office/drawing/2014/main" id="{CF10A6D2-6E36-BA46-8AB3-2A153E9ECE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4" name="AutoShape 995">
                    <a:extLst>
                      <a:ext uri="{FF2B5EF4-FFF2-40B4-BE49-F238E27FC236}">
                        <a16:creationId xmlns:a16="http://schemas.microsoft.com/office/drawing/2014/main" id="{964D14B2-2639-5A46-B2D5-48A8B0C319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3" name="Rectangle 996">
                  <a:extLst>
                    <a:ext uri="{FF2B5EF4-FFF2-40B4-BE49-F238E27FC236}">
                      <a16:creationId xmlns:a16="http://schemas.microsoft.com/office/drawing/2014/main" id="{426E7337-36DD-B64A-88F7-00D5A742F9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4" name="Rectangle 997">
                  <a:extLst>
                    <a:ext uri="{FF2B5EF4-FFF2-40B4-BE49-F238E27FC236}">
                      <a16:creationId xmlns:a16="http://schemas.microsoft.com/office/drawing/2014/main" id="{BE4D7353-7D2D-9F42-8A6A-65BAA6259C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5" name="Group 998">
                  <a:extLst>
                    <a:ext uri="{FF2B5EF4-FFF2-40B4-BE49-F238E27FC236}">
                      <a16:creationId xmlns:a16="http://schemas.microsoft.com/office/drawing/2014/main" id="{10644FFB-BF70-614B-94F5-58CB99D12E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01" name="AutoShape 999">
                    <a:extLst>
                      <a:ext uri="{FF2B5EF4-FFF2-40B4-BE49-F238E27FC236}">
                        <a16:creationId xmlns:a16="http://schemas.microsoft.com/office/drawing/2014/main" id="{2EEDFBCE-8402-0442-A96B-A6412C51C6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2" name="AutoShape 1000">
                    <a:extLst>
                      <a:ext uri="{FF2B5EF4-FFF2-40B4-BE49-F238E27FC236}">
                        <a16:creationId xmlns:a16="http://schemas.microsoft.com/office/drawing/2014/main" id="{5BBF678C-8365-374C-8592-2F40109183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6" name="Freeform 1001">
                  <a:extLst>
                    <a:ext uri="{FF2B5EF4-FFF2-40B4-BE49-F238E27FC236}">
                      <a16:creationId xmlns:a16="http://schemas.microsoft.com/office/drawing/2014/main" id="{43320BBC-6D3F-CE4C-AE57-EE45F3319F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grpSp>
              <p:nvGrpSpPr>
                <p:cNvPr id="187" name="Group 1002">
                  <a:extLst>
                    <a:ext uri="{FF2B5EF4-FFF2-40B4-BE49-F238E27FC236}">
                      <a16:creationId xmlns:a16="http://schemas.microsoft.com/office/drawing/2014/main" id="{4ED748C4-471F-B74E-9328-2437DB94B8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99" name="AutoShape 1003">
                    <a:extLst>
                      <a:ext uri="{FF2B5EF4-FFF2-40B4-BE49-F238E27FC236}">
                        <a16:creationId xmlns:a16="http://schemas.microsoft.com/office/drawing/2014/main" id="{DE163CA4-FABE-9B4C-973B-7160FB0CA8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0" name="AutoShape 1004">
                    <a:extLst>
                      <a:ext uri="{FF2B5EF4-FFF2-40B4-BE49-F238E27FC236}">
                        <a16:creationId xmlns:a16="http://schemas.microsoft.com/office/drawing/2014/main" id="{D50A283A-2FFB-A24F-A406-2910EEA8C4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8" name="Rectangle 1005">
                  <a:extLst>
                    <a:ext uri="{FF2B5EF4-FFF2-40B4-BE49-F238E27FC236}">
                      <a16:creationId xmlns:a16="http://schemas.microsoft.com/office/drawing/2014/main" id="{42659E43-E287-8942-BD23-94141CB4BE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9" name="Freeform 1006">
                  <a:extLst>
                    <a:ext uri="{FF2B5EF4-FFF2-40B4-BE49-F238E27FC236}">
                      <a16:creationId xmlns:a16="http://schemas.microsoft.com/office/drawing/2014/main" id="{48DEF8E3-26E3-0E48-88EA-BAB435AE5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90" name="Freeform 1007">
                  <a:extLst>
                    <a:ext uri="{FF2B5EF4-FFF2-40B4-BE49-F238E27FC236}">
                      <a16:creationId xmlns:a16="http://schemas.microsoft.com/office/drawing/2014/main" id="{7869EB64-11F6-624E-9B28-6986DD9D07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91" name="Oval 1008">
                  <a:extLst>
                    <a:ext uri="{FF2B5EF4-FFF2-40B4-BE49-F238E27FC236}">
                      <a16:creationId xmlns:a16="http://schemas.microsoft.com/office/drawing/2014/main" id="{322E0F0C-40A1-7E43-B9BC-A271C6411E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2" name="Freeform 1009">
                  <a:extLst>
                    <a:ext uri="{FF2B5EF4-FFF2-40B4-BE49-F238E27FC236}">
                      <a16:creationId xmlns:a16="http://schemas.microsoft.com/office/drawing/2014/main" id="{2C34A91D-8DF1-DE40-8F88-B7AB2BE630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93" name="AutoShape 1010">
                  <a:extLst>
                    <a:ext uri="{FF2B5EF4-FFF2-40B4-BE49-F238E27FC236}">
                      <a16:creationId xmlns:a16="http://schemas.microsoft.com/office/drawing/2014/main" id="{C10585A3-5046-F44C-A720-1B5360D1A1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4" name="AutoShape 1011">
                  <a:extLst>
                    <a:ext uri="{FF2B5EF4-FFF2-40B4-BE49-F238E27FC236}">
                      <a16:creationId xmlns:a16="http://schemas.microsoft.com/office/drawing/2014/main" id="{0F1CC371-A8A5-1146-9D54-06BA5783B2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" name="Oval 1012">
                  <a:extLst>
                    <a:ext uri="{FF2B5EF4-FFF2-40B4-BE49-F238E27FC236}">
                      <a16:creationId xmlns:a16="http://schemas.microsoft.com/office/drawing/2014/main" id="{165ACFDB-EB0A-EF4A-A53B-E952BF38B2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6" name="Oval 1013">
                  <a:extLst>
                    <a:ext uri="{FF2B5EF4-FFF2-40B4-BE49-F238E27FC236}">
                      <a16:creationId xmlns:a16="http://schemas.microsoft.com/office/drawing/2014/main" id="{8E1C86F1-E8A5-AB43-9FBE-05329F11F8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35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7" name="Oval 1014">
                  <a:extLst>
                    <a:ext uri="{FF2B5EF4-FFF2-40B4-BE49-F238E27FC236}">
                      <a16:creationId xmlns:a16="http://schemas.microsoft.com/office/drawing/2014/main" id="{0C189499-8A09-3E4B-B216-1DBC5D3CD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8" name="Rectangle 1015">
                  <a:extLst>
                    <a:ext uri="{FF2B5EF4-FFF2-40B4-BE49-F238E27FC236}">
                      <a16:creationId xmlns:a16="http://schemas.microsoft.com/office/drawing/2014/main" id="{F801E0C5-03DC-4947-89BB-24F841D73C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CEA6D79-FD00-1148-A95A-8E46A45625BA}"/>
              </a:ext>
            </a:extLst>
          </p:cNvPr>
          <p:cNvGrpSpPr/>
          <p:nvPr/>
        </p:nvGrpSpPr>
        <p:grpSpPr>
          <a:xfrm>
            <a:off x="5499106" y="1360628"/>
            <a:ext cx="3299002" cy="3330351"/>
            <a:chOff x="7295123" y="1843082"/>
            <a:chExt cx="4398669" cy="4440468"/>
          </a:xfrm>
        </p:grpSpPr>
        <p:sp>
          <p:nvSpPr>
            <p:cNvPr id="614" name="Oval 613">
              <a:extLst>
                <a:ext uri="{FF2B5EF4-FFF2-40B4-BE49-F238E27FC236}">
                  <a16:creationId xmlns:a16="http://schemas.microsoft.com/office/drawing/2014/main" id="{6D8354C1-1210-1940-9F91-B4758D5841DC}"/>
                </a:ext>
              </a:extLst>
            </p:cNvPr>
            <p:cNvSpPr/>
            <p:nvPr/>
          </p:nvSpPr>
          <p:spPr>
            <a:xfrm>
              <a:off x="7866885" y="3450880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1" name="Oval 630">
              <a:extLst>
                <a:ext uri="{FF2B5EF4-FFF2-40B4-BE49-F238E27FC236}">
                  <a16:creationId xmlns:a16="http://schemas.microsoft.com/office/drawing/2014/main" id="{E3958303-11B7-AC47-B40B-E7F34DA98B87}"/>
                </a:ext>
              </a:extLst>
            </p:cNvPr>
            <p:cNvSpPr/>
            <p:nvPr/>
          </p:nvSpPr>
          <p:spPr>
            <a:xfrm>
              <a:off x="7675465" y="3247424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2" name="Oval 631">
              <a:extLst>
                <a:ext uri="{FF2B5EF4-FFF2-40B4-BE49-F238E27FC236}">
                  <a16:creationId xmlns:a16="http://schemas.microsoft.com/office/drawing/2014/main" id="{E52B2236-5BAD-4448-BEE0-0CD0D214FDEF}"/>
                </a:ext>
              </a:extLst>
            </p:cNvPr>
            <p:cNvSpPr/>
            <p:nvPr/>
          </p:nvSpPr>
          <p:spPr>
            <a:xfrm>
              <a:off x="7295123" y="3349484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4D09F97-D3D9-764B-B75B-ED7B4816D5B9}"/>
                </a:ext>
              </a:extLst>
            </p:cNvPr>
            <p:cNvGrpSpPr/>
            <p:nvPr/>
          </p:nvGrpSpPr>
          <p:grpSpPr>
            <a:xfrm>
              <a:off x="7384850" y="1843082"/>
              <a:ext cx="4308942" cy="4440468"/>
              <a:chOff x="7384850" y="1843082"/>
              <a:chExt cx="4308942" cy="4440468"/>
            </a:xfrm>
          </p:grpSpPr>
          <p:sp>
            <p:nvSpPr>
              <p:cNvPr id="609" name="Oval 608">
                <a:extLst>
                  <a:ext uri="{FF2B5EF4-FFF2-40B4-BE49-F238E27FC236}">
                    <a16:creationId xmlns:a16="http://schemas.microsoft.com/office/drawing/2014/main" id="{8000236D-4FCB-8E42-8443-B60A47AB111C}"/>
                  </a:ext>
                </a:extLst>
              </p:cNvPr>
              <p:cNvSpPr/>
              <p:nvPr/>
            </p:nvSpPr>
            <p:spPr>
              <a:xfrm>
                <a:off x="9026135" y="5773481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10" name="Oval 609">
                <a:extLst>
                  <a:ext uri="{FF2B5EF4-FFF2-40B4-BE49-F238E27FC236}">
                    <a16:creationId xmlns:a16="http://schemas.microsoft.com/office/drawing/2014/main" id="{D2A0E321-E076-5E4B-B83B-757AFB1A4CEA}"/>
                  </a:ext>
                </a:extLst>
              </p:cNvPr>
              <p:cNvSpPr/>
              <p:nvPr/>
            </p:nvSpPr>
            <p:spPr>
              <a:xfrm>
                <a:off x="8465833" y="5458029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11" name="Oval 610">
                <a:extLst>
                  <a:ext uri="{FF2B5EF4-FFF2-40B4-BE49-F238E27FC236}">
                    <a16:creationId xmlns:a16="http://schemas.microsoft.com/office/drawing/2014/main" id="{25D6BB58-705A-994A-A4C0-4597BD3E586E}"/>
                  </a:ext>
                </a:extLst>
              </p:cNvPr>
              <p:cNvSpPr/>
              <p:nvPr/>
            </p:nvSpPr>
            <p:spPr>
              <a:xfrm>
                <a:off x="7992829" y="5385020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12" name="Oval 611">
                <a:extLst>
                  <a:ext uri="{FF2B5EF4-FFF2-40B4-BE49-F238E27FC236}">
                    <a16:creationId xmlns:a16="http://schemas.microsoft.com/office/drawing/2014/main" id="{626C6AB3-E95B-4E45-912D-03BD50D0AB9E}"/>
                  </a:ext>
                </a:extLst>
              </p:cNvPr>
              <p:cNvSpPr/>
              <p:nvPr/>
            </p:nvSpPr>
            <p:spPr>
              <a:xfrm>
                <a:off x="7652236" y="5189752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13" name="Oval 612">
                <a:extLst>
                  <a:ext uri="{FF2B5EF4-FFF2-40B4-BE49-F238E27FC236}">
                    <a16:creationId xmlns:a16="http://schemas.microsoft.com/office/drawing/2014/main" id="{651092E3-127F-B747-AC6B-A506BBC80C9F}"/>
                  </a:ext>
                </a:extLst>
              </p:cNvPr>
              <p:cNvSpPr/>
              <p:nvPr/>
            </p:nvSpPr>
            <p:spPr>
              <a:xfrm>
                <a:off x="11017339" y="3399436"/>
                <a:ext cx="612311" cy="51007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33" name="Oval 632">
                <a:extLst>
                  <a:ext uri="{FF2B5EF4-FFF2-40B4-BE49-F238E27FC236}">
                    <a16:creationId xmlns:a16="http://schemas.microsoft.com/office/drawing/2014/main" id="{C302BF23-8204-FB46-A78D-495CB59FC0FB}"/>
                  </a:ext>
                </a:extLst>
              </p:cNvPr>
              <p:cNvSpPr/>
              <p:nvPr/>
            </p:nvSpPr>
            <p:spPr>
              <a:xfrm>
                <a:off x="8605132" y="1925480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34" name="Oval 633">
                <a:extLst>
                  <a:ext uri="{FF2B5EF4-FFF2-40B4-BE49-F238E27FC236}">
                    <a16:creationId xmlns:a16="http://schemas.microsoft.com/office/drawing/2014/main" id="{ED9D1CE7-97E7-BE42-9A9E-DFF564EF6FD2}"/>
                  </a:ext>
                </a:extLst>
              </p:cNvPr>
              <p:cNvSpPr/>
              <p:nvPr/>
            </p:nvSpPr>
            <p:spPr>
              <a:xfrm>
                <a:off x="7384850" y="2332725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35" name="Oval 634">
                <a:extLst>
                  <a:ext uri="{FF2B5EF4-FFF2-40B4-BE49-F238E27FC236}">
                    <a16:creationId xmlns:a16="http://schemas.microsoft.com/office/drawing/2014/main" id="{78E6AF30-B350-C649-8449-B69F6002DF42}"/>
                  </a:ext>
                </a:extLst>
              </p:cNvPr>
              <p:cNvSpPr/>
              <p:nvPr/>
            </p:nvSpPr>
            <p:spPr>
              <a:xfrm>
                <a:off x="7643306" y="1843082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36" name="Oval 635">
                <a:extLst>
                  <a:ext uri="{FF2B5EF4-FFF2-40B4-BE49-F238E27FC236}">
                    <a16:creationId xmlns:a16="http://schemas.microsoft.com/office/drawing/2014/main" id="{33196CF4-E8B7-C748-AEBE-BE1C069588D5}"/>
                  </a:ext>
                </a:extLst>
              </p:cNvPr>
              <p:cNvSpPr/>
              <p:nvPr/>
            </p:nvSpPr>
            <p:spPr>
              <a:xfrm>
                <a:off x="11081481" y="4188998"/>
                <a:ext cx="612311" cy="51007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37" name="Oval 636">
                <a:extLst>
                  <a:ext uri="{FF2B5EF4-FFF2-40B4-BE49-F238E27FC236}">
                    <a16:creationId xmlns:a16="http://schemas.microsoft.com/office/drawing/2014/main" id="{B8AA2F12-9606-F944-8D71-78704F4F02AC}"/>
                  </a:ext>
                </a:extLst>
              </p:cNvPr>
              <p:cNvSpPr/>
              <p:nvPr/>
            </p:nvSpPr>
            <p:spPr>
              <a:xfrm>
                <a:off x="7866885" y="4808926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38" name="Oval 637">
                <a:extLst>
                  <a:ext uri="{FF2B5EF4-FFF2-40B4-BE49-F238E27FC236}">
                    <a16:creationId xmlns:a16="http://schemas.microsoft.com/office/drawing/2014/main" id="{C1E7801D-A747-164C-BE12-1FDEB3DFE743}"/>
                  </a:ext>
                </a:extLst>
              </p:cNvPr>
              <p:cNvSpPr/>
              <p:nvPr/>
            </p:nvSpPr>
            <p:spPr>
              <a:xfrm>
                <a:off x="9786432" y="5583683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39" name="Oval 638">
                <a:extLst>
                  <a:ext uri="{FF2B5EF4-FFF2-40B4-BE49-F238E27FC236}">
                    <a16:creationId xmlns:a16="http://schemas.microsoft.com/office/drawing/2014/main" id="{DF73A1CD-668E-B544-868D-FCFA8CE79DB9}"/>
                  </a:ext>
                </a:extLst>
              </p:cNvPr>
              <p:cNvSpPr/>
              <p:nvPr/>
            </p:nvSpPr>
            <p:spPr>
              <a:xfrm>
                <a:off x="10048818" y="5198326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640" name="Content Placeholder 2">
            <a:extLst>
              <a:ext uri="{FF2B5EF4-FFF2-40B4-BE49-F238E27FC236}">
                <a16:creationId xmlns:a16="http://schemas.microsoft.com/office/drawing/2014/main" id="{CAE1DAE5-E210-1642-9C4E-115EA6D07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4269499" cy="3463098"/>
          </a:xfrm>
        </p:spPr>
        <p:txBody>
          <a:bodyPr>
            <a:normAutofit/>
          </a:bodyPr>
          <a:lstStyle/>
          <a:p>
            <a:pPr marL="0" indent="0">
              <a:buSzPct val="75000"/>
              <a:buNone/>
            </a:pPr>
            <a:r>
              <a:rPr lang="en-US" altLang="en-US" sz="1800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Network edge:</a:t>
            </a:r>
          </a:p>
          <a:p>
            <a:pPr marL="263129" indent="-169069">
              <a:buSzPct val="100000"/>
            </a:pPr>
            <a:r>
              <a:rPr lang="en-US" altLang="en-US" sz="18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hosts: clients and servers</a:t>
            </a:r>
          </a:p>
          <a:p>
            <a:pPr marL="263129" indent="-169069">
              <a:buSzPct val="100000"/>
            </a:pPr>
            <a:r>
              <a:rPr lang="en-US" altLang="en-US" sz="18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servers often in data centers</a:t>
            </a:r>
          </a:p>
          <a:p>
            <a:pPr marL="130969" indent="0">
              <a:buSzPct val="75000"/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571" name="Google Shape;79;p13"/>
          <p:cNvSpPr txBox="1">
            <a:spLocks/>
          </p:cNvSpPr>
          <p:nvPr/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en" dirty="0" smtClean="0">
                <a:latin typeface="Source Sans Pro" panose="020B0604020202020204" charset="0"/>
              </a:rPr>
              <a:t>3</a:t>
            </a:r>
            <a:endParaRPr lang="en" dirty="0"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1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4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419">
            <a:extLst>
              <a:ext uri="{FF2B5EF4-FFF2-40B4-BE49-F238E27FC236}">
                <a16:creationId xmlns:a16="http://schemas.microsoft.com/office/drawing/2014/main" id="{F39DA03D-3BDA-2344-B3D3-3A95FB5E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306" y="2664809"/>
            <a:ext cx="740249" cy="502217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 closer look at Internet structure</a:t>
            </a:r>
            <a:endParaRPr lang="en-US" dirty="0"/>
          </a:p>
        </p:txBody>
      </p:sp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6738892" y="2299334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5455557" y="1369526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sz="1050"/>
          </a:p>
        </p:txBody>
      </p:sp>
      <p:sp>
        <p:nvSpPr>
          <p:cNvPr id="370" name="AutoShape 420">
            <a:extLst>
              <a:ext uri="{FF2B5EF4-FFF2-40B4-BE49-F238E27FC236}">
                <a16:creationId xmlns:a16="http://schemas.microsoft.com/office/drawing/2014/main" id="{579866B0-F884-A84A-B74A-EFEA50EBF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013" y="2466938"/>
            <a:ext cx="1094184" cy="238388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CC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5784301" y="3512351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6" y="1116346"/>
            <a:ext cx="1093569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6" y="3143942"/>
            <a:ext cx="1466735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182" y="4334832"/>
            <a:ext cx="1026243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enterprise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7666610" y="2384655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8128275" y="2946038"/>
            <a:ext cx="515545" cy="541161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8078379" y="2395628"/>
            <a:ext cx="445960" cy="486252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7155610" y="1336532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7070401" y="1388397"/>
            <a:ext cx="1468672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6959301" y="2758432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6574622" y="2585939"/>
            <a:ext cx="780479" cy="528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8188325" y="3508453"/>
            <a:ext cx="692818" cy="310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88" dirty="0"/>
              <a:t>datacenter </a:t>
            </a:r>
          </a:p>
          <a:p>
            <a:pPr>
              <a:lnSpc>
                <a:spcPct val="90000"/>
              </a:lnSpc>
            </a:pPr>
            <a:r>
              <a:rPr lang="en-US" sz="788" dirty="0"/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7547264" y="3171186"/>
            <a:ext cx="710451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content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provider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network</a:t>
            </a:r>
            <a:endParaRPr lang="en-US" sz="750" dirty="0"/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7919940" y="2685094"/>
            <a:ext cx="309723" cy="47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7995626" y="2730514"/>
            <a:ext cx="259400" cy="554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7977673" y="2725066"/>
            <a:ext cx="251990" cy="296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7928081" y="2696172"/>
            <a:ext cx="1" cy="364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7912966" y="3053732"/>
            <a:ext cx="381407" cy="2614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7421397" y="306580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6914712" y="306580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6957651" y="2630754"/>
            <a:ext cx="286818" cy="387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7299802" y="2630754"/>
            <a:ext cx="0" cy="405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7603251" y="2066019"/>
            <a:ext cx="366131" cy="629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7349039" y="2021260"/>
            <a:ext cx="285324" cy="52110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Straight Connector 563">
            <a:extLst>
              <a:ext uri="{FF2B5EF4-FFF2-40B4-BE49-F238E27FC236}">
                <a16:creationId xmlns:a16="http://schemas.microsoft.com/office/drawing/2014/main" id="{CE6E1140-BC2F-9947-9B51-91DC5079ABB1}"/>
              </a:ext>
            </a:extLst>
          </p:cNvPr>
          <p:cNvCxnSpPr/>
          <p:nvPr/>
        </p:nvCxnSpPr>
        <p:spPr>
          <a:xfrm flipH="1">
            <a:off x="7575477" y="1627075"/>
            <a:ext cx="571100" cy="43301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Straight Connector 564">
            <a:extLst>
              <a:ext uri="{FF2B5EF4-FFF2-40B4-BE49-F238E27FC236}">
                <a16:creationId xmlns:a16="http://schemas.microsoft.com/office/drawing/2014/main" id="{9EF5B4FA-3960-F54C-936B-C64147078447}"/>
              </a:ext>
            </a:extLst>
          </p:cNvPr>
          <p:cNvCxnSpPr/>
          <p:nvPr/>
        </p:nvCxnSpPr>
        <p:spPr>
          <a:xfrm flipH="1">
            <a:off x="7575476" y="1701235"/>
            <a:ext cx="2978" cy="38884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Straight Connector 565">
            <a:extLst>
              <a:ext uri="{FF2B5EF4-FFF2-40B4-BE49-F238E27FC236}">
                <a16:creationId xmlns:a16="http://schemas.microsoft.com/office/drawing/2014/main" id="{691B45AC-C5E3-D24E-9C63-05D00B08C71D}"/>
              </a:ext>
            </a:extLst>
          </p:cNvPr>
          <p:cNvCxnSpPr/>
          <p:nvPr/>
        </p:nvCxnSpPr>
        <p:spPr>
          <a:xfrm flipH="1">
            <a:off x="8004101" y="1650380"/>
            <a:ext cx="112020" cy="38884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566">
            <a:extLst>
              <a:ext uri="{FF2B5EF4-FFF2-40B4-BE49-F238E27FC236}">
                <a16:creationId xmlns:a16="http://schemas.microsoft.com/office/drawing/2014/main" id="{59EB46BB-F3EA-4248-B631-AC80BEB74EF0}"/>
              </a:ext>
            </a:extLst>
          </p:cNvPr>
          <p:cNvCxnSpPr/>
          <p:nvPr/>
        </p:nvCxnSpPr>
        <p:spPr>
          <a:xfrm flipH="1">
            <a:off x="7606625" y="2039225"/>
            <a:ext cx="430712" cy="2086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C562C7DD-3FD1-0E4C-B308-744C6C87FC79}"/>
              </a:ext>
            </a:extLst>
          </p:cNvPr>
          <p:cNvCxnSpPr/>
          <p:nvPr/>
        </p:nvCxnSpPr>
        <p:spPr>
          <a:xfrm flipH="1">
            <a:off x="7552157" y="1627074"/>
            <a:ext cx="591442" cy="7416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6793D61B-AD50-A246-A5C0-38DF48C17738}"/>
              </a:ext>
            </a:extLst>
          </p:cNvPr>
          <p:cNvCxnSpPr/>
          <p:nvPr/>
        </p:nvCxnSpPr>
        <p:spPr>
          <a:xfrm flipH="1">
            <a:off x="8146577" y="1595494"/>
            <a:ext cx="209252" cy="3158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EDD09B84-3AA8-0948-AB6C-1D5CBFFC5293}"/>
              </a:ext>
            </a:extLst>
          </p:cNvPr>
          <p:cNvCxnSpPr/>
          <p:nvPr/>
        </p:nvCxnSpPr>
        <p:spPr>
          <a:xfrm flipH="1" flipV="1">
            <a:off x="8011496" y="2039226"/>
            <a:ext cx="265156" cy="5085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Connector 573">
            <a:extLst>
              <a:ext uri="{FF2B5EF4-FFF2-40B4-BE49-F238E27FC236}">
                <a16:creationId xmlns:a16="http://schemas.microsoft.com/office/drawing/2014/main" id="{C777BA08-17B1-254B-BCB6-583E10254EC6}"/>
              </a:ext>
            </a:extLst>
          </p:cNvPr>
          <p:cNvCxnSpPr/>
          <p:nvPr/>
        </p:nvCxnSpPr>
        <p:spPr>
          <a:xfrm flipH="1">
            <a:off x="6576918" y="1701235"/>
            <a:ext cx="975239" cy="45496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Line 541">
            <a:extLst>
              <a:ext uri="{FF2B5EF4-FFF2-40B4-BE49-F238E27FC236}">
                <a16:creationId xmlns:a16="http://schemas.microsoft.com/office/drawing/2014/main" id="{C44ADC96-78DA-C64F-AF97-4FFA68D2ED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4029" y="3085035"/>
            <a:ext cx="321993" cy="5292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9" name="Line 424">
            <a:extLst>
              <a:ext uri="{FF2B5EF4-FFF2-40B4-BE49-F238E27FC236}">
                <a16:creationId xmlns:a16="http://schemas.microsoft.com/office/drawing/2014/main" id="{845B46BE-685D-2D4E-AD26-5684794D19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83416" y="3035593"/>
            <a:ext cx="726788" cy="23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243" name="Oval 800">
            <a:extLst>
              <a:ext uri="{FF2B5EF4-FFF2-40B4-BE49-F238E27FC236}">
                <a16:creationId xmlns:a16="http://schemas.microsoft.com/office/drawing/2014/main" id="{271D03F6-D85B-EC41-803D-EFAA96DAE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06" y="1719747"/>
            <a:ext cx="39291" cy="3711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7807957" y="2622104"/>
            <a:ext cx="265259" cy="148758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7461543" y="1651719"/>
            <a:ext cx="265259" cy="148758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7895410" y="1960025"/>
            <a:ext cx="265259" cy="148758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7982869" y="1580972"/>
            <a:ext cx="265259" cy="148758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6824091" y="2967468"/>
            <a:ext cx="275418" cy="180228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7485094" y="1996174"/>
            <a:ext cx="265259" cy="148758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7122854" y="2545524"/>
            <a:ext cx="275418" cy="180228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7201166" y="2999822"/>
            <a:ext cx="275418" cy="180228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7781444" y="2994244"/>
            <a:ext cx="265259" cy="148758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pic>
        <p:nvPicPr>
          <p:cNvPr id="359" name="Picture 653" descr="iphone_stylized_small">
            <a:extLst>
              <a:ext uri="{FF2B5EF4-FFF2-40B4-BE49-F238E27FC236}">
                <a16:creationId xmlns:a16="http://schemas.microsoft.com/office/drawing/2014/main" id="{EDF1EC93-A6E5-964F-B0D6-EE56B282A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179" y="1437769"/>
            <a:ext cx="102631" cy="24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1018" descr="laptop_keyboard">
            <a:extLst>
              <a:ext uri="{FF2B5EF4-FFF2-40B4-BE49-F238E27FC236}">
                <a16:creationId xmlns:a16="http://schemas.microsoft.com/office/drawing/2014/main" id="{7087B8D0-FFCB-0746-A889-28909002C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598586" y="1953818"/>
            <a:ext cx="327916" cy="119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Freeform 1019">
            <a:extLst>
              <a:ext uri="{FF2B5EF4-FFF2-40B4-BE49-F238E27FC236}">
                <a16:creationId xmlns:a16="http://schemas.microsoft.com/office/drawing/2014/main" id="{7C75BC30-0808-D44D-AF7A-A72B4A529E54}"/>
              </a:ext>
            </a:extLst>
          </p:cNvPr>
          <p:cNvSpPr>
            <a:spLocks/>
          </p:cNvSpPr>
          <p:nvPr/>
        </p:nvSpPr>
        <p:spPr bwMode="auto">
          <a:xfrm>
            <a:off x="5707259" y="1837729"/>
            <a:ext cx="263939" cy="156125"/>
          </a:xfrm>
          <a:custGeom>
            <a:avLst/>
            <a:gdLst>
              <a:gd name="T0" fmla="*/ 775798119 w 2982"/>
              <a:gd name="T1" fmla="*/ 0 h 2442"/>
              <a:gd name="T2" fmla="*/ 0 w 2982"/>
              <a:gd name="T3" fmla="*/ 211226083 h 2442"/>
              <a:gd name="T4" fmla="*/ 2147483646 w 2982"/>
              <a:gd name="T5" fmla="*/ 263880059 h 2442"/>
              <a:gd name="T6" fmla="*/ 2147483646 w 2982"/>
              <a:gd name="T7" fmla="*/ 52653891 h 2442"/>
              <a:gd name="T8" fmla="*/ 775798119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76" name="Picture 1020" descr="screen">
            <a:extLst>
              <a:ext uri="{FF2B5EF4-FFF2-40B4-BE49-F238E27FC236}">
                <a16:creationId xmlns:a16="http://schemas.microsoft.com/office/drawing/2014/main" id="{2D732B7A-74CB-D547-ADB5-C721526D5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259" y="1841744"/>
            <a:ext cx="239839" cy="14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Freeform 1021">
            <a:extLst>
              <a:ext uri="{FF2B5EF4-FFF2-40B4-BE49-F238E27FC236}">
                <a16:creationId xmlns:a16="http://schemas.microsoft.com/office/drawing/2014/main" id="{FBD1A429-9B8F-F940-AD09-4638CC3167E7}"/>
              </a:ext>
            </a:extLst>
          </p:cNvPr>
          <p:cNvSpPr>
            <a:spLocks/>
          </p:cNvSpPr>
          <p:nvPr/>
        </p:nvSpPr>
        <p:spPr bwMode="auto">
          <a:xfrm>
            <a:off x="5755315" y="1833122"/>
            <a:ext cx="223625" cy="29052"/>
          </a:xfrm>
          <a:custGeom>
            <a:avLst/>
            <a:gdLst>
              <a:gd name="T0" fmla="*/ 193616298 w 2528"/>
              <a:gd name="T1" fmla="*/ 0 h 455"/>
              <a:gd name="T2" fmla="*/ 2147483646 w 2528"/>
              <a:gd name="T3" fmla="*/ 52445139 h 455"/>
              <a:gd name="T4" fmla="*/ 2147483646 w 2528"/>
              <a:gd name="T5" fmla="*/ 52445139 h 455"/>
              <a:gd name="T6" fmla="*/ 0 w 2528"/>
              <a:gd name="T7" fmla="*/ 52445139 h 455"/>
              <a:gd name="T8" fmla="*/ 193616298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78" name="Freeform 1022">
            <a:extLst>
              <a:ext uri="{FF2B5EF4-FFF2-40B4-BE49-F238E27FC236}">
                <a16:creationId xmlns:a16="http://schemas.microsoft.com/office/drawing/2014/main" id="{376C8B48-3441-F643-B92D-5DC759EDA1B5}"/>
              </a:ext>
            </a:extLst>
          </p:cNvPr>
          <p:cNvSpPr>
            <a:spLocks/>
          </p:cNvSpPr>
          <p:nvPr/>
        </p:nvSpPr>
        <p:spPr bwMode="auto">
          <a:xfrm>
            <a:off x="5704921" y="1832887"/>
            <a:ext cx="62078" cy="120932"/>
          </a:xfrm>
          <a:custGeom>
            <a:avLst/>
            <a:gdLst>
              <a:gd name="T0" fmla="*/ 773664160 w 702"/>
              <a:gd name="T1" fmla="*/ 0 h 1893"/>
              <a:gd name="T2" fmla="*/ 0 w 702"/>
              <a:gd name="T3" fmla="*/ 210739916 h 1893"/>
              <a:gd name="T4" fmla="*/ 193416040 w 702"/>
              <a:gd name="T5" fmla="*/ 210739916 h 1893"/>
              <a:gd name="T6" fmla="*/ 967080200 w 702"/>
              <a:gd name="T7" fmla="*/ 52529017 h 1893"/>
              <a:gd name="T8" fmla="*/ 773664160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79" name="Freeform 1023">
            <a:extLst>
              <a:ext uri="{FF2B5EF4-FFF2-40B4-BE49-F238E27FC236}">
                <a16:creationId xmlns:a16="http://schemas.microsoft.com/office/drawing/2014/main" id="{4DFECD03-4AF0-1342-8138-6CEC8249A287}"/>
              </a:ext>
            </a:extLst>
          </p:cNvPr>
          <p:cNvSpPr>
            <a:spLocks/>
          </p:cNvSpPr>
          <p:nvPr/>
        </p:nvSpPr>
        <p:spPr bwMode="auto">
          <a:xfrm>
            <a:off x="5910435" y="1854498"/>
            <a:ext cx="66898" cy="139592"/>
          </a:xfrm>
          <a:custGeom>
            <a:avLst/>
            <a:gdLst>
              <a:gd name="T0" fmla="*/ 969024527 w 756"/>
              <a:gd name="T1" fmla="*/ 0 h 2184"/>
              <a:gd name="T2" fmla="*/ 193802074 w 756"/>
              <a:gd name="T3" fmla="*/ 263660221 h 2184"/>
              <a:gd name="T4" fmla="*/ 0 w 756"/>
              <a:gd name="T5" fmla="*/ 263660221 h 2184"/>
              <a:gd name="T6" fmla="*/ 775222454 w 756"/>
              <a:gd name="T7" fmla="*/ 52610059 h 2184"/>
              <a:gd name="T8" fmla="*/ 96902452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0" name="Freeform 1024">
            <a:extLst>
              <a:ext uri="{FF2B5EF4-FFF2-40B4-BE49-F238E27FC236}">
                <a16:creationId xmlns:a16="http://schemas.microsoft.com/office/drawing/2014/main" id="{8AA57D4B-3E9B-994B-AF13-DB646178BD1D}"/>
              </a:ext>
            </a:extLst>
          </p:cNvPr>
          <p:cNvSpPr>
            <a:spLocks/>
          </p:cNvSpPr>
          <p:nvPr/>
        </p:nvSpPr>
        <p:spPr bwMode="auto">
          <a:xfrm>
            <a:off x="5704191" y="1947677"/>
            <a:ext cx="245389" cy="47121"/>
          </a:xfrm>
          <a:custGeom>
            <a:avLst/>
            <a:gdLst>
              <a:gd name="T0" fmla="*/ 193829444 w 2773"/>
              <a:gd name="T1" fmla="*/ 0 h 738"/>
              <a:gd name="T2" fmla="*/ 0 w 2773"/>
              <a:gd name="T3" fmla="*/ 52443587 h 738"/>
              <a:gd name="T4" fmla="*/ 2147483646 w 2773"/>
              <a:gd name="T5" fmla="*/ 104894411 h 738"/>
              <a:gd name="T6" fmla="*/ 2147483646 w 2773"/>
              <a:gd name="T7" fmla="*/ 52443587 h 738"/>
              <a:gd name="T8" fmla="*/ 193829444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1" name="Freeform 1025">
            <a:extLst>
              <a:ext uri="{FF2B5EF4-FFF2-40B4-BE49-F238E27FC236}">
                <a16:creationId xmlns:a16="http://schemas.microsoft.com/office/drawing/2014/main" id="{59DA24E7-1981-0E44-8060-2B7CE58EBF80}"/>
              </a:ext>
            </a:extLst>
          </p:cNvPr>
          <p:cNvSpPr>
            <a:spLocks/>
          </p:cNvSpPr>
          <p:nvPr/>
        </p:nvSpPr>
        <p:spPr bwMode="auto">
          <a:xfrm>
            <a:off x="5917884" y="1855679"/>
            <a:ext cx="62662" cy="140182"/>
          </a:xfrm>
          <a:custGeom>
            <a:avLst/>
            <a:gdLst>
              <a:gd name="T0" fmla="*/ 2147483646 w 637"/>
              <a:gd name="T1" fmla="*/ 0 h 1659"/>
              <a:gd name="T2" fmla="*/ 2147483646 w 637"/>
              <a:gd name="T3" fmla="*/ 0 h 1659"/>
              <a:gd name="T4" fmla="*/ 295581541 w 637"/>
              <a:gd name="T5" fmla="*/ 2147483646 h 1659"/>
              <a:gd name="T6" fmla="*/ 0 w 637"/>
              <a:gd name="T7" fmla="*/ 2147483646 h 1659"/>
              <a:gd name="T8" fmla="*/ 2147483646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2" name="Freeform 1026">
            <a:extLst>
              <a:ext uri="{FF2B5EF4-FFF2-40B4-BE49-F238E27FC236}">
                <a16:creationId xmlns:a16="http://schemas.microsoft.com/office/drawing/2014/main" id="{DB3D3129-2B70-5643-96C2-83638DE57FF8}"/>
              </a:ext>
            </a:extLst>
          </p:cNvPr>
          <p:cNvSpPr>
            <a:spLocks/>
          </p:cNvSpPr>
          <p:nvPr/>
        </p:nvSpPr>
        <p:spPr bwMode="auto">
          <a:xfrm>
            <a:off x="5704483" y="1953936"/>
            <a:ext cx="218221" cy="46531"/>
          </a:xfrm>
          <a:custGeom>
            <a:avLst/>
            <a:gdLst>
              <a:gd name="T0" fmla="*/ 0 w 2216"/>
              <a:gd name="T1" fmla="*/ 0 h 550"/>
              <a:gd name="T2" fmla="*/ 296523134 w 2216"/>
              <a:gd name="T3" fmla="*/ 324379338 h 550"/>
              <a:gd name="T4" fmla="*/ 2147483646 w 2216"/>
              <a:gd name="T5" fmla="*/ 2147483646 h 550"/>
              <a:gd name="T6" fmla="*/ 2147483646 w 2216"/>
              <a:gd name="T7" fmla="*/ 2147483646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83" name="Group 1027">
            <a:extLst>
              <a:ext uri="{FF2B5EF4-FFF2-40B4-BE49-F238E27FC236}">
                <a16:creationId xmlns:a16="http://schemas.microsoft.com/office/drawing/2014/main" id="{8C6DEC60-5C97-D546-9977-EBD182221DD2}"/>
              </a:ext>
            </a:extLst>
          </p:cNvPr>
          <p:cNvGrpSpPr>
            <a:grpSpLocks/>
          </p:cNvGrpSpPr>
          <p:nvPr/>
        </p:nvGrpSpPr>
        <p:grpSpPr bwMode="auto">
          <a:xfrm>
            <a:off x="5700832" y="2003655"/>
            <a:ext cx="74055" cy="27635"/>
            <a:chOff x="1740" y="2642"/>
            <a:chExt cx="752" cy="327"/>
          </a:xfrm>
        </p:grpSpPr>
        <p:sp>
          <p:nvSpPr>
            <p:cNvPr id="169" name="Freeform 1028">
              <a:extLst>
                <a:ext uri="{FF2B5EF4-FFF2-40B4-BE49-F238E27FC236}">
                  <a16:creationId xmlns:a16="http://schemas.microsoft.com/office/drawing/2014/main" id="{5D16627E-DE34-BC4F-9513-7A7D4707F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0" name="Freeform 1029">
              <a:extLst>
                <a:ext uri="{FF2B5EF4-FFF2-40B4-BE49-F238E27FC236}">
                  <a16:creationId xmlns:a16="http://schemas.microsoft.com/office/drawing/2014/main" id="{D8D65D68-18A4-E54D-8916-1DEF36844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1" name="Freeform 1030">
              <a:extLst>
                <a:ext uri="{FF2B5EF4-FFF2-40B4-BE49-F238E27FC236}">
                  <a16:creationId xmlns:a16="http://schemas.microsoft.com/office/drawing/2014/main" id="{3C79D147-9974-F341-96E9-F9AD19F14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2" name="Freeform 1031">
              <a:extLst>
                <a:ext uri="{FF2B5EF4-FFF2-40B4-BE49-F238E27FC236}">
                  <a16:creationId xmlns:a16="http://schemas.microsoft.com/office/drawing/2014/main" id="{5E0CE9D2-21FD-2644-9691-743CC3E13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3" name="Freeform 1032">
              <a:extLst>
                <a:ext uri="{FF2B5EF4-FFF2-40B4-BE49-F238E27FC236}">
                  <a16:creationId xmlns:a16="http://schemas.microsoft.com/office/drawing/2014/main" id="{5691098F-1432-0D44-8573-312C3A566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4" name="Freeform 1033">
              <a:extLst>
                <a:ext uri="{FF2B5EF4-FFF2-40B4-BE49-F238E27FC236}">
                  <a16:creationId xmlns:a16="http://schemas.microsoft.com/office/drawing/2014/main" id="{2D4A77A2-D0F1-164A-A67D-A50954386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84" name="Freeform 1034">
            <a:extLst>
              <a:ext uri="{FF2B5EF4-FFF2-40B4-BE49-F238E27FC236}">
                <a16:creationId xmlns:a16="http://schemas.microsoft.com/office/drawing/2014/main" id="{A283BD8E-0AD2-B743-8237-483C3A6A6CD3}"/>
              </a:ext>
            </a:extLst>
          </p:cNvPr>
          <p:cNvSpPr>
            <a:spLocks/>
          </p:cNvSpPr>
          <p:nvPr/>
        </p:nvSpPr>
        <p:spPr bwMode="auto">
          <a:xfrm>
            <a:off x="5827615" y="2007788"/>
            <a:ext cx="89684" cy="60702"/>
          </a:xfrm>
          <a:custGeom>
            <a:avLst/>
            <a:gdLst>
              <a:gd name="T0" fmla="*/ 213221464 w 990"/>
              <a:gd name="T1" fmla="*/ 1090686587 h 792"/>
              <a:gd name="T2" fmla="*/ 1915477586 w 990"/>
              <a:gd name="T3" fmla="*/ 0 h 792"/>
              <a:gd name="T4" fmla="*/ 1915477586 w 990"/>
              <a:gd name="T5" fmla="*/ 108859840 h 792"/>
              <a:gd name="T6" fmla="*/ 0 w 990"/>
              <a:gd name="T7" fmla="*/ 1090686587 h 792"/>
              <a:gd name="T8" fmla="*/ 213221464 w 990"/>
              <a:gd name="T9" fmla="*/ 109068658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5" name="Freeform 1035">
            <a:extLst>
              <a:ext uri="{FF2B5EF4-FFF2-40B4-BE49-F238E27FC236}">
                <a16:creationId xmlns:a16="http://schemas.microsoft.com/office/drawing/2014/main" id="{AA215C2D-4069-DE48-884E-A1816F7D4D0B}"/>
              </a:ext>
            </a:extLst>
          </p:cNvPr>
          <p:cNvSpPr>
            <a:spLocks/>
          </p:cNvSpPr>
          <p:nvPr/>
        </p:nvSpPr>
        <p:spPr bwMode="auto">
          <a:xfrm>
            <a:off x="5598732" y="2012630"/>
            <a:ext cx="229468" cy="55388"/>
          </a:xfrm>
          <a:custGeom>
            <a:avLst/>
            <a:gdLst>
              <a:gd name="T0" fmla="*/ 213486572 w 2532"/>
              <a:gd name="T1" fmla="*/ 0 h 723"/>
              <a:gd name="T2" fmla="*/ 213486572 w 2532"/>
              <a:gd name="T3" fmla="*/ 0 h 723"/>
              <a:gd name="T4" fmla="*/ 2147483646 w 2532"/>
              <a:gd name="T5" fmla="*/ 979380008 h 723"/>
              <a:gd name="T6" fmla="*/ 2147483646 w 2532"/>
              <a:gd name="T7" fmla="*/ 1088085165 h 723"/>
              <a:gd name="T8" fmla="*/ 0 w 2532"/>
              <a:gd name="T9" fmla="*/ 108705259 h 723"/>
              <a:gd name="T10" fmla="*/ 213486572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6" name="Freeform 1036">
            <a:extLst>
              <a:ext uri="{FF2B5EF4-FFF2-40B4-BE49-F238E27FC236}">
                <a16:creationId xmlns:a16="http://schemas.microsoft.com/office/drawing/2014/main" id="{421821F5-5AD5-4D4E-A4F9-5D46E41A4ECC}"/>
              </a:ext>
            </a:extLst>
          </p:cNvPr>
          <p:cNvSpPr>
            <a:spLocks/>
          </p:cNvSpPr>
          <p:nvPr/>
        </p:nvSpPr>
        <p:spPr bwMode="auto">
          <a:xfrm>
            <a:off x="5598879" y="2002474"/>
            <a:ext cx="2483" cy="11219"/>
          </a:xfrm>
          <a:custGeom>
            <a:avLst/>
            <a:gdLst>
              <a:gd name="T0" fmla="*/ 262278191 w 26"/>
              <a:gd name="T1" fmla="*/ 107489981 h 147"/>
              <a:gd name="T2" fmla="*/ 262278191 w 26"/>
              <a:gd name="T3" fmla="*/ 214969480 h 147"/>
              <a:gd name="T4" fmla="*/ 0 w 26"/>
              <a:gd name="T5" fmla="*/ 214969480 h 147"/>
              <a:gd name="T6" fmla="*/ 262278191 w 26"/>
              <a:gd name="T7" fmla="*/ 0 h 147"/>
              <a:gd name="T8" fmla="*/ 262278191 w 26"/>
              <a:gd name="T9" fmla="*/ 10748998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7" name="Freeform 1037">
            <a:extLst>
              <a:ext uri="{FF2B5EF4-FFF2-40B4-BE49-F238E27FC236}">
                <a16:creationId xmlns:a16="http://schemas.microsoft.com/office/drawing/2014/main" id="{499D2FC7-7022-A944-98B2-E74E9B2E5256}"/>
              </a:ext>
            </a:extLst>
          </p:cNvPr>
          <p:cNvSpPr>
            <a:spLocks/>
          </p:cNvSpPr>
          <p:nvPr/>
        </p:nvSpPr>
        <p:spPr bwMode="auto">
          <a:xfrm>
            <a:off x="5599024" y="1956771"/>
            <a:ext cx="106628" cy="46412"/>
          </a:xfrm>
          <a:custGeom>
            <a:avLst/>
            <a:gdLst>
              <a:gd name="T0" fmla="*/ 2136125890 w 1176"/>
              <a:gd name="T1" fmla="*/ 0 h 606"/>
              <a:gd name="T2" fmla="*/ 0 w 1176"/>
              <a:gd name="T3" fmla="*/ 870000945 h 606"/>
              <a:gd name="T4" fmla="*/ 213789467 w 1176"/>
              <a:gd name="T5" fmla="*/ 870000945 h 606"/>
              <a:gd name="T6" fmla="*/ 2136125890 w 1176"/>
              <a:gd name="T7" fmla="*/ 108617123 h 606"/>
              <a:gd name="T8" fmla="*/ 2136125890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8" name="Freeform 1038">
            <a:extLst>
              <a:ext uri="{FF2B5EF4-FFF2-40B4-BE49-F238E27FC236}">
                <a16:creationId xmlns:a16="http://schemas.microsoft.com/office/drawing/2014/main" id="{37918171-6E71-A846-A2B5-7C65DD7456B5}"/>
              </a:ext>
            </a:extLst>
          </p:cNvPr>
          <p:cNvSpPr>
            <a:spLocks/>
          </p:cNvSpPr>
          <p:nvPr/>
        </p:nvSpPr>
        <p:spPr bwMode="auto">
          <a:xfrm>
            <a:off x="5606182" y="2004836"/>
            <a:ext cx="217637" cy="53262"/>
          </a:xfrm>
          <a:custGeom>
            <a:avLst/>
            <a:gdLst>
              <a:gd name="T0" fmla="*/ 173112702 w 2532"/>
              <a:gd name="T1" fmla="*/ 0 h 723"/>
              <a:gd name="T2" fmla="*/ 173112702 w 2532"/>
              <a:gd name="T3" fmla="*/ 0 h 723"/>
              <a:gd name="T4" fmla="*/ 2069773885 w 2532"/>
              <a:gd name="T5" fmla="*/ 558173482 h 723"/>
              <a:gd name="T6" fmla="*/ 2069773885 w 2532"/>
              <a:gd name="T7" fmla="*/ 558173482 h 723"/>
              <a:gd name="T8" fmla="*/ 0 w 2532"/>
              <a:gd name="T9" fmla="*/ 92871346 h 723"/>
              <a:gd name="T10" fmla="*/ 173112702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9" name="Freeform 1039">
            <a:extLst>
              <a:ext uri="{FF2B5EF4-FFF2-40B4-BE49-F238E27FC236}">
                <a16:creationId xmlns:a16="http://schemas.microsoft.com/office/drawing/2014/main" id="{68ECFF60-AA48-2D4C-9A67-90DB18F81D47}"/>
              </a:ext>
            </a:extLst>
          </p:cNvPr>
          <p:cNvSpPr>
            <a:spLocks/>
          </p:cNvSpPr>
          <p:nvPr/>
        </p:nvSpPr>
        <p:spPr bwMode="auto">
          <a:xfrm flipV="1">
            <a:off x="5823526" y="2001058"/>
            <a:ext cx="88808" cy="55151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962694895 h 723"/>
              <a:gd name="T6" fmla="*/ 0 w 2532"/>
              <a:gd name="T7" fmla="*/ 962694895 h 723"/>
              <a:gd name="T8" fmla="*/ 0 w 2532"/>
              <a:gd name="T9" fmla="*/ 107314314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pic>
        <p:nvPicPr>
          <p:cNvPr id="110" name="Picture 568" descr="light2.png">
            <a:extLst>
              <a:ext uri="{FF2B5EF4-FFF2-40B4-BE49-F238E27FC236}">
                <a16:creationId xmlns:a16="http://schemas.microsoft.com/office/drawing/2014/main" id="{D96B693D-26FC-E443-A112-C4AFFE90D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23750" y="1794217"/>
            <a:ext cx="69579" cy="30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603" descr="car_icon_small">
            <a:extLst>
              <a:ext uri="{FF2B5EF4-FFF2-40B4-BE49-F238E27FC236}">
                <a16:creationId xmlns:a16="http://schemas.microsoft.com/office/drawing/2014/main" id="{147E2796-D425-6645-93B3-B97E69B14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654" y="1587719"/>
            <a:ext cx="636984" cy="12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Picture 1116" descr="laptop_keyboard">
            <a:extLst>
              <a:ext uri="{FF2B5EF4-FFF2-40B4-BE49-F238E27FC236}">
                <a16:creationId xmlns:a16="http://schemas.microsoft.com/office/drawing/2014/main" id="{7F05CE3B-E67B-1B40-9D5B-2914F0B9B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632782" y="2703907"/>
            <a:ext cx="215024" cy="89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Freeform 1117">
            <a:extLst>
              <a:ext uri="{FF2B5EF4-FFF2-40B4-BE49-F238E27FC236}">
                <a16:creationId xmlns:a16="http://schemas.microsoft.com/office/drawing/2014/main" id="{B52A07C5-D801-5B41-BD20-C20958925D05}"/>
              </a:ext>
            </a:extLst>
          </p:cNvPr>
          <p:cNvSpPr>
            <a:spLocks/>
          </p:cNvSpPr>
          <p:nvPr/>
        </p:nvSpPr>
        <p:spPr bwMode="auto">
          <a:xfrm>
            <a:off x="5704041" y="2616975"/>
            <a:ext cx="173073" cy="116912"/>
          </a:xfrm>
          <a:custGeom>
            <a:avLst/>
            <a:gdLst>
              <a:gd name="T0" fmla="*/ 143665061 w 2982"/>
              <a:gd name="T1" fmla="*/ 0 h 2442"/>
              <a:gd name="T2" fmla="*/ 0 w 2982"/>
              <a:gd name="T3" fmla="*/ 66329557 h 2442"/>
              <a:gd name="T4" fmla="*/ 573719931 w 2982"/>
              <a:gd name="T5" fmla="*/ 82975142 h 2442"/>
              <a:gd name="T6" fmla="*/ 717384993 w 2982"/>
              <a:gd name="T7" fmla="*/ 16645585 h 2442"/>
              <a:gd name="T8" fmla="*/ 14366506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94" name="Picture 1118" descr="screen">
            <a:extLst>
              <a:ext uri="{FF2B5EF4-FFF2-40B4-BE49-F238E27FC236}">
                <a16:creationId xmlns:a16="http://schemas.microsoft.com/office/drawing/2014/main" id="{2EA30B4E-5447-0340-8DAD-349A843F2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566" y="2619982"/>
            <a:ext cx="157269" cy="1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Freeform 1119">
            <a:extLst>
              <a:ext uri="{FF2B5EF4-FFF2-40B4-BE49-F238E27FC236}">
                <a16:creationId xmlns:a16="http://schemas.microsoft.com/office/drawing/2014/main" id="{1137F6C6-A7C9-9A4D-BCE3-048DB90EF759}"/>
              </a:ext>
            </a:extLst>
          </p:cNvPr>
          <p:cNvSpPr>
            <a:spLocks/>
          </p:cNvSpPr>
          <p:nvPr/>
        </p:nvSpPr>
        <p:spPr bwMode="auto">
          <a:xfrm>
            <a:off x="5735553" y="2613526"/>
            <a:ext cx="146638" cy="21755"/>
          </a:xfrm>
          <a:custGeom>
            <a:avLst/>
            <a:gdLst>
              <a:gd name="T0" fmla="*/ 35620212 w 2528"/>
              <a:gd name="T1" fmla="*/ 0 h 455"/>
              <a:gd name="T2" fmla="*/ 608343257 w 2528"/>
              <a:gd name="T3" fmla="*/ 16582250 h 455"/>
              <a:gd name="T4" fmla="*/ 572256449 w 2528"/>
              <a:gd name="T5" fmla="*/ 16582250 h 455"/>
              <a:gd name="T6" fmla="*/ 0 w 2528"/>
              <a:gd name="T7" fmla="*/ 16582250 h 455"/>
              <a:gd name="T8" fmla="*/ 35620212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6" name="Freeform 1120">
            <a:extLst>
              <a:ext uri="{FF2B5EF4-FFF2-40B4-BE49-F238E27FC236}">
                <a16:creationId xmlns:a16="http://schemas.microsoft.com/office/drawing/2014/main" id="{7A0060E2-767D-1545-8656-29ED1A471251}"/>
              </a:ext>
            </a:extLst>
          </p:cNvPr>
          <p:cNvSpPr>
            <a:spLocks/>
          </p:cNvSpPr>
          <p:nvPr/>
        </p:nvSpPr>
        <p:spPr bwMode="auto">
          <a:xfrm>
            <a:off x="5702509" y="2613349"/>
            <a:ext cx="40706" cy="90559"/>
          </a:xfrm>
          <a:custGeom>
            <a:avLst/>
            <a:gdLst>
              <a:gd name="T0" fmla="*/ 142804406 w 702"/>
              <a:gd name="T1" fmla="*/ 0 h 1893"/>
              <a:gd name="T2" fmla="*/ 0 w 702"/>
              <a:gd name="T3" fmla="*/ 66174575 h 1893"/>
              <a:gd name="T4" fmla="*/ 35584530 w 702"/>
              <a:gd name="T5" fmla="*/ 66174575 h 1893"/>
              <a:gd name="T6" fmla="*/ 178855222 w 702"/>
              <a:gd name="T7" fmla="*/ 16607700 h 1893"/>
              <a:gd name="T8" fmla="*/ 142804406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7" name="Freeform 1121">
            <a:extLst>
              <a:ext uri="{FF2B5EF4-FFF2-40B4-BE49-F238E27FC236}">
                <a16:creationId xmlns:a16="http://schemas.microsoft.com/office/drawing/2014/main" id="{15790F5A-ABAC-8D49-A4F9-E2F576550DB0}"/>
              </a:ext>
            </a:extLst>
          </p:cNvPr>
          <p:cNvSpPr>
            <a:spLocks/>
          </p:cNvSpPr>
          <p:nvPr/>
        </p:nvSpPr>
        <p:spPr bwMode="auto">
          <a:xfrm>
            <a:off x="5837270" y="2629533"/>
            <a:ext cx="43867" cy="104531"/>
          </a:xfrm>
          <a:custGeom>
            <a:avLst/>
            <a:gdLst>
              <a:gd name="T0" fmla="*/ 179213623 w 756"/>
              <a:gd name="T1" fmla="*/ 0 h 2184"/>
              <a:gd name="T2" fmla="*/ 35656008 w 756"/>
              <a:gd name="T3" fmla="*/ 82904513 h 2184"/>
              <a:gd name="T4" fmla="*/ 0 w 756"/>
              <a:gd name="T5" fmla="*/ 82904513 h 2184"/>
              <a:gd name="T6" fmla="*/ 143090785 w 756"/>
              <a:gd name="T7" fmla="*/ 16632211 h 2184"/>
              <a:gd name="T8" fmla="*/ 179213623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8" name="Freeform 1122">
            <a:extLst>
              <a:ext uri="{FF2B5EF4-FFF2-40B4-BE49-F238E27FC236}">
                <a16:creationId xmlns:a16="http://schemas.microsoft.com/office/drawing/2014/main" id="{8898B7ED-5BCF-8C4E-B1AA-B82AD50FD155}"/>
              </a:ext>
            </a:extLst>
          </p:cNvPr>
          <p:cNvSpPr>
            <a:spLocks/>
          </p:cNvSpPr>
          <p:nvPr/>
        </p:nvSpPr>
        <p:spPr bwMode="auto">
          <a:xfrm>
            <a:off x="5702030" y="2699309"/>
            <a:ext cx="160909" cy="35286"/>
          </a:xfrm>
          <a:custGeom>
            <a:avLst/>
            <a:gdLst>
              <a:gd name="T0" fmla="*/ 35658648 w 2773"/>
              <a:gd name="T1" fmla="*/ 0 h 738"/>
              <a:gd name="T2" fmla="*/ 0 w 2773"/>
              <a:gd name="T3" fmla="*/ 16581742 h 738"/>
              <a:gd name="T4" fmla="*/ 573357470 w 2773"/>
              <a:gd name="T5" fmla="*/ 33163485 h 738"/>
              <a:gd name="T6" fmla="*/ 573357470 w 2773"/>
              <a:gd name="T7" fmla="*/ 16581742 h 738"/>
              <a:gd name="T8" fmla="*/ 35658648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9" name="Freeform 1123">
            <a:extLst>
              <a:ext uri="{FF2B5EF4-FFF2-40B4-BE49-F238E27FC236}">
                <a16:creationId xmlns:a16="http://schemas.microsoft.com/office/drawing/2014/main" id="{5A7F91EF-AD6B-D64E-B73E-C762D73A7A33}"/>
              </a:ext>
            </a:extLst>
          </p:cNvPr>
          <p:cNvSpPr>
            <a:spLocks/>
          </p:cNvSpPr>
          <p:nvPr/>
        </p:nvSpPr>
        <p:spPr bwMode="auto">
          <a:xfrm>
            <a:off x="5842154" y="2630417"/>
            <a:ext cx="41090" cy="104974"/>
          </a:xfrm>
          <a:custGeom>
            <a:avLst/>
            <a:gdLst>
              <a:gd name="T0" fmla="*/ 656550006 w 637"/>
              <a:gd name="T1" fmla="*/ 0 h 1659"/>
              <a:gd name="T2" fmla="*/ 656550006 w 637"/>
              <a:gd name="T3" fmla="*/ 0 h 1659"/>
              <a:gd name="T4" fmla="*/ 54716163 w 637"/>
              <a:gd name="T5" fmla="*/ 2147483646 h 1659"/>
              <a:gd name="T6" fmla="*/ 0 w 637"/>
              <a:gd name="T7" fmla="*/ 2147483646 h 1659"/>
              <a:gd name="T8" fmla="*/ 656550006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0" name="Freeform 1124">
            <a:extLst>
              <a:ext uri="{FF2B5EF4-FFF2-40B4-BE49-F238E27FC236}">
                <a16:creationId xmlns:a16="http://schemas.microsoft.com/office/drawing/2014/main" id="{BBB1B153-2E6F-7246-9B11-B68D01DF60E3}"/>
              </a:ext>
            </a:extLst>
          </p:cNvPr>
          <p:cNvSpPr>
            <a:spLocks/>
          </p:cNvSpPr>
          <p:nvPr/>
        </p:nvSpPr>
        <p:spPr bwMode="auto">
          <a:xfrm>
            <a:off x="5702222" y="2703995"/>
            <a:ext cx="143094" cy="34844"/>
          </a:xfrm>
          <a:custGeom>
            <a:avLst/>
            <a:gdLst>
              <a:gd name="T0" fmla="*/ 0 w 2216"/>
              <a:gd name="T1" fmla="*/ 0 h 550"/>
              <a:gd name="T2" fmla="*/ 54884212 w 2216"/>
              <a:gd name="T3" fmla="*/ 101852492 h 550"/>
              <a:gd name="T4" fmla="*/ 2147483646 w 2216"/>
              <a:gd name="T5" fmla="*/ 1017940055 h 550"/>
              <a:gd name="T6" fmla="*/ 2147483646 w 2216"/>
              <a:gd name="T7" fmla="*/ 865464562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101" name="Group 1125">
            <a:extLst>
              <a:ext uri="{FF2B5EF4-FFF2-40B4-BE49-F238E27FC236}">
                <a16:creationId xmlns:a16="http://schemas.microsoft.com/office/drawing/2014/main" id="{57060979-075D-9D4D-B12E-DA0CCD4C6B8F}"/>
              </a:ext>
            </a:extLst>
          </p:cNvPr>
          <p:cNvGrpSpPr>
            <a:grpSpLocks/>
          </p:cNvGrpSpPr>
          <p:nvPr/>
        </p:nvGrpSpPr>
        <p:grpSpPr bwMode="auto">
          <a:xfrm>
            <a:off x="5699827" y="2741227"/>
            <a:ext cx="48560" cy="20694"/>
            <a:chOff x="1740" y="2642"/>
            <a:chExt cx="752" cy="327"/>
          </a:xfrm>
        </p:grpSpPr>
        <p:sp>
          <p:nvSpPr>
            <p:cNvPr id="140" name="Freeform 1126">
              <a:extLst>
                <a:ext uri="{FF2B5EF4-FFF2-40B4-BE49-F238E27FC236}">
                  <a16:creationId xmlns:a16="http://schemas.microsoft.com/office/drawing/2014/main" id="{8DFFF656-1361-C546-8336-177F79E4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1" name="Freeform 1127">
              <a:extLst>
                <a:ext uri="{FF2B5EF4-FFF2-40B4-BE49-F238E27FC236}">
                  <a16:creationId xmlns:a16="http://schemas.microsoft.com/office/drawing/2014/main" id="{60C6C6B3-72DE-664B-B4DE-3C04B0C5B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2" name="Freeform 1128">
              <a:extLst>
                <a:ext uri="{FF2B5EF4-FFF2-40B4-BE49-F238E27FC236}">
                  <a16:creationId xmlns:a16="http://schemas.microsoft.com/office/drawing/2014/main" id="{0D48292A-917D-D046-A974-043CEE5A4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3" name="Freeform 1129">
              <a:extLst>
                <a:ext uri="{FF2B5EF4-FFF2-40B4-BE49-F238E27FC236}">
                  <a16:creationId xmlns:a16="http://schemas.microsoft.com/office/drawing/2014/main" id="{DB6BAAEB-BADD-0A4F-8A9D-D72AFCA99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4" name="Freeform 1130">
              <a:extLst>
                <a:ext uri="{FF2B5EF4-FFF2-40B4-BE49-F238E27FC236}">
                  <a16:creationId xmlns:a16="http://schemas.microsoft.com/office/drawing/2014/main" id="{05D5969F-F3B9-414D-975E-A6700098F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5" name="Freeform 1131">
              <a:extLst>
                <a:ext uri="{FF2B5EF4-FFF2-40B4-BE49-F238E27FC236}">
                  <a16:creationId xmlns:a16="http://schemas.microsoft.com/office/drawing/2014/main" id="{41BB174D-6019-384D-A5AC-1B4D92D93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102" name="Freeform 1132">
            <a:extLst>
              <a:ext uri="{FF2B5EF4-FFF2-40B4-BE49-F238E27FC236}">
                <a16:creationId xmlns:a16="http://schemas.microsoft.com/office/drawing/2014/main" id="{F8739864-4836-E447-8FC8-5886923FF496}"/>
              </a:ext>
            </a:extLst>
          </p:cNvPr>
          <p:cNvSpPr>
            <a:spLocks/>
          </p:cNvSpPr>
          <p:nvPr/>
        </p:nvSpPr>
        <p:spPr bwMode="auto">
          <a:xfrm>
            <a:off x="5782963" y="2744322"/>
            <a:ext cx="58808" cy="45456"/>
          </a:xfrm>
          <a:custGeom>
            <a:avLst/>
            <a:gdLst>
              <a:gd name="T0" fmla="*/ 39250883 w 990"/>
              <a:gd name="T1" fmla="*/ 342828616 h 792"/>
              <a:gd name="T2" fmla="*/ 354255671 w 990"/>
              <a:gd name="T3" fmla="*/ 0 h 792"/>
              <a:gd name="T4" fmla="*/ 354255671 w 990"/>
              <a:gd name="T5" fmla="*/ 34504242 h 792"/>
              <a:gd name="T6" fmla="*/ 0 w 990"/>
              <a:gd name="T7" fmla="*/ 342828616 h 792"/>
              <a:gd name="T8" fmla="*/ 39250883 w 990"/>
              <a:gd name="T9" fmla="*/ 342828616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3" name="Freeform 1133">
            <a:extLst>
              <a:ext uri="{FF2B5EF4-FFF2-40B4-BE49-F238E27FC236}">
                <a16:creationId xmlns:a16="http://schemas.microsoft.com/office/drawing/2014/main" id="{C59CADF3-CD09-FB48-A672-C2C50B66CEB8}"/>
              </a:ext>
            </a:extLst>
          </p:cNvPr>
          <p:cNvSpPr>
            <a:spLocks/>
          </p:cNvSpPr>
          <p:nvPr/>
        </p:nvSpPr>
        <p:spPr bwMode="auto">
          <a:xfrm>
            <a:off x="5632878" y="2747948"/>
            <a:ext cx="150469" cy="41477"/>
          </a:xfrm>
          <a:custGeom>
            <a:avLst/>
            <a:gdLst>
              <a:gd name="T0" fmla="*/ 39302216 w 2532"/>
              <a:gd name="T1" fmla="*/ 0 h 723"/>
              <a:gd name="T2" fmla="*/ 39302216 w 2532"/>
              <a:gd name="T3" fmla="*/ 0 h 723"/>
              <a:gd name="T4" fmla="*/ 867084690 w 2532"/>
              <a:gd name="T5" fmla="*/ 307891170 h 723"/>
              <a:gd name="T6" fmla="*/ 867084690 w 2532"/>
              <a:gd name="T7" fmla="*/ 342351506 h 723"/>
              <a:gd name="T8" fmla="*/ 0 w 2532"/>
              <a:gd name="T9" fmla="*/ 34009889 h 723"/>
              <a:gd name="T10" fmla="*/ 3930221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4" name="Freeform 1134">
            <a:extLst>
              <a:ext uri="{FF2B5EF4-FFF2-40B4-BE49-F238E27FC236}">
                <a16:creationId xmlns:a16="http://schemas.microsoft.com/office/drawing/2014/main" id="{628AB6FD-35F6-0345-BD13-22EAAF9EC275}"/>
              </a:ext>
            </a:extLst>
          </p:cNvPr>
          <p:cNvSpPr>
            <a:spLocks/>
          </p:cNvSpPr>
          <p:nvPr/>
        </p:nvSpPr>
        <p:spPr bwMode="auto">
          <a:xfrm>
            <a:off x="5632974" y="2740342"/>
            <a:ext cx="1628" cy="8402"/>
          </a:xfrm>
          <a:custGeom>
            <a:avLst/>
            <a:gdLst>
              <a:gd name="T0" fmla="*/ 48903362 w 26"/>
              <a:gd name="T1" fmla="*/ 33634500 h 147"/>
              <a:gd name="T2" fmla="*/ 48903362 w 26"/>
              <a:gd name="T3" fmla="*/ 67263209 h 147"/>
              <a:gd name="T4" fmla="*/ 0 w 26"/>
              <a:gd name="T5" fmla="*/ 67263209 h 147"/>
              <a:gd name="T6" fmla="*/ 48903362 w 26"/>
              <a:gd name="T7" fmla="*/ 0 h 147"/>
              <a:gd name="T8" fmla="*/ 48903362 w 26"/>
              <a:gd name="T9" fmla="*/ 33634500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5" name="Freeform 1135">
            <a:extLst>
              <a:ext uri="{FF2B5EF4-FFF2-40B4-BE49-F238E27FC236}">
                <a16:creationId xmlns:a16="http://schemas.microsoft.com/office/drawing/2014/main" id="{76529D44-B4FD-DE4D-812E-E461A0FCCA6C}"/>
              </a:ext>
            </a:extLst>
          </p:cNvPr>
          <p:cNvSpPr>
            <a:spLocks/>
          </p:cNvSpPr>
          <p:nvPr/>
        </p:nvSpPr>
        <p:spPr bwMode="auto">
          <a:xfrm>
            <a:off x="5633069" y="2706118"/>
            <a:ext cx="69919" cy="34755"/>
          </a:xfrm>
          <a:custGeom>
            <a:avLst/>
            <a:gdLst>
              <a:gd name="T0" fmla="*/ 395043791 w 1176"/>
              <a:gd name="T1" fmla="*/ 0 h 606"/>
              <a:gd name="T2" fmla="*/ 0 w 1176"/>
              <a:gd name="T3" fmla="*/ 273654982 h 606"/>
              <a:gd name="T4" fmla="*/ 39357994 w 1176"/>
              <a:gd name="T5" fmla="*/ 273654982 h 606"/>
              <a:gd name="T6" fmla="*/ 395043791 w 1176"/>
              <a:gd name="T7" fmla="*/ 33985420 h 606"/>
              <a:gd name="T8" fmla="*/ 39504379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6" name="Freeform 1136">
            <a:extLst>
              <a:ext uri="{FF2B5EF4-FFF2-40B4-BE49-F238E27FC236}">
                <a16:creationId xmlns:a16="http://schemas.microsoft.com/office/drawing/2014/main" id="{44CD9A89-0E3B-2C40-8436-71B7526BA660}"/>
              </a:ext>
            </a:extLst>
          </p:cNvPr>
          <p:cNvSpPr>
            <a:spLocks/>
          </p:cNvSpPr>
          <p:nvPr/>
        </p:nvSpPr>
        <p:spPr bwMode="auto">
          <a:xfrm>
            <a:off x="5637762" y="2742112"/>
            <a:ext cx="142711" cy="39885"/>
          </a:xfrm>
          <a:custGeom>
            <a:avLst/>
            <a:gdLst>
              <a:gd name="T0" fmla="*/ 31829833 w 2532"/>
              <a:gd name="T1" fmla="*/ 0 h 723"/>
              <a:gd name="T2" fmla="*/ 31829833 w 2532"/>
              <a:gd name="T3" fmla="*/ 0 h 723"/>
              <a:gd name="T4" fmla="*/ 382827787 w 2532"/>
              <a:gd name="T5" fmla="*/ 175498781 h 723"/>
              <a:gd name="T6" fmla="*/ 382827787 w 2532"/>
              <a:gd name="T7" fmla="*/ 175498781 h 723"/>
              <a:gd name="T8" fmla="*/ 0 w 2532"/>
              <a:gd name="T9" fmla="*/ 29448186 h 723"/>
              <a:gd name="T10" fmla="*/ 31829833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7" name="Freeform 1137">
            <a:extLst>
              <a:ext uri="{FF2B5EF4-FFF2-40B4-BE49-F238E27FC236}">
                <a16:creationId xmlns:a16="http://schemas.microsoft.com/office/drawing/2014/main" id="{92BF681C-02FC-8F49-A2CD-8F3446ECE5D3}"/>
              </a:ext>
            </a:extLst>
          </p:cNvPr>
          <p:cNvSpPr>
            <a:spLocks/>
          </p:cNvSpPr>
          <p:nvPr/>
        </p:nvSpPr>
        <p:spPr bwMode="auto">
          <a:xfrm flipV="1">
            <a:off x="5780282" y="2739281"/>
            <a:ext cx="58234" cy="41300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302641137 h 723"/>
              <a:gd name="T6" fmla="*/ 0 w 2532"/>
              <a:gd name="T7" fmla="*/ 302641137 h 723"/>
              <a:gd name="T8" fmla="*/ 0 w 2532"/>
              <a:gd name="T9" fmla="*/ 33575256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pic>
        <p:nvPicPr>
          <p:cNvPr id="138" name="Picture 1140" descr="desktop_computer_stylized_medium">
            <a:extLst>
              <a:ext uri="{FF2B5EF4-FFF2-40B4-BE49-F238E27FC236}">
                <a16:creationId xmlns:a16="http://schemas.microsoft.com/office/drawing/2014/main" id="{BDC7F552-21C9-C942-90FF-0162099A3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93997" y="2675358"/>
            <a:ext cx="269446" cy="256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Freeform 1141">
            <a:extLst>
              <a:ext uri="{FF2B5EF4-FFF2-40B4-BE49-F238E27FC236}">
                <a16:creationId xmlns:a16="http://schemas.microsoft.com/office/drawing/2014/main" id="{654B43BA-608E-5D4D-B11B-71762CFBEEDE}"/>
              </a:ext>
            </a:extLst>
          </p:cNvPr>
          <p:cNvSpPr>
            <a:spLocks/>
          </p:cNvSpPr>
          <p:nvPr/>
        </p:nvSpPr>
        <p:spPr bwMode="auto">
          <a:xfrm flipH="1">
            <a:off x="6108913" y="2699957"/>
            <a:ext cx="127050" cy="117565"/>
          </a:xfrm>
          <a:custGeom>
            <a:avLst/>
            <a:gdLst>
              <a:gd name="T0" fmla="*/ 0 w 356"/>
              <a:gd name="T1" fmla="*/ 0 h 368"/>
              <a:gd name="T2" fmla="*/ 300 w 356"/>
              <a:gd name="T3" fmla="*/ 14 h 368"/>
              <a:gd name="T4" fmla="*/ 356 w 356"/>
              <a:gd name="T5" fmla="*/ 294 h 368"/>
              <a:gd name="T6" fmla="*/ 78 w 356"/>
              <a:gd name="T7" fmla="*/ 368 h 368"/>
              <a:gd name="T8" fmla="*/ 0 w 356"/>
              <a:gd name="T9" fmla="*/ 0 h 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6"/>
              <a:gd name="T16" fmla="*/ 0 h 368"/>
              <a:gd name="T17" fmla="*/ 356 w 356"/>
              <a:gd name="T18" fmla="*/ 368 h 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6" h="368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 sz="1050"/>
          </a:p>
        </p:txBody>
      </p:sp>
      <p:pic>
        <p:nvPicPr>
          <p:cNvPr id="113" name="Picture 571" descr="fridge2.png">
            <a:extLst>
              <a:ext uri="{FF2B5EF4-FFF2-40B4-BE49-F238E27FC236}">
                <a16:creationId xmlns:a16="http://schemas.microsoft.com/office/drawing/2014/main" id="{29DD0F98-F93B-0145-A925-F4125ED490D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399" y="2538763"/>
            <a:ext cx="142184" cy="25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7716686" y="3955464"/>
            <a:ext cx="132894" cy="248125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85641" y="3675121"/>
            <a:ext cx="259223" cy="240227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pic>
        <p:nvPicPr>
          <p:cNvPr id="147" name="Picture 1066" descr="laptop_keyboard">
            <a:extLst>
              <a:ext uri="{FF2B5EF4-FFF2-40B4-BE49-F238E27FC236}">
                <a16:creationId xmlns:a16="http://schemas.microsoft.com/office/drawing/2014/main" id="{71E89937-428E-3447-B221-C34E0D71A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6912440" y="4530206"/>
            <a:ext cx="190126" cy="90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" name="Freeform 1067">
            <a:extLst>
              <a:ext uri="{FF2B5EF4-FFF2-40B4-BE49-F238E27FC236}">
                <a16:creationId xmlns:a16="http://schemas.microsoft.com/office/drawing/2014/main" id="{43C21467-3265-FC4F-AF31-44A0281634BA}"/>
              </a:ext>
            </a:extLst>
          </p:cNvPr>
          <p:cNvSpPr>
            <a:spLocks/>
          </p:cNvSpPr>
          <p:nvPr/>
        </p:nvSpPr>
        <p:spPr bwMode="auto">
          <a:xfrm>
            <a:off x="6975448" y="4442621"/>
            <a:ext cx="153032" cy="117789"/>
          </a:xfrm>
          <a:custGeom>
            <a:avLst/>
            <a:gdLst>
              <a:gd name="T0" fmla="*/ 1 w 2982"/>
              <a:gd name="T1" fmla="*/ 0 h 2442"/>
              <a:gd name="T2" fmla="*/ 0 w 2982"/>
              <a:gd name="T3" fmla="*/ 1 h 2442"/>
              <a:gd name="T4" fmla="*/ 2 w 2982"/>
              <a:gd name="T5" fmla="*/ 1 h 2442"/>
              <a:gd name="T6" fmla="*/ 2 w 2982"/>
              <a:gd name="T7" fmla="*/ 1 h 2442"/>
              <a:gd name="T8" fmla="*/ 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149" name="Picture 1068" descr="screen">
            <a:extLst>
              <a:ext uri="{FF2B5EF4-FFF2-40B4-BE49-F238E27FC236}">
                <a16:creationId xmlns:a16="http://schemas.microsoft.com/office/drawing/2014/main" id="{9868250A-D477-2944-B0F8-A7DE63DA4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985" y="4445651"/>
            <a:ext cx="139059" cy="10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" name="Freeform 1069">
            <a:extLst>
              <a:ext uri="{FF2B5EF4-FFF2-40B4-BE49-F238E27FC236}">
                <a16:creationId xmlns:a16="http://schemas.microsoft.com/office/drawing/2014/main" id="{A4015B9E-FE1F-594E-AFA2-A5277482EA63}"/>
              </a:ext>
            </a:extLst>
          </p:cNvPr>
          <p:cNvSpPr>
            <a:spLocks/>
          </p:cNvSpPr>
          <p:nvPr/>
        </p:nvSpPr>
        <p:spPr bwMode="auto">
          <a:xfrm>
            <a:off x="7003310" y="4439146"/>
            <a:ext cx="129659" cy="21919"/>
          </a:xfrm>
          <a:custGeom>
            <a:avLst/>
            <a:gdLst>
              <a:gd name="T0" fmla="*/ 1 w 2528"/>
              <a:gd name="T1" fmla="*/ 0 h 455"/>
              <a:gd name="T2" fmla="*/ 2 w 2528"/>
              <a:gd name="T3" fmla="*/ 1 h 455"/>
              <a:gd name="T4" fmla="*/ 2 w 2528"/>
              <a:gd name="T5" fmla="*/ 1 h 455"/>
              <a:gd name="T6" fmla="*/ 0 w 2528"/>
              <a:gd name="T7" fmla="*/ 1 h 455"/>
              <a:gd name="T8" fmla="*/ 1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1" name="Freeform 1070">
            <a:extLst>
              <a:ext uri="{FF2B5EF4-FFF2-40B4-BE49-F238E27FC236}">
                <a16:creationId xmlns:a16="http://schemas.microsoft.com/office/drawing/2014/main" id="{1D5AA9CA-3334-2341-A3C4-E98372488698}"/>
              </a:ext>
            </a:extLst>
          </p:cNvPr>
          <p:cNvSpPr>
            <a:spLocks/>
          </p:cNvSpPr>
          <p:nvPr/>
        </p:nvSpPr>
        <p:spPr bwMode="auto">
          <a:xfrm>
            <a:off x="6974093" y="4438968"/>
            <a:ext cx="35993" cy="91238"/>
          </a:xfrm>
          <a:custGeom>
            <a:avLst/>
            <a:gdLst>
              <a:gd name="T0" fmla="*/ 1 w 702"/>
              <a:gd name="T1" fmla="*/ 0 h 1893"/>
              <a:gd name="T2" fmla="*/ 0 w 702"/>
              <a:gd name="T3" fmla="*/ 1 h 1893"/>
              <a:gd name="T4" fmla="*/ 1 w 702"/>
              <a:gd name="T5" fmla="*/ 1 h 1893"/>
              <a:gd name="T6" fmla="*/ 1 w 702"/>
              <a:gd name="T7" fmla="*/ 1 h 1893"/>
              <a:gd name="T8" fmla="*/ 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2" name="Freeform 1071">
            <a:extLst>
              <a:ext uri="{FF2B5EF4-FFF2-40B4-BE49-F238E27FC236}">
                <a16:creationId xmlns:a16="http://schemas.microsoft.com/office/drawing/2014/main" id="{408815EA-3342-2D4A-AB4D-6A6AD669E0AF}"/>
              </a:ext>
            </a:extLst>
          </p:cNvPr>
          <p:cNvSpPr>
            <a:spLocks/>
          </p:cNvSpPr>
          <p:nvPr/>
        </p:nvSpPr>
        <p:spPr bwMode="auto">
          <a:xfrm>
            <a:off x="7093250" y="4455273"/>
            <a:ext cx="38787" cy="105315"/>
          </a:xfrm>
          <a:custGeom>
            <a:avLst/>
            <a:gdLst>
              <a:gd name="T0" fmla="*/ 1 w 756"/>
              <a:gd name="T1" fmla="*/ 0 h 2184"/>
              <a:gd name="T2" fmla="*/ 1 w 756"/>
              <a:gd name="T3" fmla="*/ 1 h 2184"/>
              <a:gd name="T4" fmla="*/ 0 w 756"/>
              <a:gd name="T5" fmla="*/ 1 h 2184"/>
              <a:gd name="T6" fmla="*/ 1 w 756"/>
              <a:gd name="T7" fmla="*/ 1 h 2184"/>
              <a:gd name="T8" fmla="*/ 1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3" name="Freeform 1072">
            <a:extLst>
              <a:ext uri="{FF2B5EF4-FFF2-40B4-BE49-F238E27FC236}">
                <a16:creationId xmlns:a16="http://schemas.microsoft.com/office/drawing/2014/main" id="{180DED07-429A-A242-A9E3-1BBEEAF42B00}"/>
              </a:ext>
            </a:extLst>
          </p:cNvPr>
          <p:cNvSpPr>
            <a:spLocks/>
          </p:cNvSpPr>
          <p:nvPr/>
        </p:nvSpPr>
        <p:spPr bwMode="auto">
          <a:xfrm>
            <a:off x="6973669" y="4525572"/>
            <a:ext cx="142277" cy="35551"/>
          </a:xfrm>
          <a:custGeom>
            <a:avLst/>
            <a:gdLst>
              <a:gd name="T0" fmla="*/ 1 w 2773"/>
              <a:gd name="T1" fmla="*/ 0 h 738"/>
              <a:gd name="T2" fmla="*/ 0 w 2773"/>
              <a:gd name="T3" fmla="*/ 1 h 738"/>
              <a:gd name="T4" fmla="*/ 2 w 2773"/>
              <a:gd name="T5" fmla="*/ 1 h 738"/>
              <a:gd name="T6" fmla="*/ 2 w 2773"/>
              <a:gd name="T7" fmla="*/ 1 h 738"/>
              <a:gd name="T8" fmla="*/ 1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4" name="Freeform 1073">
            <a:extLst>
              <a:ext uri="{FF2B5EF4-FFF2-40B4-BE49-F238E27FC236}">
                <a16:creationId xmlns:a16="http://schemas.microsoft.com/office/drawing/2014/main" id="{A86B5E1C-D4A7-804E-9345-DD2099CCFCD1}"/>
              </a:ext>
            </a:extLst>
          </p:cNvPr>
          <p:cNvSpPr>
            <a:spLocks/>
          </p:cNvSpPr>
          <p:nvPr/>
        </p:nvSpPr>
        <p:spPr bwMode="auto">
          <a:xfrm>
            <a:off x="7097569" y="4456164"/>
            <a:ext cx="36332" cy="105761"/>
          </a:xfrm>
          <a:custGeom>
            <a:avLst/>
            <a:gdLst>
              <a:gd name="T0" fmla="*/ 2 w 637"/>
              <a:gd name="T1" fmla="*/ 0 h 1659"/>
              <a:gd name="T2" fmla="*/ 2 w 637"/>
              <a:gd name="T3" fmla="*/ 0 h 1659"/>
              <a:gd name="T4" fmla="*/ 1 w 637"/>
              <a:gd name="T5" fmla="*/ 15 h 1659"/>
              <a:gd name="T6" fmla="*/ 0 w 637"/>
              <a:gd name="T7" fmla="*/ 15 h 1659"/>
              <a:gd name="T8" fmla="*/ 2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5" name="Freeform 1074">
            <a:extLst>
              <a:ext uri="{FF2B5EF4-FFF2-40B4-BE49-F238E27FC236}">
                <a16:creationId xmlns:a16="http://schemas.microsoft.com/office/drawing/2014/main" id="{278E44FF-9118-764F-B154-D54B6D088972}"/>
              </a:ext>
            </a:extLst>
          </p:cNvPr>
          <p:cNvSpPr>
            <a:spLocks/>
          </p:cNvSpPr>
          <p:nvPr/>
        </p:nvSpPr>
        <p:spPr bwMode="auto">
          <a:xfrm>
            <a:off x="6973839" y="4530295"/>
            <a:ext cx="126525" cy="35105"/>
          </a:xfrm>
          <a:custGeom>
            <a:avLst/>
            <a:gdLst>
              <a:gd name="T0" fmla="*/ 0 w 2216"/>
              <a:gd name="T1" fmla="*/ 0 h 550"/>
              <a:gd name="T2" fmla="*/ 1 w 2216"/>
              <a:gd name="T3" fmla="*/ 1 h 550"/>
              <a:gd name="T4" fmla="*/ 9 w 2216"/>
              <a:gd name="T5" fmla="*/ 5 h 550"/>
              <a:gd name="T6" fmla="*/ 9 w 2216"/>
              <a:gd name="T7" fmla="*/ 4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156" name="Group 1075">
            <a:extLst>
              <a:ext uri="{FF2B5EF4-FFF2-40B4-BE49-F238E27FC236}">
                <a16:creationId xmlns:a16="http://schemas.microsoft.com/office/drawing/2014/main" id="{B07A4D51-63EA-ED46-9283-3C066C8F8059}"/>
              </a:ext>
            </a:extLst>
          </p:cNvPr>
          <p:cNvGrpSpPr>
            <a:grpSpLocks/>
          </p:cNvGrpSpPr>
          <p:nvPr/>
        </p:nvGrpSpPr>
        <p:grpSpPr bwMode="auto">
          <a:xfrm>
            <a:off x="6971722" y="4567806"/>
            <a:ext cx="42937" cy="20849"/>
            <a:chOff x="1740" y="2642"/>
            <a:chExt cx="752" cy="327"/>
          </a:xfrm>
        </p:grpSpPr>
        <p:sp>
          <p:nvSpPr>
            <p:cNvPr id="163" name="Freeform 1076">
              <a:extLst>
                <a:ext uri="{FF2B5EF4-FFF2-40B4-BE49-F238E27FC236}">
                  <a16:creationId xmlns:a16="http://schemas.microsoft.com/office/drawing/2014/main" id="{362CE3DF-6498-9044-80D1-5B57C954B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4" name="Freeform 1077">
              <a:extLst>
                <a:ext uri="{FF2B5EF4-FFF2-40B4-BE49-F238E27FC236}">
                  <a16:creationId xmlns:a16="http://schemas.microsoft.com/office/drawing/2014/main" id="{232B6CC8-39FA-8E41-89F9-D454D1953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5" name="Freeform 1078">
              <a:extLst>
                <a:ext uri="{FF2B5EF4-FFF2-40B4-BE49-F238E27FC236}">
                  <a16:creationId xmlns:a16="http://schemas.microsoft.com/office/drawing/2014/main" id="{14BE6CD7-1B00-AE45-A0A2-B46139077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6" name="Freeform 1079">
              <a:extLst>
                <a:ext uri="{FF2B5EF4-FFF2-40B4-BE49-F238E27FC236}">
                  <a16:creationId xmlns:a16="http://schemas.microsoft.com/office/drawing/2014/main" id="{17D2993A-DA09-154C-81CE-F00D6DF0D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7" name="Freeform 1080">
              <a:extLst>
                <a:ext uri="{FF2B5EF4-FFF2-40B4-BE49-F238E27FC236}">
                  <a16:creationId xmlns:a16="http://schemas.microsoft.com/office/drawing/2014/main" id="{AD580132-3A72-CF47-B834-B58CA201F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8" name="Freeform 1081">
              <a:extLst>
                <a:ext uri="{FF2B5EF4-FFF2-40B4-BE49-F238E27FC236}">
                  <a16:creationId xmlns:a16="http://schemas.microsoft.com/office/drawing/2014/main" id="{E900C928-6E45-6449-A6C9-3DBE801B0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157" name="Freeform 1082">
            <a:extLst>
              <a:ext uri="{FF2B5EF4-FFF2-40B4-BE49-F238E27FC236}">
                <a16:creationId xmlns:a16="http://schemas.microsoft.com/office/drawing/2014/main" id="{1ECD1A08-63F7-2B4E-84E4-3FA628039E8F}"/>
              </a:ext>
            </a:extLst>
          </p:cNvPr>
          <p:cNvSpPr>
            <a:spLocks/>
          </p:cNvSpPr>
          <p:nvPr/>
        </p:nvSpPr>
        <p:spPr bwMode="auto">
          <a:xfrm>
            <a:off x="7045232" y="4570924"/>
            <a:ext cx="51999" cy="45797"/>
          </a:xfrm>
          <a:custGeom>
            <a:avLst/>
            <a:gdLst>
              <a:gd name="T0" fmla="*/ 1 w 990"/>
              <a:gd name="T1" fmla="*/ 2 h 792"/>
              <a:gd name="T2" fmla="*/ 1 w 990"/>
              <a:gd name="T3" fmla="*/ 0 h 792"/>
              <a:gd name="T4" fmla="*/ 1 w 990"/>
              <a:gd name="T5" fmla="*/ 1 h 792"/>
              <a:gd name="T6" fmla="*/ 0 w 990"/>
              <a:gd name="T7" fmla="*/ 2 h 792"/>
              <a:gd name="T8" fmla="*/ 1 w 990"/>
              <a:gd name="T9" fmla="*/ 2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8" name="Freeform 1083">
            <a:extLst>
              <a:ext uri="{FF2B5EF4-FFF2-40B4-BE49-F238E27FC236}">
                <a16:creationId xmlns:a16="http://schemas.microsoft.com/office/drawing/2014/main" id="{E0CE0778-AA7C-994B-8AC5-676F1A82543C}"/>
              </a:ext>
            </a:extLst>
          </p:cNvPr>
          <p:cNvSpPr>
            <a:spLocks/>
          </p:cNvSpPr>
          <p:nvPr/>
        </p:nvSpPr>
        <p:spPr bwMode="auto">
          <a:xfrm>
            <a:off x="6912524" y="4574577"/>
            <a:ext cx="133046" cy="4178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4 w 2532"/>
              <a:gd name="T5" fmla="*/ 2 h 723"/>
              <a:gd name="T6" fmla="*/ 4 w 2532"/>
              <a:gd name="T7" fmla="*/ 2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9" name="Freeform 1084">
            <a:extLst>
              <a:ext uri="{FF2B5EF4-FFF2-40B4-BE49-F238E27FC236}">
                <a16:creationId xmlns:a16="http://schemas.microsoft.com/office/drawing/2014/main" id="{D2A296F6-56E0-0141-8E63-F209F1106F23}"/>
              </a:ext>
            </a:extLst>
          </p:cNvPr>
          <p:cNvSpPr>
            <a:spLocks/>
          </p:cNvSpPr>
          <p:nvPr/>
        </p:nvSpPr>
        <p:spPr bwMode="auto">
          <a:xfrm>
            <a:off x="6912609" y="4566914"/>
            <a:ext cx="1440" cy="8465"/>
          </a:xfrm>
          <a:custGeom>
            <a:avLst/>
            <a:gdLst>
              <a:gd name="T0" fmla="*/ 1 w 26"/>
              <a:gd name="T1" fmla="*/ 1 h 147"/>
              <a:gd name="T2" fmla="*/ 1 w 26"/>
              <a:gd name="T3" fmla="*/ 1 h 147"/>
              <a:gd name="T4" fmla="*/ 0 w 26"/>
              <a:gd name="T5" fmla="*/ 1 h 147"/>
              <a:gd name="T6" fmla="*/ 1 w 26"/>
              <a:gd name="T7" fmla="*/ 0 h 147"/>
              <a:gd name="T8" fmla="*/ 1 w 26"/>
              <a:gd name="T9" fmla="*/ 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60" name="Freeform 1085">
            <a:extLst>
              <a:ext uri="{FF2B5EF4-FFF2-40B4-BE49-F238E27FC236}">
                <a16:creationId xmlns:a16="http://schemas.microsoft.com/office/drawing/2014/main" id="{06824F88-EE84-D347-A023-F053DA4B2B28}"/>
              </a:ext>
            </a:extLst>
          </p:cNvPr>
          <p:cNvSpPr>
            <a:spLocks/>
          </p:cNvSpPr>
          <p:nvPr/>
        </p:nvSpPr>
        <p:spPr bwMode="auto">
          <a:xfrm>
            <a:off x="6912694" y="4532433"/>
            <a:ext cx="61823" cy="35016"/>
          </a:xfrm>
          <a:custGeom>
            <a:avLst/>
            <a:gdLst>
              <a:gd name="T0" fmla="*/ 1 w 1176"/>
              <a:gd name="T1" fmla="*/ 0 h 606"/>
              <a:gd name="T2" fmla="*/ 0 w 1176"/>
              <a:gd name="T3" fmla="*/ 1 h 606"/>
              <a:gd name="T4" fmla="*/ 1 w 1176"/>
              <a:gd name="T5" fmla="*/ 1 h 606"/>
              <a:gd name="T6" fmla="*/ 1 w 1176"/>
              <a:gd name="T7" fmla="*/ 1 h 606"/>
              <a:gd name="T8" fmla="*/ 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61" name="Freeform 1086">
            <a:extLst>
              <a:ext uri="{FF2B5EF4-FFF2-40B4-BE49-F238E27FC236}">
                <a16:creationId xmlns:a16="http://schemas.microsoft.com/office/drawing/2014/main" id="{36F4BB90-D696-0945-AC5D-7CBFD97A9624}"/>
              </a:ext>
            </a:extLst>
          </p:cNvPr>
          <p:cNvSpPr>
            <a:spLocks/>
          </p:cNvSpPr>
          <p:nvPr/>
        </p:nvSpPr>
        <p:spPr bwMode="auto">
          <a:xfrm>
            <a:off x="6916844" y="4568696"/>
            <a:ext cx="126186" cy="40184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1 w 2532"/>
              <a:gd name="T5" fmla="*/ 1 h 723"/>
              <a:gd name="T6" fmla="*/ 1 w 2532"/>
              <a:gd name="T7" fmla="*/ 1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62" name="Freeform 1087">
            <a:extLst>
              <a:ext uri="{FF2B5EF4-FFF2-40B4-BE49-F238E27FC236}">
                <a16:creationId xmlns:a16="http://schemas.microsoft.com/office/drawing/2014/main" id="{9FC45AEE-F94E-2C41-BB56-2055DE618B24}"/>
              </a:ext>
            </a:extLst>
          </p:cNvPr>
          <p:cNvSpPr>
            <a:spLocks/>
          </p:cNvSpPr>
          <p:nvPr/>
        </p:nvSpPr>
        <p:spPr bwMode="auto">
          <a:xfrm flipV="1">
            <a:off x="7042860" y="4565845"/>
            <a:ext cx="51491" cy="41609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2 h 723"/>
              <a:gd name="T6" fmla="*/ 0 w 2532"/>
              <a:gd name="T7" fmla="*/ 2 h 723"/>
              <a:gd name="T8" fmla="*/ 0 w 2532"/>
              <a:gd name="T9" fmla="*/ 1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15432" y="4128493"/>
            <a:ext cx="259223" cy="240227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14100" y="4144597"/>
            <a:ext cx="259223" cy="240227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pic>
        <p:nvPicPr>
          <p:cNvPr id="498" name="Picture 1066" descr="laptop_keyboard">
            <a:extLst>
              <a:ext uri="{FF2B5EF4-FFF2-40B4-BE49-F238E27FC236}">
                <a16:creationId xmlns:a16="http://schemas.microsoft.com/office/drawing/2014/main" id="{2D71707C-83CA-1C4B-8508-67E56E2AD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7162565" y="4462091"/>
            <a:ext cx="195690" cy="74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9" name="Freeform 1067">
            <a:extLst>
              <a:ext uri="{FF2B5EF4-FFF2-40B4-BE49-F238E27FC236}">
                <a16:creationId xmlns:a16="http://schemas.microsoft.com/office/drawing/2014/main" id="{73F0FEB4-8393-CC4E-8318-ED16B301B6DC}"/>
              </a:ext>
            </a:extLst>
          </p:cNvPr>
          <p:cNvSpPr>
            <a:spLocks/>
          </p:cNvSpPr>
          <p:nvPr/>
        </p:nvSpPr>
        <p:spPr bwMode="auto">
          <a:xfrm>
            <a:off x="7227418" y="4389993"/>
            <a:ext cx="157511" cy="96961"/>
          </a:xfrm>
          <a:custGeom>
            <a:avLst/>
            <a:gdLst>
              <a:gd name="T0" fmla="*/ 1 w 2982"/>
              <a:gd name="T1" fmla="*/ 0 h 2442"/>
              <a:gd name="T2" fmla="*/ 0 w 2982"/>
              <a:gd name="T3" fmla="*/ 1 h 2442"/>
              <a:gd name="T4" fmla="*/ 2 w 2982"/>
              <a:gd name="T5" fmla="*/ 1 h 2442"/>
              <a:gd name="T6" fmla="*/ 2 w 2982"/>
              <a:gd name="T7" fmla="*/ 1 h 2442"/>
              <a:gd name="T8" fmla="*/ 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500" name="Picture 1068" descr="screen">
            <a:extLst>
              <a:ext uri="{FF2B5EF4-FFF2-40B4-BE49-F238E27FC236}">
                <a16:creationId xmlns:a16="http://schemas.microsoft.com/office/drawing/2014/main" id="{7FE7C88C-9EAD-8349-A46B-E909AEA65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176" y="4392487"/>
            <a:ext cx="143129" cy="88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" name="Freeform 1069">
            <a:extLst>
              <a:ext uri="{FF2B5EF4-FFF2-40B4-BE49-F238E27FC236}">
                <a16:creationId xmlns:a16="http://schemas.microsoft.com/office/drawing/2014/main" id="{0DBCF6AD-8352-3C40-B68E-0383519D20A4}"/>
              </a:ext>
            </a:extLst>
          </p:cNvPr>
          <p:cNvSpPr>
            <a:spLocks/>
          </p:cNvSpPr>
          <p:nvPr/>
        </p:nvSpPr>
        <p:spPr bwMode="auto">
          <a:xfrm>
            <a:off x="7256096" y="4387133"/>
            <a:ext cx="133453" cy="18043"/>
          </a:xfrm>
          <a:custGeom>
            <a:avLst/>
            <a:gdLst>
              <a:gd name="T0" fmla="*/ 1 w 2528"/>
              <a:gd name="T1" fmla="*/ 0 h 455"/>
              <a:gd name="T2" fmla="*/ 2 w 2528"/>
              <a:gd name="T3" fmla="*/ 1 h 455"/>
              <a:gd name="T4" fmla="*/ 2 w 2528"/>
              <a:gd name="T5" fmla="*/ 1 h 455"/>
              <a:gd name="T6" fmla="*/ 0 w 2528"/>
              <a:gd name="T7" fmla="*/ 1 h 455"/>
              <a:gd name="T8" fmla="*/ 1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2" name="Freeform 1070">
            <a:extLst>
              <a:ext uri="{FF2B5EF4-FFF2-40B4-BE49-F238E27FC236}">
                <a16:creationId xmlns:a16="http://schemas.microsoft.com/office/drawing/2014/main" id="{3C23673E-599F-5241-B844-C8F96A051D11}"/>
              </a:ext>
            </a:extLst>
          </p:cNvPr>
          <p:cNvSpPr>
            <a:spLocks/>
          </p:cNvSpPr>
          <p:nvPr/>
        </p:nvSpPr>
        <p:spPr bwMode="auto">
          <a:xfrm>
            <a:off x="7226024" y="4386987"/>
            <a:ext cx="37046" cy="75104"/>
          </a:xfrm>
          <a:custGeom>
            <a:avLst/>
            <a:gdLst>
              <a:gd name="T0" fmla="*/ 1 w 702"/>
              <a:gd name="T1" fmla="*/ 0 h 1893"/>
              <a:gd name="T2" fmla="*/ 0 w 702"/>
              <a:gd name="T3" fmla="*/ 1 h 1893"/>
              <a:gd name="T4" fmla="*/ 1 w 702"/>
              <a:gd name="T5" fmla="*/ 1 h 1893"/>
              <a:gd name="T6" fmla="*/ 1 w 702"/>
              <a:gd name="T7" fmla="*/ 1 h 1893"/>
              <a:gd name="T8" fmla="*/ 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3" name="Freeform 1071">
            <a:extLst>
              <a:ext uri="{FF2B5EF4-FFF2-40B4-BE49-F238E27FC236}">
                <a16:creationId xmlns:a16="http://schemas.microsoft.com/office/drawing/2014/main" id="{4D502A0C-8868-2C4E-B6B7-F46718640A2A}"/>
              </a:ext>
            </a:extLst>
          </p:cNvPr>
          <p:cNvSpPr>
            <a:spLocks/>
          </p:cNvSpPr>
          <p:nvPr/>
        </p:nvSpPr>
        <p:spPr bwMode="auto">
          <a:xfrm>
            <a:off x="7348667" y="4400408"/>
            <a:ext cx="39923" cy="86693"/>
          </a:xfrm>
          <a:custGeom>
            <a:avLst/>
            <a:gdLst>
              <a:gd name="T0" fmla="*/ 1 w 756"/>
              <a:gd name="T1" fmla="*/ 0 h 2184"/>
              <a:gd name="T2" fmla="*/ 1 w 756"/>
              <a:gd name="T3" fmla="*/ 1 h 2184"/>
              <a:gd name="T4" fmla="*/ 0 w 756"/>
              <a:gd name="T5" fmla="*/ 1 h 2184"/>
              <a:gd name="T6" fmla="*/ 1 w 756"/>
              <a:gd name="T7" fmla="*/ 1 h 2184"/>
              <a:gd name="T8" fmla="*/ 1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4" name="Freeform 1072">
            <a:extLst>
              <a:ext uri="{FF2B5EF4-FFF2-40B4-BE49-F238E27FC236}">
                <a16:creationId xmlns:a16="http://schemas.microsoft.com/office/drawing/2014/main" id="{154DEECF-C451-B140-A650-9DB9DCC41786}"/>
              </a:ext>
            </a:extLst>
          </p:cNvPr>
          <p:cNvSpPr>
            <a:spLocks/>
          </p:cNvSpPr>
          <p:nvPr/>
        </p:nvSpPr>
        <p:spPr bwMode="auto">
          <a:xfrm>
            <a:off x="7225587" y="4458277"/>
            <a:ext cx="146441" cy="29264"/>
          </a:xfrm>
          <a:custGeom>
            <a:avLst/>
            <a:gdLst>
              <a:gd name="T0" fmla="*/ 1 w 2773"/>
              <a:gd name="T1" fmla="*/ 0 h 738"/>
              <a:gd name="T2" fmla="*/ 0 w 2773"/>
              <a:gd name="T3" fmla="*/ 1 h 738"/>
              <a:gd name="T4" fmla="*/ 2 w 2773"/>
              <a:gd name="T5" fmla="*/ 1 h 738"/>
              <a:gd name="T6" fmla="*/ 2 w 2773"/>
              <a:gd name="T7" fmla="*/ 1 h 738"/>
              <a:gd name="T8" fmla="*/ 1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5" name="Freeform 1073">
            <a:extLst>
              <a:ext uri="{FF2B5EF4-FFF2-40B4-BE49-F238E27FC236}">
                <a16:creationId xmlns:a16="http://schemas.microsoft.com/office/drawing/2014/main" id="{61C09639-BDA6-1848-86B4-033F9F9979D9}"/>
              </a:ext>
            </a:extLst>
          </p:cNvPr>
          <p:cNvSpPr>
            <a:spLocks/>
          </p:cNvSpPr>
          <p:nvPr/>
        </p:nvSpPr>
        <p:spPr bwMode="auto">
          <a:xfrm>
            <a:off x="7353113" y="4401142"/>
            <a:ext cx="37395" cy="87059"/>
          </a:xfrm>
          <a:custGeom>
            <a:avLst/>
            <a:gdLst>
              <a:gd name="T0" fmla="*/ 2 w 637"/>
              <a:gd name="T1" fmla="*/ 0 h 1659"/>
              <a:gd name="T2" fmla="*/ 2 w 637"/>
              <a:gd name="T3" fmla="*/ 0 h 1659"/>
              <a:gd name="T4" fmla="*/ 1 w 637"/>
              <a:gd name="T5" fmla="*/ 15 h 1659"/>
              <a:gd name="T6" fmla="*/ 0 w 637"/>
              <a:gd name="T7" fmla="*/ 15 h 1659"/>
              <a:gd name="T8" fmla="*/ 2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6" name="Freeform 1074">
            <a:extLst>
              <a:ext uri="{FF2B5EF4-FFF2-40B4-BE49-F238E27FC236}">
                <a16:creationId xmlns:a16="http://schemas.microsoft.com/office/drawing/2014/main" id="{BBF9A35C-4B4A-604C-BCA3-20BC6C3D2D8B}"/>
              </a:ext>
            </a:extLst>
          </p:cNvPr>
          <p:cNvSpPr>
            <a:spLocks/>
          </p:cNvSpPr>
          <p:nvPr/>
        </p:nvSpPr>
        <p:spPr bwMode="auto">
          <a:xfrm>
            <a:off x="7225762" y="4462164"/>
            <a:ext cx="130228" cy="28898"/>
          </a:xfrm>
          <a:custGeom>
            <a:avLst/>
            <a:gdLst>
              <a:gd name="T0" fmla="*/ 0 w 2216"/>
              <a:gd name="T1" fmla="*/ 0 h 550"/>
              <a:gd name="T2" fmla="*/ 1 w 2216"/>
              <a:gd name="T3" fmla="*/ 1 h 550"/>
              <a:gd name="T4" fmla="*/ 9 w 2216"/>
              <a:gd name="T5" fmla="*/ 5 h 550"/>
              <a:gd name="T6" fmla="*/ 9 w 2216"/>
              <a:gd name="T7" fmla="*/ 4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507" name="Group 1075">
            <a:extLst>
              <a:ext uri="{FF2B5EF4-FFF2-40B4-BE49-F238E27FC236}">
                <a16:creationId xmlns:a16="http://schemas.microsoft.com/office/drawing/2014/main" id="{C228B10E-0BB1-8D40-9DB1-545E285C7600}"/>
              </a:ext>
            </a:extLst>
          </p:cNvPr>
          <p:cNvGrpSpPr>
            <a:grpSpLocks/>
          </p:cNvGrpSpPr>
          <p:nvPr/>
        </p:nvGrpSpPr>
        <p:grpSpPr bwMode="auto">
          <a:xfrm>
            <a:off x="7223583" y="4493042"/>
            <a:ext cx="44194" cy="17162"/>
            <a:chOff x="1740" y="2642"/>
            <a:chExt cx="752" cy="327"/>
          </a:xfrm>
        </p:grpSpPr>
        <p:sp>
          <p:nvSpPr>
            <p:cNvPr id="514" name="Freeform 1076">
              <a:extLst>
                <a:ext uri="{FF2B5EF4-FFF2-40B4-BE49-F238E27FC236}">
                  <a16:creationId xmlns:a16="http://schemas.microsoft.com/office/drawing/2014/main" id="{DBE93115-3362-AE4D-A30A-337520C73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5" name="Freeform 1077">
              <a:extLst>
                <a:ext uri="{FF2B5EF4-FFF2-40B4-BE49-F238E27FC236}">
                  <a16:creationId xmlns:a16="http://schemas.microsoft.com/office/drawing/2014/main" id="{E980EACA-94CF-194A-AC7A-1415DBB4C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6" name="Freeform 1078">
              <a:extLst>
                <a:ext uri="{FF2B5EF4-FFF2-40B4-BE49-F238E27FC236}">
                  <a16:creationId xmlns:a16="http://schemas.microsoft.com/office/drawing/2014/main" id="{67C8CECC-A4D3-D543-A1C2-92A3DDD60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7" name="Freeform 1079">
              <a:extLst>
                <a:ext uri="{FF2B5EF4-FFF2-40B4-BE49-F238E27FC236}">
                  <a16:creationId xmlns:a16="http://schemas.microsoft.com/office/drawing/2014/main" id="{DF7F90DA-E9FF-E64E-979A-F2C4CF6F2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8" name="Freeform 1080">
              <a:extLst>
                <a:ext uri="{FF2B5EF4-FFF2-40B4-BE49-F238E27FC236}">
                  <a16:creationId xmlns:a16="http://schemas.microsoft.com/office/drawing/2014/main" id="{1FB7CFF5-5312-6B45-B1C9-1E8019D9A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9" name="Freeform 1081">
              <a:extLst>
                <a:ext uri="{FF2B5EF4-FFF2-40B4-BE49-F238E27FC236}">
                  <a16:creationId xmlns:a16="http://schemas.microsoft.com/office/drawing/2014/main" id="{F6743163-40E8-634F-BDA5-FD850E9C9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508" name="Freeform 1082">
            <a:extLst>
              <a:ext uri="{FF2B5EF4-FFF2-40B4-BE49-F238E27FC236}">
                <a16:creationId xmlns:a16="http://schemas.microsoft.com/office/drawing/2014/main" id="{5C688E93-8024-AF4A-9FAE-F872353A70E6}"/>
              </a:ext>
            </a:extLst>
          </p:cNvPr>
          <p:cNvSpPr>
            <a:spLocks/>
          </p:cNvSpPr>
          <p:nvPr/>
        </p:nvSpPr>
        <p:spPr bwMode="auto">
          <a:xfrm>
            <a:off x="7299244" y="4495609"/>
            <a:ext cx="53521" cy="37699"/>
          </a:xfrm>
          <a:custGeom>
            <a:avLst/>
            <a:gdLst>
              <a:gd name="T0" fmla="*/ 1 w 990"/>
              <a:gd name="T1" fmla="*/ 2 h 792"/>
              <a:gd name="T2" fmla="*/ 1 w 990"/>
              <a:gd name="T3" fmla="*/ 0 h 792"/>
              <a:gd name="T4" fmla="*/ 1 w 990"/>
              <a:gd name="T5" fmla="*/ 1 h 792"/>
              <a:gd name="T6" fmla="*/ 0 w 990"/>
              <a:gd name="T7" fmla="*/ 2 h 792"/>
              <a:gd name="T8" fmla="*/ 1 w 990"/>
              <a:gd name="T9" fmla="*/ 2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9" name="Freeform 1083">
            <a:extLst>
              <a:ext uri="{FF2B5EF4-FFF2-40B4-BE49-F238E27FC236}">
                <a16:creationId xmlns:a16="http://schemas.microsoft.com/office/drawing/2014/main" id="{E2D8B864-6DD1-D042-9409-8862ACC1AADF}"/>
              </a:ext>
            </a:extLst>
          </p:cNvPr>
          <p:cNvSpPr>
            <a:spLocks/>
          </p:cNvSpPr>
          <p:nvPr/>
        </p:nvSpPr>
        <p:spPr bwMode="auto">
          <a:xfrm>
            <a:off x="7162653" y="4498616"/>
            <a:ext cx="136940" cy="3439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4 w 2532"/>
              <a:gd name="T5" fmla="*/ 2 h 723"/>
              <a:gd name="T6" fmla="*/ 4 w 2532"/>
              <a:gd name="T7" fmla="*/ 2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0" name="Freeform 1084">
            <a:extLst>
              <a:ext uri="{FF2B5EF4-FFF2-40B4-BE49-F238E27FC236}">
                <a16:creationId xmlns:a16="http://schemas.microsoft.com/office/drawing/2014/main" id="{CC7A3F9E-B0BC-2945-B124-91C53102EAF2}"/>
              </a:ext>
            </a:extLst>
          </p:cNvPr>
          <p:cNvSpPr>
            <a:spLocks/>
          </p:cNvSpPr>
          <p:nvPr/>
        </p:nvSpPr>
        <p:spPr bwMode="auto">
          <a:xfrm>
            <a:off x="7162740" y="4492308"/>
            <a:ext cx="1482" cy="6968"/>
          </a:xfrm>
          <a:custGeom>
            <a:avLst/>
            <a:gdLst>
              <a:gd name="T0" fmla="*/ 1 w 26"/>
              <a:gd name="T1" fmla="*/ 1 h 147"/>
              <a:gd name="T2" fmla="*/ 1 w 26"/>
              <a:gd name="T3" fmla="*/ 1 h 147"/>
              <a:gd name="T4" fmla="*/ 0 w 26"/>
              <a:gd name="T5" fmla="*/ 1 h 147"/>
              <a:gd name="T6" fmla="*/ 1 w 26"/>
              <a:gd name="T7" fmla="*/ 0 h 147"/>
              <a:gd name="T8" fmla="*/ 1 w 26"/>
              <a:gd name="T9" fmla="*/ 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1" name="Freeform 1085">
            <a:extLst>
              <a:ext uri="{FF2B5EF4-FFF2-40B4-BE49-F238E27FC236}">
                <a16:creationId xmlns:a16="http://schemas.microsoft.com/office/drawing/2014/main" id="{B8E20EA9-88B9-0A42-A470-7AF9E8810568}"/>
              </a:ext>
            </a:extLst>
          </p:cNvPr>
          <p:cNvSpPr>
            <a:spLocks/>
          </p:cNvSpPr>
          <p:nvPr/>
        </p:nvSpPr>
        <p:spPr bwMode="auto">
          <a:xfrm>
            <a:off x="7162828" y="4463924"/>
            <a:ext cx="63632" cy="28824"/>
          </a:xfrm>
          <a:custGeom>
            <a:avLst/>
            <a:gdLst>
              <a:gd name="T0" fmla="*/ 1 w 1176"/>
              <a:gd name="T1" fmla="*/ 0 h 606"/>
              <a:gd name="T2" fmla="*/ 0 w 1176"/>
              <a:gd name="T3" fmla="*/ 1 h 606"/>
              <a:gd name="T4" fmla="*/ 1 w 1176"/>
              <a:gd name="T5" fmla="*/ 1 h 606"/>
              <a:gd name="T6" fmla="*/ 1 w 1176"/>
              <a:gd name="T7" fmla="*/ 1 h 606"/>
              <a:gd name="T8" fmla="*/ 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2" name="Freeform 1086">
            <a:extLst>
              <a:ext uri="{FF2B5EF4-FFF2-40B4-BE49-F238E27FC236}">
                <a16:creationId xmlns:a16="http://schemas.microsoft.com/office/drawing/2014/main" id="{A9D04135-B045-A743-95D7-CA5EF36EE738}"/>
              </a:ext>
            </a:extLst>
          </p:cNvPr>
          <p:cNvSpPr>
            <a:spLocks/>
          </p:cNvSpPr>
          <p:nvPr/>
        </p:nvSpPr>
        <p:spPr bwMode="auto">
          <a:xfrm>
            <a:off x="7167098" y="4493775"/>
            <a:ext cx="129879" cy="3307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1 w 2532"/>
              <a:gd name="T5" fmla="*/ 1 h 723"/>
              <a:gd name="T6" fmla="*/ 1 w 2532"/>
              <a:gd name="T7" fmla="*/ 1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3" name="Freeform 1087">
            <a:extLst>
              <a:ext uri="{FF2B5EF4-FFF2-40B4-BE49-F238E27FC236}">
                <a16:creationId xmlns:a16="http://schemas.microsoft.com/office/drawing/2014/main" id="{C0583F57-71B7-B142-BC2A-15444A0CF4E5}"/>
              </a:ext>
            </a:extLst>
          </p:cNvPr>
          <p:cNvSpPr>
            <a:spLocks/>
          </p:cNvSpPr>
          <p:nvPr/>
        </p:nvSpPr>
        <p:spPr bwMode="auto">
          <a:xfrm flipV="1">
            <a:off x="7296804" y="4491429"/>
            <a:ext cx="52997" cy="34252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2 h 723"/>
              <a:gd name="T6" fmla="*/ 0 w 2532"/>
              <a:gd name="T7" fmla="*/ 2 h 723"/>
              <a:gd name="T8" fmla="*/ 0 w 2532"/>
              <a:gd name="T9" fmla="*/ 1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72" name="Group 983">
            <a:extLst>
              <a:ext uri="{FF2B5EF4-FFF2-40B4-BE49-F238E27FC236}">
                <a16:creationId xmlns:a16="http://schemas.microsoft.com/office/drawing/2014/main" id="{105B6396-94AE-3641-98AD-7B23024BF303}"/>
              </a:ext>
            </a:extLst>
          </p:cNvPr>
          <p:cNvGrpSpPr>
            <a:grpSpLocks/>
          </p:cNvGrpSpPr>
          <p:nvPr/>
        </p:nvGrpSpPr>
        <p:grpSpPr bwMode="auto">
          <a:xfrm>
            <a:off x="7513408" y="4227291"/>
            <a:ext cx="128588" cy="261708"/>
            <a:chOff x="4140" y="429"/>
            <a:chExt cx="1425" cy="2396"/>
          </a:xfrm>
        </p:grpSpPr>
        <p:sp>
          <p:nvSpPr>
            <p:cNvPr id="175" name="Freeform 984">
              <a:extLst>
                <a:ext uri="{FF2B5EF4-FFF2-40B4-BE49-F238E27FC236}">
                  <a16:creationId xmlns:a16="http://schemas.microsoft.com/office/drawing/2014/main" id="{69921432-2526-D74B-B1B3-EF4990D57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6" name="Rectangle 985">
              <a:extLst>
                <a:ext uri="{FF2B5EF4-FFF2-40B4-BE49-F238E27FC236}">
                  <a16:creationId xmlns:a16="http://schemas.microsoft.com/office/drawing/2014/main" id="{372674DE-08A1-7340-A835-CB738EF1A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7" name="Freeform 986">
              <a:extLst>
                <a:ext uri="{FF2B5EF4-FFF2-40B4-BE49-F238E27FC236}">
                  <a16:creationId xmlns:a16="http://schemas.microsoft.com/office/drawing/2014/main" id="{210AB56E-8E3A-464C-BA90-E5EE13DE1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8" name="Freeform 987">
              <a:extLst>
                <a:ext uri="{FF2B5EF4-FFF2-40B4-BE49-F238E27FC236}">
                  <a16:creationId xmlns:a16="http://schemas.microsoft.com/office/drawing/2014/main" id="{4B6304D8-37E4-9743-9663-D2140A337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9" name="Rectangle 988">
              <a:extLst>
                <a:ext uri="{FF2B5EF4-FFF2-40B4-BE49-F238E27FC236}">
                  <a16:creationId xmlns:a16="http://schemas.microsoft.com/office/drawing/2014/main" id="{01DA0D94-4858-4748-835A-0A295C76D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0" name="Group 989">
              <a:extLst>
                <a:ext uri="{FF2B5EF4-FFF2-40B4-BE49-F238E27FC236}">
                  <a16:creationId xmlns:a16="http://schemas.microsoft.com/office/drawing/2014/main" id="{653C7E87-1F7F-B94B-970F-8043BE6AD4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5" name="AutoShape 990">
                <a:extLst>
                  <a:ext uri="{FF2B5EF4-FFF2-40B4-BE49-F238E27FC236}">
                    <a16:creationId xmlns:a16="http://schemas.microsoft.com/office/drawing/2014/main" id="{9E8BF054-B12E-C746-9DCC-FFC0FBE11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AutoShape 991">
                <a:extLst>
                  <a:ext uri="{FF2B5EF4-FFF2-40B4-BE49-F238E27FC236}">
                    <a16:creationId xmlns:a16="http://schemas.microsoft.com/office/drawing/2014/main" id="{60A26098-3AC3-5F48-AF12-0376133BA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" name="Rectangle 992">
              <a:extLst>
                <a:ext uri="{FF2B5EF4-FFF2-40B4-BE49-F238E27FC236}">
                  <a16:creationId xmlns:a16="http://schemas.microsoft.com/office/drawing/2014/main" id="{AB0AE9A0-AEC6-B542-BAA1-AD6A9E257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2" name="Group 993">
              <a:extLst>
                <a:ext uri="{FF2B5EF4-FFF2-40B4-BE49-F238E27FC236}">
                  <a16:creationId xmlns:a16="http://schemas.microsoft.com/office/drawing/2014/main" id="{2E23BBDE-93A3-014A-8AD9-509F2B1333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03" name="AutoShape 994">
                <a:extLst>
                  <a:ext uri="{FF2B5EF4-FFF2-40B4-BE49-F238E27FC236}">
                    <a16:creationId xmlns:a16="http://schemas.microsoft.com/office/drawing/2014/main" id="{CF10A6D2-6E36-BA46-8AB3-2A153E9EC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4" name="AutoShape 995">
                <a:extLst>
                  <a:ext uri="{FF2B5EF4-FFF2-40B4-BE49-F238E27FC236}">
                    <a16:creationId xmlns:a16="http://schemas.microsoft.com/office/drawing/2014/main" id="{964D14B2-2639-5A46-B2D5-48A8B0C31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3" name="Rectangle 996">
              <a:extLst>
                <a:ext uri="{FF2B5EF4-FFF2-40B4-BE49-F238E27FC236}">
                  <a16:creationId xmlns:a16="http://schemas.microsoft.com/office/drawing/2014/main" id="{426E7337-36DD-B64A-88F7-00D5A742F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4" name="Rectangle 997">
              <a:extLst>
                <a:ext uri="{FF2B5EF4-FFF2-40B4-BE49-F238E27FC236}">
                  <a16:creationId xmlns:a16="http://schemas.microsoft.com/office/drawing/2014/main" id="{BE4D7353-7D2D-9F42-8A6A-65BAA6259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5" name="Group 998">
              <a:extLst>
                <a:ext uri="{FF2B5EF4-FFF2-40B4-BE49-F238E27FC236}">
                  <a16:creationId xmlns:a16="http://schemas.microsoft.com/office/drawing/2014/main" id="{10644FFB-BF70-614B-94F5-58CB99D12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1" name="AutoShape 999">
                <a:extLst>
                  <a:ext uri="{FF2B5EF4-FFF2-40B4-BE49-F238E27FC236}">
                    <a16:creationId xmlns:a16="http://schemas.microsoft.com/office/drawing/2014/main" id="{2EEDFBCE-8402-0442-A96B-A6412C51C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2" name="AutoShape 1000">
                <a:extLst>
                  <a:ext uri="{FF2B5EF4-FFF2-40B4-BE49-F238E27FC236}">
                    <a16:creationId xmlns:a16="http://schemas.microsoft.com/office/drawing/2014/main" id="{5BBF678C-8365-374C-8592-2F4010918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6" name="Freeform 1001">
              <a:extLst>
                <a:ext uri="{FF2B5EF4-FFF2-40B4-BE49-F238E27FC236}">
                  <a16:creationId xmlns:a16="http://schemas.microsoft.com/office/drawing/2014/main" id="{43320BBC-6D3F-CE4C-AE57-EE45F3319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187" name="Group 1002">
              <a:extLst>
                <a:ext uri="{FF2B5EF4-FFF2-40B4-BE49-F238E27FC236}">
                  <a16:creationId xmlns:a16="http://schemas.microsoft.com/office/drawing/2014/main" id="{4ED748C4-471F-B74E-9328-2437DB94B8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9" name="AutoShape 1003">
                <a:extLst>
                  <a:ext uri="{FF2B5EF4-FFF2-40B4-BE49-F238E27FC236}">
                    <a16:creationId xmlns:a16="http://schemas.microsoft.com/office/drawing/2014/main" id="{DE163CA4-FABE-9B4C-973B-7160FB0CA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0" name="AutoShape 1004">
                <a:extLst>
                  <a:ext uri="{FF2B5EF4-FFF2-40B4-BE49-F238E27FC236}">
                    <a16:creationId xmlns:a16="http://schemas.microsoft.com/office/drawing/2014/main" id="{D50A283A-2FFB-A24F-A406-2910EEA8C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8" name="Rectangle 1005">
              <a:extLst>
                <a:ext uri="{FF2B5EF4-FFF2-40B4-BE49-F238E27FC236}">
                  <a16:creationId xmlns:a16="http://schemas.microsoft.com/office/drawing/2014/main" id="{42659E43-E287-8942-BD23-94141CB4B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9" name="Freeform 1006">
              <a:extLst>
                <a:ext uri="{FF2B5EF4-FFF2-40B4-BE49-F238E27FC236}">
                  <a16:creationId xmlns:a16="http://schemas.microsoft.com/office/drawing/2014/main" id="{48DEF8E3-26E3-0E48-88EA-BAB435AE5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0" name="Freeform 1007">
              <a:extLst>
                <a:ext uri="{FF2B5EF4-FFF2-40B4-BE49-F238E27FC236}">
                  <a16:creationId xmlns:a16="http://schemas.microsoft.com/office/drawing/2014/main" id="{7869EB64-11F6-624E-9B28-6986DD9D0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1" name="Oval 1008">
              <a:extLst>
                <a:ext uri="{FF2B5EF4-FFF2-40B4-BE49-F238E27FC236}">
                  <a16:creationId xmlns:a16="http://schemas.microsoft.com/office/drawing/2014/main" id="{322E0F0C-40A1-7E43-B9BC-A271C641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2" name="Freeform 1009">
              <a:extLst>
                <a:ext uri="{FF2B5EF4-FFF2-40B4-BE49-F238E27FC236}">
                  <a16:creationId xmlns:a16="http://schemas.microsoft.com/office/drawing/2014/main" id="{2C34A91D-8DF1-DE40-8F88-B7AB2BE63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3" name="AutoShape 1010">
              <a:extLst>
                <a:ext uri="{FF2B5EF4-FFF2-40B4-BE49-F238E27FC236}">
                  <a16:creationId xmlns:a16="http://schemas.microsoft.com/office/drawing/2014/main" id="{C10585A3-5046-F44C-A720-1B5360D1A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4" name="AutoShape 1011">
              <a:extLst>
                <a:ext uri="{FF2B5EF4-FFF2-40B4-BE49-F238E27FC236}">
                  <a16:creationId xmlns:a16="http://schemas.microsoft.com/office/drawing/2014/main" id="{0F1CC371-A8A5-1146-9D54-06BA5783B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5" name="Oval 1012">
              <a:extLst>
                <a:ext uri="{FF2B5EF4-FFF2-40B4-BE49-F238E27FC236}">
                  <a16:creationId xmlns:a16="http://schemas.microsoft.com/office/drawing/2014/main" id="{165ACFDB-EB0A-EF4A-A53B-E952BF38B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6" name="Oval 1013">
              <a:extLst>
                <a:ext uri="{FF2B5EF4-FFF2-40B4-BE49-F238E27FC236}">
                  <a16:creationId xmlns:a16="http://schemas.microsoft.com/office/drawing/2014/main" id="{8E1C86F1-E8A5-AB43-9FBE-05329F11F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7" name="Oval 1014">
              <a:extLst>
                <a:ext uri="{FF2B5EF4-FFF2-40B4-BE49-F238E27FC236}">
                  <a16:creationId xmlns:a16="http://schemas.microsoft.com/office/drawing/2014/main" id="{0C189499-8A09-3E4B-B216-1DBC5D3CD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8" name="Rectangle 1015">
              <a:extLst>
                <a:ext uri="{FF2B5EF4-FFF2-40B4-BE49-F238E27FC236}">
                  <a16:creationId xmlns:a16="http://schemas.microsoft.com/office/drawing/2014/main" id="{F801E0C5-03DC-4947-89BB-24F841D73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30486" y="3960795"/>
            <a:ext cx="259223" cy="240227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4483029-0B46-154F-9CA3-FEA06875B8DB}"/>
              </a:ext>
            </a:extLst>
          </p:cNvPr>
          <p:cNvSpPr/>
          <p:nvPr/>
        </p:nvSpPr>
        <p:spPr>
          <a:xfrm>
            <a:off x="4853269" y="1088663"/>
            <a:ext cx="4019550" cy="3715971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12210B-AFA0-C747-B0D5-6E0D32FFEF07}"/>
              </a:ext>
            </a:extLst>
          </p:cNvPr>
          <p:cNvGrpSpPr/>
          <p:nvPr/>
        </p:nvGrpSpPr>
        <p:grpSpPr>
          <a:xfrm>
            <a:off x="5579306" y="1394794"/>
            <a:ext cx="3108241" cy="3095608"/>
            <a:chOff x="7439074" y="1859725"/>
            <a:chExt cx="4144321" cy="41274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DBD1858-2E40-9545-88AD-AAD37777C13D}"/>
                </a:ext>
              </a:extLst>
            </p:cNvPr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id="242" name="Picture 799" descr="cell_tower_radiation copy">
                <a:extLst>
                  <a:ext uri="{FF2B5EF4-FFF2-40B4-BE49-F238E27FC236}">
                    <a16:creationId xmlns:a16="http://schemas.microsoft.com/office/drawing/2014/main" id="{B5B28CD6-3076-384D-8180-86543C59B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9" name="Line 426">
                <a:extLst>
                  <a:ext uri="{FF2B5EF4-FFF2-40B4-BE49-F238E27FC236}">
                    <a16:creationId xmlns:a16="http://schemas.microsoft.com/office/drawing/2014/main" id="{DDAEB50C-98DD-DA43-B9C4-9AB7F9ED5B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07860" y="2700359"/>
                <a:ext cx="227964" cy="1743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241" name="Group 783">
                <a:extLst>
                  <a:ext uri="{FF2B5EF4-FFF2-40B4-BE49-F238E27FC236}">
                    <a16:creationId xmlns:a16="http://schemas.microsoft.com/office/drawing/2014/main" id="{02FEAFB4-9831-B64A-9F54-92C532E8F3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50698" y="2309376"/>
                <a:ext cx="298450" cy="464008"/>
                <a:chOff x="3130" y="3288"/>
                <a:chExt cx="410" cy="742"/>
              </a:xfrm>
            </p:grpSpPr>
            <p:sp>
              <p:nvSpPr>
                <p:cNvPr id="244" name="Line 270">
                  <a:extLst>
                    <a:ext uri="{FF2B5EF4-FFF2-40B4-BE49-F238E27FC236}">
                      <a16:creationId xmlns:a16="http://schemas.microsoft.com/office/drawing/2014/main" id="{A9300902-94F3-8949-9A54-8B95986ACB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5" name="Line 271">
                  <a:extLst>
                    <a:ext uri="{FF2B5EF4-FFF2-40B4-BE49-F238E27FC236}">
                      <a16:creationId xmlns:a16="http://schemas.microsoft.com/office/drawing/2014/main" id="{B93F32E3-8690-BD4B-B848-94E1FAAB5E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6" name="Line 272">
                  <a:extLst>
                    <a:ext uri="{FF2B5EF4-FFF2-40B4-BE49-F238E27FC236}">
                      <a16:creationId xmlns:a16="http://schemas.microsoft.com/office/drawing/2014/main" id="{AB0BEDC3-F0F0-4E42-A55F-57AC0548D5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7" name="Line 273">
                  <a:extLst>
                    <a:ext uri="{FF2B5EF4-FFF2-40B4-BE49-F238E27FC236}">
                      <a16:creationId xmlns:a16="http://schemas.microsoft.com/office/drawing/2014/main" id="{3AF299DE-8F54-D84C-B398-5B3B44C53A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8" name="Line 274">
                  <a:extLst>
                    <a:ext uri="{FF2B5EF4-FFF2-40B4-BE49-F238E27FC236}">
                      <a16:creationId xmlns:a16="http://schemas.microsoft.com/office/drawing/2014/main" id="{C2005C3C-C4BA-FD44-A127-E5C4FE594D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9" name="Line 275">
                  <a:extLst>
                    <a:ext uri="{FF2B5EF4-FFF2-40B4-BE49-F238E27FC236}">
                      <a16:creationId xmlns:a16="http://schemas.microsoft.com/office/drawing/2014/main" id="{948DF918-9246-AF45-A55F-C5B743663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0" name="Line 276">
                  <a:extLst>
                    <a:ext uri="{FF2B5EF4-FFF2-40B4-BE49-F238E27FC236}">
                      <a16:creationId xmlns:a16="http://schemas.microsoft.com/office/drawing/2014/main" id="{3D1534AB-9253-A140-B4C5-81F085C45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1" name="Line 277">
                  <a:extLst>
                    <a:ext uri="{FF2B5EF4-FFF2-40B4-BE49-F238E27FC236}">
                      <a16:creationId xmlns:a16="http://schemas.microsoft.com/office/drawing/2014/main" id="{3BA377A2-6A51-F64B-AA8B-4FB90FAA7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2" name="Line 278">
                  <a:extLst>
                    <a:ext uri="{FF2B5EF4-FFF2-40B4-BE49-F238E27FC236}">
                      <a16:creationId xmlns:a16="http://schemas.microsoft.com/office/drawing/2014/main" id="{FA310FA6-4B1E-0047-8066-8AF44673F2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3" name="Line 279">
                  <a:extLst>
                    <a:ext uri="{FF2B5EF4-FFF2-40B4-BE49-F238E27FC236}">
                      <a16:creationId xmlns:a16="http://schemas.microsoft.com/office/drawing/2014/main" id="{254B094E-F3D3-0F46-BF4E-A226644B01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4" name="Line 280">
                  <a:extLst>
                    <a:ext uri="{FF2B5EF4-FFF2-40B4-BE49-F238E27FC236}">
                      <a16:creationId xmlns:a16="http://schemas.microsoft.com/office/drawing/2014/main" id="{9805319A-9CA5-7340-811A-8DBCB5A2BA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5" name="Line 281">
                  <a:extLst>
                    <a:ext uri="{FF2B5EF4-FFF2-40B4-BE49-F238E27FC236}">
                      <a16:creationId xmlns:a16="http://schemas.microsoft.com/office/drawing/2014/main" id="{6042C4DF-7427-904B-A064-26708AF480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6" name="Line 282">
                  <a:extLst>
                    <a:ext uri="{FF2B5EF4-FFF2-40B4-BE49-F238E27FC236}">
                      <a16:creationId xmlns:a16="http://schemas.microsoft.com/office/drawing/2014/main" id="{21FF36A4-E56F-C94A-8E67-9A6E4DA844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7" name="Line 283">
                  <a:extLst>
                    <a:ext uri="{FF2B5EF4-FFF2-40B4-BE49-F238E27FC236}">
                      <a16:creationId xmlns:a16="http://schemas.microsoft.com/office/drawing/2014/main" id="{C6A0831D-FA2C-E744-8FE0-FDFDDB5FDD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8" name="Line 284">
                  <a:extLst>
                    <a:ext uri="{FF2B5EF4-FFF2-40B4-BE49-F238E27FC236}">
                      <a16:creationId xmlns:a16="http://schemas.microsoft.com/office/drawing/2014/main" id="{65548550-729A-4849-9DC4-127F8FE86B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</p:grpSp>
          <p:grpSp>
            <p:nvGrpSpPr>
              <p:cNvPr id="407" name="Group 406">
                <a:extLst>
                  <a:ext uri="{FF2B5EF4-FFF2-40B4-BE49-F238E27FC236}">
                    <a16:creationId xmlns:a16="http://schemas.microsoft.com/office/drawing/2014/main" id="{CBD7A282-C22D-714A-88F1-C7D4EDD107F8}"/>
                  </a:ext>
                </a:extLst>
              </p:cNvPr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408" name="Freeform 407">
                  <a:extLst>
                    <a:ext uri="{FF2B5EF4-FFF2-40B4-BE49-F238E27FC236}">
                      <a16:creationId xmlns:a16="http://schemas.microsoft.com/office/drawing/2014/main" id="{3C206862-9269-EE48-877D-EE261101A443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9B69A2C6-F31C-E749-B77A-1818B15E1B36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410" name="Group 409">
                  <a:extLst>
                    <a:ext uri="{FF2B5EF4-FFF2-40B4-BE49-F238E27FC236}">
                      <a16:creationId xmlns:a16="http://schemas.microsoft.com/office/drawing/2014/main" id="{08BE9AB8-F5DA-4D4A-9621-9AB05D691F0C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11" name="Freeform 410">
                    <a:extLst>
                      <a:ext uri="{FF2B5EF4-FFF2-40B4-BE49-F238E27FC236}">
                        <a16:creationId xmlns:a16="http://schemas.microsoft.com/office/drawing/2014/main" id="{56E730F0-5BB3-6446-9D5B-82D51B9EDAF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12" name="Freeform 411">
                    <a:extLst>
                      <a:ext uri="{FF2B5EF4-FFF2-40B4-BE49-F238E27FC236}">
                        <a16:creationId xmlns:a16="http://schemas.microsoft.com/office/drawing/2014/main" id="{5BA37E27-2FC6-BA43-8A97-14171CB51FDD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13" name="Freeform 412">
                    <a:extLst>
                      <a:ext uri="{FF2B5EF4-FFF2-40B4-BE49-F238E27FC236}">
                        <a16:creationId xmlns:a16="http://schemas.microsoft.com/office/drawing/2014/main" id="{CCB37CB3-304F-6144-85D0-8B420BDD0880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14" name="Freeform 413">
                    <a:extLst>
                      <a:ext uri="{FF2B5EF4-FFF2-40B4-BE49-F238E27FC236}">
                        <a16:creationId xmlns:a16="http://schemas.microsoft.com/office/drawing/2014/main" id="{BD0CA8E5-A033-834A-A402-E2EFB2FBBFC4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" name="Picture 1017" descr="antenna_stylized">
                <a:extLst>
                  <a:ext uri="{FF2B5EF4-FFF2-40B4-BE49-F238E27FC236}">
                    <a16:creationId xmlns:a16="http://schemas.microsoft.com/office/drawing/2014/main" id="{27A537F5-5D99-BF4C-9B11-E9782673F1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1" name="Picture 1017" descr="antenna_stylized">
                <a:extLst>
                  <a:ext uri="{FF2B5EF4-FFF2-40B4-BE49-F238E27FC236}">
                    <a16:creationId xmlns:a16="http://schemas.microsoft.com/office/drawing/2014/main" id="{F4E4C4C0-89A6-D74D-B25C-228CE5BC1D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" name="Picture 1017" descr="antenna_stylized">
                <a:extLst>
                  <a:ext uri="{FF2B5EF4-FFF2-40B4-BE49-F238E27FC236}">
                    <a16:creationId xmlns:a16="http://schemas.microsoft.com/office/drawing/2014/main" id="{F0886BE8-9B0B-F046-92AA-1AC818378E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C0639A7-533B-6644-A560-40B5151A7BE4}"/>
                </a:ext>
              </a:extLst>
            </p:cNvPr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id="261" name="Picture 777" descr="access_point_stylized_small">
                <a:extLst>
                  <a:ext uri="{FF2B5EF4-FFF2-40B4-BE49-F238E27FC236}">
                    <a16:creationId xmlns:a16="http://schemas.microsoft.com/office/drawing/2014/main" id="{FA9A412B-D725-D449-8707-A3626DCB48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FFCC6D2-A029-1E45-9C4D-1FF4453F0EB7}"/>
                  </a:ext>
                </a:extLst>
              </p:cNvPr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sp>
              <p:nvSpPr>
                <p:cNvPr id="33" name="Line 443">
                  <a:extLst>
                    <a:ext uri="{FF2B5EF4-FFF2-40B4-BE49-F238E27FC236}">
                      <a16:creationId xmlns:a16="http://schemas.microsoft.com/office/drawing/2014/main" id="{BCDF073B-F330-A345-A512-B85DFD399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47778" y="3829970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9" name="Line 449">
                  <a:extLst>
                    <a:ext uri="{FF2B5EF4-FFF2-40B4-BE49-F238E27FC236}">
                      <a16:creationId xmlns:a16="http://schemas.microsoft.com/office/drawing/2014/main" id="{53CD988A-3515-7242-9C29-87AF28108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57253" y="4041107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pic>
              <p:nvPicPr>
                <p:cNvPr id="262" name="Picture 778" descr="antenna_radiation_stylized">
                  <a:extLst>
                    <a:ext uri="{FF2B5EF4-FFF2-40B4-BE49-F238E27FC236}">
                      <a16:creationId xmlns:a16="http://schemas.microsoft.com/office/drawing/2014/main" id="{B73E5F98-BC74-DB47-BA02-5F29DC67572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415" name="Group 414">
                  <a:extLst>
                    <a:ext uri="{FF2B5EF4-FFF2-40B4-BE49-F238E27FC236}">
                      <a16:creationId xmlns:a16="http://schemas.microsoft.com/office/drawing/2014/main" id="{F0DE4078-0801-A244-9A82-F7502B8B24A0}"/>
                    </a:ext>
                  </a:extLst>
                </p:cNvPr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416" name="Freeform 415">
                    <a:extLst>
                      <a:ext uri="{FF2B5EF4-FFF2-40B4-BE49-F238E27FC236}">
                        <a16:creationId xmlns:a16="http://schemas.microsoft.com/office/drawing/2014/main" id="{EA784F43-D793-4342-92F3-EBC3632212A6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17" name="Oval 416">
                    <a:extLst>
                      <a:ext uri="{FF2B5EF4-FFF2-40B4-BE49-F238E27FC236}">
                        <a16:creationId xmlns:a16="http://schemas.microsoft.com/office/drawing/2014/main" id="{75841943-4184-5D4E-AAD4-8FEAC9D7330F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18" name="Group 417">
                    <a:extLst>
                      <a:ext uri="{FF2B5EF4-FFF2-40B4-BE49-F238E27FC236}">
                        <a16:creationId xmlns:a16="http://schemas.microsoft.com/office/drawing/2014/main" id="{23FBC748-DCBA-AA41-A6F7-895374D50CDF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19" name="Freeform 418">
                      <a:extLst>
                        <a:ext uri="{FF2B5EF4-FFF2-40B4-BE49-F238E27FC236}">
                          <a16:creationId xmlns:a16="http://schemas.microsoft.com/office/drawing/2014/main" id="{96DA1F2B-2063-8C40-BF46-086C20D317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20" name="Freeform 419">
                      <a:extLst>
                        <a:ext uri="{FF2B5EF4-FFF2-40B4-BE49-F238E27FC236}">
                          <a16:creationId xmlns:a16="http://schemas.microsoft.com/office/drawing/2014/main" id="{8A1EF987-02EE-DA4D-8224-02537D5034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21" name="Freeform 420">
                      <a:extLst>
                        <a:ext uri="{FF2B5EF4-FFF2-40B4-BE49-F238E27FC236}">
                          <a16:creationId xmlns:a16="http://schemas.microsoft.com/office/drawing/2014/main" id="{1FC5854A-AF8F-6841-92AD-B18DDAF1E9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22" name="Freeform 421">
                      <a:extLst>
                        <a:ext uri="{FF2B5EF4-FFF2-40B4-BE49-F238E27FC236}">
                          <a16:creationId xmlns:a16="http://schemas.microsoft.com/office/drawing/2014/main" id="{A510FA68-BEB6-B54A-A1D4-984168F857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pic>
              <p:nvPicPr>
                <p:cNvPr id="91" name="Picture 1115" descr="antenna_stylized">
                  <a:extLst>
                    <a:ext uri="{FF2B5EF4-FFF2-40B4-BE49-F238E27FC236}">
                      <a16:creationId xmlns:a16="http://schemas.microsoft.com/office/drawing/2014/main" id="{1821BC3E-6137-D844-92B9-4BA4CFF41F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1115" descr="antenna_stylized">
                  <a:extLst>
                    <a:ext uri="{FF2B5EF4-FFF2-40B4-BE49-F238E27FC236}">
                      <a16:creationId xmlns:a16="http://schemas.microsoft.com/office/drawing/2014/main" id="{C1A64F68-4D16-AE4F-AB60-09D2C0CF0E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43A22F9-CEFC-E64E-9231-138462077C83}"/>
                </a:ext>
              </a:extLst>
            </p:cNvPr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52B7B73B-1125-084D-8669-C68CC371DDC6}"/>
                  </a:ext>
                </a:extLst>
              </p:cNvPr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456" name="Freeform 455">
                  <a:extLst>
                    <a:ext uri="{FF2B5EF4-FFF2-40B4-BE49-F238E27FC236}">
                      <a16:creationId xmlns:a16="http://schemas.microsoft.com/office/drawing/2014/main" id="{3196A4F9-B139-4D4B-B210-0318216604FE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1D1C7F3A-BE45-014B-AF9C-58CA77DA029D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458" name="Group 457">
                  <a:extLst>
                    <a:ext uri="{FF2B5EF4-FFF2-40B4-BE49-F238E27FC236}">
                      <a16:creationId xmlns:a16="http://schemas.microsoft.com/office/drawing/2014/main" id="{83DFFE47-64E8-F54C-8ABC-E896DA957F0D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9" name="Freeform 458">
                    <a:extLst>
                      <a:ext uri="{FF2B5EF4-FFF2-40B4-BE49-F238E27FC236}">
                        <a16:creationId xmlns:a16="http://schemas.microsoft.com/office/drawing/2014/main" id="{2A9F0EE2-8F99-EB4D-9331-7AE3BDCBE9C6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60" name="Freeform 459">
                    <a:extLst>
                      <a:ext uri="{FF2B5EF4-FFF2-40B4-BE49-F238E27FC236}">
                        <a16:creationId xmlns:a16="http://schemas.microsoft.com/office/drawing/2014/main" id="{2E314A90-8DB8-2A49-8BB6-D51C2DAE9CF7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61" name="Freeform 460">
                    <a:extLst>
                      <a:ext uri="{FF2B5EF4-FFF2-40B4-BE49-F238E27FC236}">
                        <a16:creationId xmlns:a16="http://schemas.microsoft.com/office/drawing/2014/main" id="{7D8C0277-204E-2B4D-B954-94739B9DE720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62" name="Freeform 461">
                    <a:extLst>
                      <a:ext uri="{FF2B5EF4-FFF2-40B4-BE49-F238E27FC236}">
                        <a16:creationId xmlns:a16="http://schemas.microsoft.com/office/drawing/2014/main" id="{69955D3C-6D1B-EA40-8228-73DF01564152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710FDFDB-5658-6346-883B-53F72A0E1C90}"/>
                  </a:ext>
                </a:extLst>
              </p:cNvPr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21121473-8384-8944-A0B5-DD441780262C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11366773-360A-0449-911A-80462659C660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96" name="Picture 395" descr="server_rack.png">
                    <a:extLst>
                      <a:ext uri="{FF2B5EF4-FFF2-40B4-BE49-F238E27FC236}">
                        <a16:creationId xmlns:a16="http://schemas.microsoft.com/office/drawing/2014/main" id="{361EFF3D-6A1F-2646-B975-1FACB4284F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7" name="Picture 396" descr="server_rack.png">
                    <a:extLst>
                      <a:ext uri="{FF2B5EF4-FFF2-40B4-BE49-F238E27FC236}">
                        <a16:creationId xmlns:a16="http://schemas.microsoft.com/office/drawing/2014/main" id="{E83F8942-DE11-A747-A5A4-EDFBB17BFC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8" name="Picture 397" descr="server_rack.png">
                    <a:extLst>
                      <a:ext uri="{FF2B5EF4-FFF2-40B4-BE49-F238E27FC236}">
                        <a16:creationId xmlns:a16="http://schemas.microsoft.com/office/drawing/2014/main" id="{300ED1AC-F5EE-3C49-B963-42178C2434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94C1D3C-A4C3-8F43-933A-1DDD15B3AD09}"/>
                </a:ext>
              </a:extLst>
            </p:cNvPr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789609" y="5251739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10207" y="5117334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 dirty="0"/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59425" y="5036562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C4C54689-4DDC-6D45-8526-2BC60244FA39}"/>
                  </a:ext>
                </a:extLst>
              </p:cNvPr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sp>
              <p:nvSpPr>
                <p:cNvPr id="24" name="Line 430">
                  <a:extLst>
                    <a:ext uri="{FF2B5EF4-FFF2-40B4-BE49-F238E27FC236}">
                      <a16:creationId xmlns:a16="http://schemas.microsoft.com/office/drawing/2014/main" id="{3188928B-5976-7142-B509-B67C32631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09926" y="5405286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25" name="Line 431">
                  <a:extLst>
                    <a:ext uri="{FF2B5EF4-FFF2-40B4-BE49-F238E27FC236}">
                      <a16:creationId xmlns:a16="http://schemas.microsoft.com/office/drawing/2014/main" id="{B61C3274-819B-1A4B-9892-BC7A0AB4B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32959" y="4838517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6" name="Line 432">
                  <a:extLst>
                    <a:ext uri="{FF2B5EF4-FFF2-40B4-BE49-F238E27FC236}">
                      <a16:creationId xmlns:a16="http://schemas.microsoft.com/office/drawing/2014/main" id="{6434324A-C183-F645-84E8-7170D215D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50066" y="4838517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7" name="Line 433">
                  <a:extLst>
                    <a:ext uri="{FF2B5EF4-FFF2-40B4-BE49-F238E27FC236}">
                      <a16:creationId xmlns:a16="http://schemas.microsoft.com/office/drawing/2014/main" id="{4326369B-7050-F54A-9B61-51FBE9831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21744" y="5108876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9" name="Line 436">
                  <a:extLst>
                    <a:ext uri="{FF2B5EF4-FFF2-40B4-BE49-F238E27FC236}">
                      <a16:creationId xmlns:a16="http://schemas.microsoft.com/office/drawing/2014/main" id="{CAD2281A-59A4-DA4C-A9DC-E37CA4991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48367" y="5290470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0" name="Line 439">
                  <a:extLst>
                    <a:ext uri="{FF2B5EF4-FFF2-40B4-BE49-F238E27FC236}">
                      <a16:creationId xmlns:a16="http://schemas.microsoft.com/office/drawing/2014/main" id="{59746900-72D7-BF46-8B59-62F2A5D47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73817" y="5282252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1" name="Line 440">
                  <a:extLst>
                    <a:ext uri="{FF2B5EF4-FFF2-40B4-BE49-F238E27FC236}">
                      <a16:creationId xmlns:a16="http://schemas.microsoft.com/office/drawing/2014/main" id="{76AA107C-4028-5D4D-B986-E7C4D7058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488731" y="5307931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2" name="Line 441">
                  <a:extLst>
                    <a:ext uri="{FF2B5EF4-FFF2-40B4-BE49-F238E27FC236}">
                      <a16:creationId xmlns:a16="http://schemas.microsoft.com/office/drawing/2014/main" id="{AF797424-05E8-8345-847C-94DA81395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88731" y="5258048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528" name="Line 428">
                  <a:extLst>
                    <a:ext uri="{FF2B5EF4-FFF2-40B4-BE49-F238E27FC236}">
                      <a16:creationId xmlns:a16="http://schemas.microsoft.com/office/drawing/2014/main" id="{538963BA-E603-D94F-A908-92C50EC39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85545" y="5583471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pic>
              <p:nvPicPr>
                <p:cNvPr id="260" name="Picture 781" descr="antenna_radiation_stylized">
                  <a:extLst>
                    <a:ext uri="{FF2B5EF4-FFF2-40B4-BE49-F238E27FC236}">
                      <a16:creationId xmlns:a16="http://schemas.microsoft.com/office/drawing/2014/main" id="{5F858A2F-D0F0-7E47-8EF1-4C37898F9C1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59" name="Picture 780" descr="access_point_stylized_small">
                  <a:extLst>
                    <a:ext uri="{FF2B5EF4-FFF2-40B4-BE49-F238E27FC236}">
                      <a16:creationId xmlns:a16="http://schemas.microsoft.com/office/drawing/2014/main" id="{AC22920E-0555-BA45-9B6A-B76172153C8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471" name="Group 470">
                  <a:extLst>
                    <a:ext uri="{FF2B5EF4-FFF2-40B4-BE49-F238E27FC236}">
                      <a16:creationId xmlns:a16="http://schemas.microsoft.com/office/drawing/2014/main" id="{DE035BC7-2762-3044-BE80-C91EC827E65C}"/>
                    </a:ext>
                  </a:extLst>
                </p:cNvPr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72" name="Freeform 471">
                    <a:extLst>
                      <a:ext uri="{FF2B5EF4-FFF2-40B4-BE49-F238E27FC236}">
                        <a16:creationId xmlns:a16="http://schemas.microsoft.com/office/drawing/2014/main" id="{BEE06200-7AF9-4A43-9447-2349DCBFF947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73" name="Oval 472">
                    <a:extLst>
                      <a:ext uri="{FF2B5EF4-FFF2-40B4-BE49-F238E27FC236}">
                        <a16:creationId xmlns:a16="http://schemas.microsoft.com/office/drawing/2014/main" id="{3340A80C-5091-6D49-89E5-375F02E94864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74" name="Group 473">
                    <a:extLst>
                      <a:ext uri="{FF2B5EF4-FFF2-40B4-BE49-F238E27FC236}">
                        <a16:creationId xmlns:a16="http://schemas.microsoft.com/office/drawing/2014/main" id="{B2821126-95C5-B044-AEBC-BA333FAF6B2D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75" name="Freeform 474">
                      <a:extLst>
                        <a:ext uri="{FF2B5EF4-FFF2-40B4-BE49-F238E27FC236}">
                          <a16:creationId xmlns:a16="http://schemas.microsoft.com/office/drawing/2014/main" id="{B76A81D4-5DC8-C241-B209-B819BC6D7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6" name="Freeform 475">
                      <a:extLst>
                        <a:ext uri="{FF2B5EF4-FFF2-40B4-BE49-F238E27FC236}">
                          <a16:creationId xmlns:a16="http://schemas.microsoft.com/office/drawing/2014/main" id="{6F6ED06A-086C-754C-BE82-59E2830CF0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7" name="Freeform 476">
                      <a:extLst>
                        <a:ext uri="{FF2B5EF4-FFF2-40B4-BE49-F238E27FC236}">
                          <a16:creationId xmlns:a16="http://schemas.microsoft.com/office/drawing/2014/main" id="{A32340AB-4CC3-5442-987B-A47EF2040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8" name="Freeform 477">
                      <a:extLst>
                        <a:ext uri="{FF2B5EF4-FFF2-40B4-BE49-F238E27FC236}">
                          <a16:creationId xmlns:a16="http://schemas.microsoft.com/office/drawing/2014/main" id="{AC0AB71B-FD2B-9C4A-AE22-B586FC3356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520" name="Group 519">
                  <a:extLst>
                    <a:ext uri="{FF2B5EF4-FFF2-40B4-BE49-F238E27FC236}">
                      <a16:creationId xmlns:a16="http://schemas.microsoft.com/office/drawing/2014/main" id="{60B6F784-668B-5D4B-A622-66CCE6350B84}"/>
                    </a:ext>
                  </a:extLst>
                </p:cNvPr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21" name="Rectangle 520">
                    <a:extLst>
                      <a:ext uri="{FF2B5EF4-FFF2-40B4-BE49-F238E27FC236}">
                        <a16:creationId xmlns:a16="http://schemas.microsoft.com/office/drawing/2014/main" id="{275B9F34-60F1-4A43-AAD4-D58802DAAC8F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522" name="Freeform 521">
                    <a:extLst>
                      <a:ext uri="{FF2B5EF4-FFF2-40B4-BE49-F238E27FC236}">
                        <a16:creationId xmlns:a16="http://schemas.microsoft.com/office/drawing/2014/main" id="{778A1510-2C69-F848-B6B3-6C73FF163690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grpSp>
                <p:nvGrpSpPr>
                  <p:cNvPr id="523" name="Group 522">
                    <a:extLst>
                      <a:ext uri="{FF2B5EF4-FFF2-40B4-BE49-F238E27FC236}">
                        <a16:creationId xmlns:a16="http://schemas.microsoft.com/office/drawing/2014/main" id="{85BFF772-B3A6-F548-BDE0-8AEB95F33FBE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24" name="Freeform 523">
                      <a:extLst>
                        <a:ext uri="{FF2B5EF4-FFF2-40B4-BE49-F238E27FC236}">
                          <a16:creationId xmlns:a16="http://schemas.microsoft.com/office/drawing/2014/main" id="{B37A32DB-8119-5447-A58C-87AD1FDF0E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25" name="Freeform 524">
                      <a:extLst>
                        <a:ext uri="{FF2B5EF4-FFF2-40B4-BE49-F238E27FC236}">
                          <a16:creationId xmlns:a16="http://schemas.microsoft.com/office/drawing/2014/main" id="{58EF4D92-6D83-864D-92A9-A126405368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26" name="Freeform 525">
                      <a:extLst>
                        <a:ext uri="{FF2B5EF4-FFF2-40B4-BE49-F238E27FC236}">
                          <a16:creationId xmlns:a16="http://schemas.microsoft.com/office/drawing/2014/main" id="{79E03014-7882-0546-B7FE-50715AB535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27" name="Freeform 526">
                      <a:extLst>
                        <a:ext uri="{FF2B5EF4-FFF2-40B4-BE49-F238E27FC236}">
                          <a16:creationId xmlns:a16="http://schemas.microsoft.com/office/drawing/2014/main" id="{530508B2-B7B9-B347-8151-5F7967C6BE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479" name="Group 478">
                  <a:extLst>
                    <a:ext uri="{FF2B5EF4-FFF2-40B4-BE49-F238E27FC236}">
                      <a16:creationId xmlns:a16="http://schemas.microsoft.com/office/drawing/2014/main" id="{11A03BFE-097D-3B42-AA2B-11FFEA70FF5B}"/>
                    </a:ext>
                  </a:extLst>
                </p:cNvPr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80" name="Freeform 479">
                    <a:extLst>
                      <a:ext uri="{FF2B5EF4-FFF2-40B4-BE49-F238E27FC236}">
                        <a16:creationId xmlns:a16="http://schemas.microsoft.com/office/drawing/2014/main" id="{89B10910-D4AF-3246-860A-25F1D908938B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81" name="Oval 480">
                    <a:extLst>
                      <a:ext uri="{FF2B5EF4-FFF2-40B4-BE49-F238E27FC236}">
                        <a16:creationId xmlns:a16="http://schemas.microsoft.com/office/drawing/2014/main" id="{F9BAB47F-DDD3-BE44-9A9E-FC2F67051936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82" name="Group 481">
                    <a:extLst>
                      <a:ext uri="{FF2B5EF4-FFF2-40B4-BE49-F238E27FC236}">
                        <a16:creationId xmlns:a16="http://schemas.microsoft.com/office/drawing/2014/main" id="{753018A5-48AB-6D40-BB99-E6281192F8DD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83" name="Freeform 482">
                      <a:extLst>
                        <a:ext uri="{FF2B5EF4-FFF2-40B4-BE49-F238E27FC236}">
                          <a16:creationId xmlns:a16="http://schemas.microsoft.com/office/drawing/2014/main" id="{BD7DB5A0-40AC-504F-93F8-89A5617E2A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84" name="Freeform 483">
                      <a:extLst>
                        <a:ext uri="{FF2B5EF4-FFF2-40B4-BE49-F238E27FC236}">
                          <a16:creationId xmlns:a16="http://schemas.microsoft.com/office/drawing/2014/main" id="{DBEBB83D-40BF-8849-BAAA-59AB22EA08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85" name="Freeform 484">
                      <a:extLst>
                        <a:ext uri="{FF2B5EF4-FFF2-40B4-BE49-F238E27FC236}">
                          <a16:creationId xmlns:a16="http://schemas.microsoft.com/office/drawing/2014/main" id="{18930CC0-2525-0C49-9555-463122A4F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86" name="Freeform 485">
                      <a:extLst>
                        <a:ext uri="{FF2B5EF4-FFF2-40B4-BE49-F238E27FC236}">
                          <a16:creationId xmlns:a16="http://schemas.microsoft.com/office/drawing/2014/main" id="{0C651989-7B8A-F043-A1B6-F47D8764FC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529" name="Group 528">
                  <a:extLst>
                    <a:ext uri="{FF2B5EF4-FFF2-40B4-BE49-F238E27FC236}">
                      <a16:creationId xmlns:a16="http://schemas.microsoft.com/office/drawing/2014/main" id="{DE45D3AB-47E3-364E-81D6-324D69CE101C}"/>
                    </a:ext>
                  </a:extLst>
                </p:cNvPr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30" name="Rectangle 529">
                    <a:extLst>
                      <a:ext uri="{FF2B5EF4-FFF2-40B4-BE49-F238E27FC236}">
                        <a16:creationId xmlns:a16="http://schemas.microsoft.com/office/drawing/2014/main" id="{72425686-3D93-0646-A923-6ADF75485CDC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531" name="Freeform 530">
                    <a:extLst>
                      <a:ext uri="{FF2B5EF4-FFF2-40B4-BE49-F238E27FC236}">
                        <a16:creationId xmlns:a16="http://schemas.microsoft.com/office/drawing/2014/main" id="{6ADFF160-CF04-7049-A6D4-1C789FDD39AE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grpSp>
                <p:nvGrpSpPr>
                  <p:cNvPr id="532" name="Group 531">
                    <a:extLst>
                      <a:ext uri="{FF2B5EF4-FFF2-40B4-BE49-F238E27FC236}">
                        <a16:creationId xmlns:a16="http://schemas.microsoft.com/office/drawing/2014/main" id="{AFDD9D33-8D17-F840-A9A5-3807DD3BA314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33" name="Freeform 532">
                      <a:extLst>
                        <a:ext uri="{FF2B5EF4-FFF2-40B4-BE49-F238E27FC236}">
                          <a16:creationId xmlns:a16="http://schemas.microsoft.com/office/drawing/2014/main" id="{3AF3452D-972F-6944-8123-ECA4288786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34" name="Freeform 533">
                      <a:extLst>
                        <a:ext uri="{FF2B5EF4-FFF2-40B4-BE49-F238E27FC236}">
                          <a16:creationId xmlns:a16="http://schemas.microsoft.com/office/drawing/2014/main" id="{BA43E42C-CD9B-1744-BEEC-9E664114AC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35" name="Freeform 534">
                      <a:extLst>
                        <a:ext uri="{FF2B5EF4-FFF2-40B4-BE49-F238E27FC236}">
                          <a16:creationId xmlns:a16="http://schemas.microsoft.com/office/drawing/2014/main" id="{42EF7BB0-4257-F646-805E-AFBA92B62F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36" name="Freeform 535">
                      <a:extLst>
                        <a:ext uri="{FF2B5EF4-FFF2-40B4-BE49-F238E27FC236}">
                          <a16:creationId xmlns:a16="http://schemas.microsoft.com/office/drawing/2014/main" id="{95AEC175-56C0-C14B-9DC5-693400B124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463" name="Group 462">
                  <a:extLst>
                    <a:ext uri="{FF2B5EF4-FFF2-40B4-BE49-F238E27FC236}">
                      <a16:creationId xmlns:a16="http://schemas.microsoft.com/office/drawing/2014/main" id="{A8C4B740-B92E-8942-8EF4-347710C32F2C}"/>
                    </a:ext>
                  </a:extLst>
                </p:cNvPr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64" name="Freeform 463">
                    <a:extLst>
                      <a:ext uri="{FF2B5EF4-FFF2-40B4-BE49-F238E27FC236}">
                        <a16:creationId xmlns:a16="http://schemas.microsoft.com/office/drawing/2014/main" id="{71A9C1C2-E4A0-D74C-8C05-2AD307E7B3ED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65" name="Oval 464">
                    <a:extLst>
                      <a:ext uri="{FF2B5EF4-FFF2-40B4-BE49-F238E27FC236}">
                        <a16:creationId xmlns:a16="http://schemas.microsoft.com/office/drawing/2014/main" id="{0F366A03-D9E7-9F45-99D3-1CAC10EE2C74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66" name="Group 465">
                    <a:extLst>
                      <a:ext uri="{FF2B5EF4-FFF2-40B4-BE49-F238E27FC236}">
                        <a16:creationId xmlns:a16="http://schemas.microsoft.com/office/drawing/2014/main" id="{10CB8A50-A713-2549-9F44-B792D2C30CA4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67" name="Freeform 466">
                      <a:extLst>
                        <a:ext uri="{FF2B5EF4-FFF2-40B4-BE49-F238E27FC236}">
                          <a16:creationId xmlns:a16="http://schemas.microsoft.com/office/drawing/2014/main" id="{DC4E3153-8354-1145-82FC-C287EF5FE6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68" name="Freeform 467">
                      <a:extLst>
                        <a:ext uri="{FF2B5EF4-FFF2-40B4-BE49-F238E27FC236}">
                          <a16:creationId xmlns:a16="http://schemas.microsoft.com/office/drawing/2014/main" id="{99B3C81B-87BA-1A4F-BCAD-DF0EF9C582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69" name="Freeform 468">
                      <a:extLst>
                        <a:ext uri="{FF2B5EF4-FFF2-40B4-BE49-F238E27FC236}">
                          <a16:creationId xmlns:a16="http://schemas.microsoft.com/office/drawing/2014/main" id="{DEEA64E4-A29A-E742-B32E-C111E6BF42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0" name="Freeform 469">
                      <a:extLst>
                        <a:ext uri="{FF2B5EF4-FFF2-40B4-BE49-F238E27FC236}">
                          <a16:creationId xmlns:a16="http://schemas.microsoft.com/office/drawing/2014/main" id="{43676372-2E7B-9445-80AD-B31686FE67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pic>
              <p:nvPicPr>
                <p:cNvPr id="146" name="Picture 1065" descr="antenna_stylized">
                  <a:extLst>
                    <a:ext uri="{FF2B5EF4-FFF2-40B4-BE49-F238E27FC236}">
                      <a16:creationId xmlns:a16="http://schemas.microsoft.com/office/drawing/2014/main" id="{EC1E8FF9-A5AB-904A-91B8-DF493826053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97" name="Picture 1065" descr="antenna_stylized">
                  <a:extLst>
                    <a:ext uri="{FF2B5EF4-FFF2-40B4-BE49-F238E27FC236}">
                      <a16:creationId xmlns:a16="http://schemas.microsoft.com/office/drawing/2014/main" id="{87938519-94DB-D545-A29A-7EDE5E412B2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A6A6CC5-7ABD-A145-ADF0-F2AD445BC11E}"/>
                </a:ext>
              </a:extLst>
            </p:cNvPr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433FEDDB-405E-DB4E-815F-55EE9E62EF1A}"/>
                  </a:ext>
                </a:extLst>
              </p:cNvPr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1D164102-BE0D-AF40-9A7B-7F2B261B2C20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8" name="Group 377">
                  <a:extLst>
                    <a:ext uri="{FF2B5EF4-FFF2-40B4-BE49-F238E27FC236}">
                      <a16:creationId xmlns:a16="http://schemas.microsoft.com/office/drawing/2014/main" id="{9018E7EF-EB96-424D-962A-FEB80B43946F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79" name="Picture 378" descr="server_rack.png">
                    <a:extLst>
                      <a:ext uri="{FF2B5EF4-FFF2-40B4-BE49-F238E27FC236}">
                        <a16:creationId xmlns:a16="http://schemas.microsoft.com/office/drawing/2014/main" id="{C865CB27-BCE1-654B-9519-9B39D4CB58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0" name="Picture 379" descr="server_rack.png">
                    <a:extLst>
                      <a:ext uri="{FF2B5EF4-FFF2-40B4-BE49-F238E27FC236}">
                        <a16:creationId xmlns:a16="http://schemas.microsoft.com/office/drawing/2014/main" id="{41D005B5-0BAE-3E48-A2D4-576E4F7B94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1" name="Picture 380" descr="server_rack.png">
                    <a:extLst>
                      <a:ext uri="{FF2B5EF4-FFF2-40B4-BE49-F238E27FC236}">
                        <a16:creationId xmlns:a16="http://schemas.microsoft.com/office/drawing/2014/main" id="{89060F4D-6C40-724C-BD1E-F12A5CA65D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447" name="Group 446">
                <a:extLst>
                  <a:ext uri="{FF2B5EF4-FFF2-40B4-BE49-F238E27FC236}">
                    <a16:creationId xmlns:a16="http://schemas.microsoft.com/office/drawing/2014/main" id="{314E0C43-2359-9440-BEF9-9E1924BED605}"/>
                  </a:ext>
                </a:extLst>
              </p:cNvPr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448" name="Freeform 447">
                  <a:extLst>
                    <a:ext uri="{FF2B5EF4-FFF2-40B4-BE49-F238E27FC236}">
                      <a16:creationId xmlns:a16="http://schemas.microsoft.com/office/drawing/2014/main" id="{9737FFD7-2DCB-A148-A405-977351501C2B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9739DB09-38E5-A347-93BF-13C80AD84539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450" name="Group 449">
                  <a:extLst>
                    <a:ext uri="{FF2B5EF4-FFF2-40B4-BE49-F238E27FC236}">
                      <a16:creationId xmlns:a16="http://schemas.microsoft.com/office/drawing/2014/main" id="{04079280-378E-384D-9681-BF41B82BF6CB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1" name="Freeform 450">
                    <a:extLst>
                      <a:ext uri="{FF2B5EF4-FFF2-40B4-BE49-F238E27FC236}">
                        <a16:creationId xmlns:a16="http://schemas.microsoft.com/office/drawing/2014/main" id="{914AA044-3657-1448-A5E9-2F003DC03F6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52" name="Freeform 451">
                    <a:extLst>
                      <a:ext uri="{FF2B5EF4-FFF2-40B4-BE49-F238E27FC236}">
                        <a16:creationId xmlns:a16="http://schemas.microsoft.com/office/drawing/2014/main" id="{29FDF0B8-7E9A-1F4D-8C99-CE1C68A134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53" name="Freeform 452">
                    <a:extLst>
                      <a:ext uri="{FF2B5EF4-FFF2-40B4-BE49-F238E27FC236}">
                        <a16:creationId xmlns:a16="http://schemas.microsoft.com/office/drawing/2014/main" id="{49A96193-2E73-4C43-843C-2C8C4DCEE478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54" name="Freeform 453">
                    <a:extLst>
                      <a:ext uri="{FF2B5EF4-FFF2-40B4-BE49-F238E27FC236}">
                        <a16:creationId xmlns:a16="http://schemas.microsoft.com/office/drawing/2014/main" id="{F5358318-953E-E249-9021-E0B5DF66E3B3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4D09F97-D3D9-764B-B75B-ED7B4816D5B9}"/>
              </a:ext>
            </a:extLst>
          </p:cNvPr>
          <p:cNvGrpSpPr/>
          <p:nvPr/>
        </p:nvGrpSpPr>
        <p:grpSpPr>
          <a:xfrm>
            <a:off x="5535360" y="1348985"/>
            <a:ext cx="3242236" cy="2905835"/>
            <a:chOff x="11448552" y="1676017"/>
            <a:chExt cx="4322981" cy="3874447"/>
          </a:xfrm>
        </p:grpSpPr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8000236D-4FCB-8E42-8443-B60A47AB111C}"/>
                </a:ext>
              </a:extLst>
            </p:cNvPr>
            <p:cNvSpPr/>
            <p:nvPr/>
          </p:nvSpPr>
          <p:spPr>
            <a:xfrm>
              <a:off x="11548524" y="3627656"/>
              <a:ext cx="1007401" cy="448210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D2A0E321-E076-5E4B-B83B-757AFB1A4CEA}"/>
                </a:ext>
              </a:extLst>
            </p:cNvPr>
            <p:cNvSpPr/>
            <p:nvPr/>
          </p:nvSpPr>
          <p:spPr>
            <a:xfrm rot="1622536">
              <a:off x="12634901" y="5270789"/>
              <a:ext cx="887739" cy="161724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13" name="Oval 612">
              <a:extLst>
                <a:ext uri="{FF2B5EF4-FFF2-40B4-BE49-F238E27FC236}">
                  <a16:creationId xmlns:a16="http://schemas.microsoft.com/office/drawing/2014/main" id="{651092E3-127F-B747-AC6B-A506BBC80C9F}"/>
                </a:ext>
              </a:extLst>
            </p:cNvPr>
            <p:cNvSpPr/>
            <p:nvPr/>
          </p:nvSpPr>
          <p:spPr>
            <a:xfrm>
              <a:off x="12775958" y="1847944"/>
              <a:ext cx="473396" cy="24421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3" name="Oval 632">
              <a:extLst>
                <a:ext uri="{FF2B5EF4-FFF2-40B4-BE49-F238E27FC236}">
                  <a16:creationId xmlns:a16="http://schemas.microsoft.com/office/drawing/2014/main" id="{C302BF23-8204-FB46-A78D-495CB59FC0FB}"/>
                </a:ext>
              </a:extLst>
            </p:cNvPr>
            <p:cNvSpPr/>
            <p:nvPr/>
          </p:nvSpPr>
          <p:spPr>
            <a:xfrm>
              <a:off x="12669374" y="4563454"/>
              <a:ext cx="1698836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12239699" y="4881027"/>
              <a:ext cx="660040" cy="553827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6" name="Oval 635">
              <a:extLst>
                <a:ext uri="{FF2B5EF4-FFF2-40B4-BE49-F238E27FC236}">
                  <a16:creationId xmlns:a16="http://schemas.microsoft.com/office/drawing/2014/main" id="{33196CF4-E8B7-C748-AEBE-BE1C069588D5}"/>
                </a:ext>
              </a:extLst>
            </p:cNvPr>
            <p:cNvSpPr/>
            <p:nvPr/>
          </p:nvSpPr>
          <p:spPr>
            <a:xfrm>
              <a:off x="12638017" y="2106713"/>
              <a:ext cx="503074" cy="24332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7" name="Oval 636">
              <a:extLst>
                <a:ext uri="{FF2B5EF4-FFF2-40B4-BE49-F238E27FC236}">
                  <a16:creationId xmlns:a16="http://schemas.microsoft.com/office/drawing/2014/main" id="{B8AA2F12-9606-F944-8D71-78704F4F02AC}"/>
                </a:ext>
              </a:extLst>
            </p:cNvPr>
            <p:cNvSpPr/>
            <p:nvPr/>
          </p:nvSpPr>
          <p:spPr>
            <a:xfrm>
              <a:off x="13837524" y="5040395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C1E7801D-A747-164C-BE12-1FDEB3DFE743}"/>
                </a:ext>
              </a:extLst>
            </p:cNvPr>
            <p:cNvSpPr/>
            <p:nvPr/>
          </p:nvSpPr>
          <p:spPr>
            <a:xfrm rot="2528345">
              <a:off x="12297976" y="2504847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9" name="Oval 638">
              <a:extLst>
                <a:ext uri="{FF2B5EF4-FFF2-40B4-BE49-F238E27FC236}">
                  <a16:creationId xmlns:a16="http://schemas.microsoft.com/office/drawing/2014/main" id="{DF73A1CD-668E-B544-868D-FCFA8CE79DB9}"/>
                </a:ext>
              </a:extLst>
            </p:cNvPr>
            <p:cNvSpPr/>
            <p:nvPr/>
          </p:nvSpPr>
          <p:spPr>
            <a:xfrm>
              <a:off x="11972286" y="1972003"/>
              <a:ext cx="612303" cy="754264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500940CE-3A4B-8544-8F75-20D608AFFFB0}"/>
                </a:ext>
              </a:extLst>
            </p:cNvPr>
            <p:cNvSpPr/>
            <p:nvPr/>
          </p:nvSpPr>
          <p:spPr>
            <a:xfrm>
              <a:off x="11792971" y="1676017"/>
              <a:ext cx="473396" cy="24421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E74C110B-4F40-B84E-93CB-C30BF30DDED9}"/>
                </a:ext>
              </a:extLst>
            </p:cNvPr>
            <p:cNvSpPr/>
            <p:nvPr/>
          </p:nvSpPr>
          <p:spPr>
            <a:xfrm>
              <a:off x="11448552" y="2167072"/>
              <a:ext cx="473396" cy="24421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75" name="Oval 574">
              <a:extLst>
                <a:ext uri="{FF2B5EF4-FFF2-40B4-BE49-F238E27FC236}">
                  <a16:creationId xmlns:a16="http://schemas.microsoft.com/office/drawing/2014/main" id="{2CC4CBCD-9D3E-664B-9A59-A12E27F46392}"/>
                </a:ext>
              </a:extLst>
            </p:cNvPr>
            <p:cNvSpPr/>
            <p:nvPr/>
          </p:nvSpPr>
          <p:spPr>
            <a:xfrm>
              <a:off x="11807613" y="3089587"/>
              <a:ext cx="473396" cy="24421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76" name="Oval 575">
              <a:extLst>
                <a:ext uri="{FF2B5EF4-FFF2-40B4-BE49-F238E27FC236}">
                  <a16:creationId xmlns:a16="http://schemas.microsoft.com/office/drawing/2014/main" id="{F26C818D-F631-C04E-9F69-A6D978B05150}"/>
                </a:ext>
              </a:extLst>
            </p:cNvPr>
            <p:cNvSpPr/>
            <p:nvPr/>
          </p:nvSpPr>
          <p:spPr>
            <a:xfrm>
              <a:off x="11461856" y="3203435"/>
              <a:ext cx="473396" cy="24421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67287325-A3CF-3F47-9A8A-8C7EE2AD7C46}"/>
                </a:ext>
              </a:extLst>
            </p:cNvPr>
            <p:cNvSpPr/>
            <p:nvPr/>
          </p:nvSpPr>
          <p:spPr>
            <a:xfrm>
              <a:off x="14880961" y="3246013"/>
              <a:ext cx="81304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41" name="Oval 640">
              <a:extLst>
                <a:ext uri="{FF2B5EF4-FFF2-40B4-BE49-F238E27FC236}">
                  <a16:creationId xmlns:a16="http://schemas.microsoft.com/office/drawing/2014/main" id="{0F5FBC8A-7824-B94D-A922-EFEF1B35EA37}"/>
                </a:ext>
              </a:extLst>
            </p:cNvPr>
            <p:cNvSpPr/>
            <p:nvPr/>
          </p:nvSpPr>
          <p:spPr>
            <a:xfrm>
              <a:off x="14958490" y="4026029"/>
              <a:ext cx="81304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642" name="Content Placeholder 2">
            <a:extLst>
              <a:ext uri="{FF2B5EF4-FFF2-40B4-BE49-F238E27FC236}">
                <a16:creationId xmlns:a16="http://schemas.microsoft.com/office/drawing/2014/main" id="{42E83185-879F-5940-902F-C059E5776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4269499" cy="3463098"/>
          </a:xfrm>
        </p:spPr>
        <p:txBody>
          <a:bodyPr>
            <a:normAutofit/>
          </a:bodyPr>
          <a:lstStyle/>
          <a:p>
            <a:pPr marL="0" indent="0">
              <a:buSzPct val="75000"/>
              <a:buNone/>
            </a:pPr>
            <a:r>
              <a:rPr lang="en-US" altLang="en-US" sz="1800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Network edge:</a:t>
            </a:r>
          </a:p>
          <a:p>
            <a:pPr marL="263129" indent="-169069">
              <a:buSzPct val="100000"/>
            </a:pPr>
            <a:r>
              <a:rPr lang="en-US" altLang="en-US" sz="18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hosts: clients and servers</a:t>
            </a:r>
          </a:p>
          <a:p>
            <a:pPr marL="263129" indent="-169069">
              <a:buSzPct val="100000"/>
            </a:pPr>
            <a:r>
              <a:rPr lang="en-US" altLang="en-US" sz="18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servers often in data centers</a:t>
            </a:r>
          </a:p>
          <a:p>
            <a:pPr marL="8335" indent="0">
              <a:spcBef>
                <a:spcPts val="1650"/>
              </a:spcBef>
              <a:buSzPct val="75000"/>
              <a:buNone/>
            </a:pPr>
            <a:r>
              <a:rPr lang="en-US" altLang="en-US" sz="19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 networks, physical media:</a:t>
            </a:r>
          </a:p>
          <a:p>
            <a:pPr marL="217885" indent="-132160">
              <a:buSzPct val="100000"/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wired, wireless communication links</a:t>
            </a:r>
            <a:r>
              <a:rPr lang="en-US" altLang="en-US" sz="19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19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17885" indent="-132160">
              <a:buSzPct val="100000"/>
            </a:pPr>
            <a:r>
              <a:rPr lang="en-US" altLang="en-US" sz="19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Connects end systems to the internet</a:t>
            </a:r>
            <a:endParaRPr lang="en-US" altLang="en-US" sz="19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9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D6763B-8C95-A249-B406-399CD97D3BBA}"/>
              </a:ext>
            </a:extLst>
          </p:cNvPr>
          <p:cNvSpPr/>
          <p:nvPr/>
        </p:nvSpPr>
        <p:spPr>
          <a:xfrm>
            <a:off x="512379" y="1261241"/>
            <a:ext cx="4340890" cy="1400955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96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4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90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419">
            <a:extLst>
              <a:ext uri="{FF2B5EF4-FFF2-40B4-BE49-F238E27FC236}">
                <a16:creationId xmlns:a16="http://schemas.microsoft.com/office/drawing/2014/main" id="{F39DA03D-3BDA-2344-B3D3-3A95FB5E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306" y="2664809"/>
            <a:ext cx="740249" cy="502217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 closer look at Internet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AEE93-D7C7-5A4A-AB8B-951DDF4E1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4269499" cy="3463098"/>
          </a:xfrm>
        </p:spPr>
        <p:txBody>
          <a:bodyPr>
            <a:normAutofit fontScale="77500" lnSpcReduction="20000"/>
          </a:bodyPr>
          <a:lstStyle/>
          <a:p>
            <a:pPr marL="0" indent="0">
              <a:buSzPct val="75000"/>
              <a:buNone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Network edge:</a:t>
            </a:r>
          </a:p>
          <a:p>
            <a:pPr marL="263129" indent="-169069">
              <a:buSzPct val="100000"/>
            </a:pP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hosts: clients and servers</a:t>
            </a:r>
          </a:p>
          <a:p>
            <a:pPr marL="263129" indent="-169069">
              <a:buSzPct val="100000"/>
            </a:pP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servers often in data centers</a:t>
            </a:r>
          </a:p>
          <a:p>
            <a:pPr marL="8335" indent="0">
              <a:spcBef>
                <a:spcPts val="1650"/>
              </a:spcBef>
              <a:buSzPct val="75000"/>
              <a:buNone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 networks, physical media:</a:t>
            </a:r>
          </a:p>
          <a:p>
            <a:pPr marL="217885" indent="-132160">
              <a:buSzPct val="100000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wired, wireless communication links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144" indent="0">
              <a:spcBef>
                <a:spcPts val="1650"/>
              </a:spcBef>
              <a:buSzPct val="75000"/>
              <a:buNone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core: </a:t>
            </a:r>
          </a:p>
          <a:p>
            <a:pPr marL="257175" lvl="1" indent="-155972">
              <a:lnSpc>
                <a:spcPct val="85000"/>
              </a:lnSpc>
              <a:spcBef>
                <a:spcPct val="15000"/>
              </a:spcBef>
              <a:buClr>
                <a:srgbClr val="000099"/>
              </a:buClr>
              <a:buSzPct val="95000"/>
              <a:buFont typeface="Wingdings" pitchFamily="2" charset="2"/>
              <a:buChar char="§"/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interconnected routers</a:t>
            </a:r>
          </a:p>
          <a:p>
            <a:pPr marL="257175" lvl="1" indent="-155972">
              <a:lnSpc>
                <a:spcPct val="85000"/>
              </a:lnSpc>
              <a:spcBef>
                <a:spcPct val="15000"/>
              </a:spcBef>
              <a:buClr>
                <a:srgbClr val="000099"/>
              </a:buClr>
              <a:buSzPct val="95000"/>
              <a:buFont typeface="Wingdings" pitchFamily="2" charset="2"/>
              <a:buChar char="§"/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network of networks</a:t>
            </a:r>
          </a:p>
          <a:p>
            <a:pPr marL="130969" indent="0">
              <a:buSzPct val="75000"/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6738892" y="2299334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5455557" y="1369526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sz="1050"/>
          </a:p>
        </p:txBody>
      </p:sp>
      <p:sp>
        <p:nvSpPr>
          <p:cNvPr id="370" name="AutoShape 420">
            <a:extLst>
              <a:ext uri="{FF2B5EF4-FFF2-40B4-BE49-F238E27FC236}">
                <a16:creationId xmlns:a16="http://schemas.microsoft.com/office/drawing/2014/main" id="{579866B0-F884-A84A-B74A-EFEA50EBF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013" y="2466938"/>
            <a:ext cx="1094184" cy="238388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CC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5784301" y="3512351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6" y="1116346"/>
            <a:ext cx="1093569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6" y="3143942"/>
            <a:ext cx="1466735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182" y="4334832"/>
            <a:ext cx="1026243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enterprise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7666610" y="2384655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8128275" y="2946038"/>
            <a:ext cx="515545" cy="541161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8078379" y="2395628"/>
            <a:ext cx="445960" cy="486252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7155610" y="1336532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7070401" y="1388397"/>
            <a:ext cx="1468672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6959301" y="2758432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6574622" y="2585939"/>
            <a:ext cx="780479" cy="528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8188325" y="3508453"/>
            <a:ext cx="692818" cy="310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88" dirty="0"/>
              <a:t>datacenter </a:t>
            </a:r>
          </a:p>
          <a:p>
            <a:pPr>
              <a:lnSpc>
                <a:spcPct val="90000"/>
              </a:lnSpc>
            </a:pPr>
            <a:r>
              <a:rPr lang="en-US" sz="788" dirty="0"/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7547264" y="3171186"/>
            <a:ext cx="710451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content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provider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network</a:t>
            </a:r>
            <a:endParaRPr lang="en-US" sz="750" dirty="0"/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7919940" y="2685094"/>
            <a:ext cx="309723" cy="47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7995626" y="2730514"/>
            <a:ext cx="259400" cy="554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7977673" y="2725066"/>
            <a:ext cx="251990" cy="296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7928081" y="2696172"/>
            <a:ext cx="1" cy="364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7912966" y="3053732"/>
            <a:ext cx="381407" cy="2614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7421397" y="306580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6914712" y="306580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6957651" y="2630754"/>
            <a:ext cx="286818" cy="387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7299802" y="2630754"/>
            <a:ext cx="0" cy="405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7603251" y="2066019"/>
            <a:ext cx="366131" cy="629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7349039" y="2021260"/>
            <a:ext cx="285324" cy="52110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Straight Connector 563">
            <a:extLst>
              <a:ext uri="{FF2B5EF4-FFF2-40B4-BE49-F238E27FC236}">
                <a16:creationId xmlns:a16="http://schemas.microsoft.com/office/drawing/2014/main" id="{CE6E1140-BC2F-9947-9B51-91DC5079ABB1}"/>
              </a:ext>
            </a:extLst>
          </p:cNvPr>
          <p:cNvCxnSpPr/>
          <p:nvPr/>
        </p:nvCxnSpPr>
        <p:spPr>
          <a:xfrm flipH="1">
            <a:off x="7575477" y="1627075"/>
            <a:ext cx="571100" cy="43301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Straight Connector 564">
            <a:extLst>
              <a:ext uri="{FF2B5EF4-FFF2-40B4-BE49-F238E27FC236}">
                <a16:creationId xmlns:a16="http://schemas.microsoft.com/office/drawing/2014/main" id="{9EF5B4FA-3960-F54C-936B-C64147078447}"/>
              </a:ext>
            </a:extLst>
          </p:cNvPr>
          <p:cNvCxnSpPr/>
          <p:nvPr/>
        </p:nvCxnSpPr>
        <p:spPr>
          <a:xfrm flipH="1">
            <a:off x="7575476" y="1701235"/>
            <a:ext cx="2978" cy="38884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Straight Connector 565">
            <a:extLst>
              <a:ext uri="{FF2B5EF4-FFF2-40B4-BE49-F238E27FC236}">
                <a16:creationId xmlns:a16="http://schemas.microsoft.com/office/drawing/2014/main" id="{691B45AC-C5E3-D24E-9C63-05D00B08C71D}"/>
              </a:ext>
            </a:extLst>
          </p:cNvPr>
          <p:cNvCxnSpPr/>
          <p:nvPr/>
        </p:nvCxnSpPr>
        <p:spPr>
          <a:xfrm flipH="1">
            <a:off x="8004101" y="1650380"/>
            <a:ext cx="112020" cy="38884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566">
            <a:extLst>
              <a:ext uri="{FF2B5EF4-FFF2-40B4-BE49-F238E27FC236}">
                <a16:creationId xmlns:a16="http://schemas.microsoft.com/office/drawing/2014/main" id="{59EB46BB-F3EA-4248-B631-AC80BEB74EF0}"/>
              </a:ext>
            </a:extLst>
          </p:cNvPr>
          <p:cNvCxnSpPr/>
          <p:nvPr/>
        </p:nvCxnSpPr>
        <p:spPr>
          <a:xfrm flipH="1">
            <a:off x="7606625" y="2039225"/>
            <a:ext cx="430712" cy="2086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C562C7DD-3FD1-0E4C-B308-744C6C87FC79}"/>
              </a:ext>
            </a:extLst>
          </p:cNvPr>
          <p:cNvCxnSpPr/>
          <p:nvPr/>
        </p:nvCxnSpPr>
        <p:spPr>
          <a:xfrm flipH="1">
            <a:off x="7552157" y="1627074"/>
            <a:ext cx="591442" cy="7416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6793D61B-AD50-A246-A5C0-38DF48C17738}"/>
              </a:ext>
            </a:extLst>
          </p:cNvPr>
          <p:cNvCxnSpPr/>
          <p:nvPr/>
        </p:nvCxnSpPr>
        <p:spPr>
          <a:xfrm flipH="1">
            <a:off x="8146577" y="1595494"/>
            <a:ext cx="209252" cy="3158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EDD09B84-3AA8-0948-AB6C-1D5CBFFC5293}"/>
              </a:ext>
            </a:extLst>
          </p:cNvPr>
          <p:cNvCxnSpPr/>
          <p:nvPr/>
        </p:nvCxnSpPr>
        <p:spPr>
          <a:xfrm flipH="1" flipV="1">
            <a:off x="8011496" y="2039226"/>
            <a:ext cx="265156" cy="5085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Connector 573">
            <a:extLst>
              <a:ext uri="{FF2B5EF4-FFF2-40B4-BE49-F238E27FC236}">
                <a16:creationId xmlns:a16="http://schemas.microsoft.com/office/drawing/2014/main" id="{C777BA08-17B1-254B-BCB6-583E10254EC6}"/>
              </a:ext>
            </a:extLst>
          </p:cNvPr>
          <p:cNvCxnSpPr/>
          <p:nvPr/>
        </p:nvCxnSpPr>
        <p:spPr>
          <a:xfrm flipH="1">
            <a:off x="6576918" y="1701235"/>
            <a:ext cx="975239" cy="45496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Line 541">
            <a:extLst>
              <a:ext uri="{FF2B5EF4-FFF2-40B4-BE49-F238E27FC236}">
                <a16:creationId xmlns:a16="http://schemas.microsoft.com/office/drawing/2014/main" id="{C44ADC96-78DA-C64F-AF97-4FFA68D2ED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4029" y="3085035"/>
            <a:ext cx="321993" cy="5292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9" name="Line 424">
            <a:extLst>
              <a:ext uri="{FF2B5EF4-FFF2-40B4-BE49-F238E27FC236}">
                <a16:creationId xmlns:a16="http://schemas.microsoft.com/office/drawing/2014/main" id="{845B46BE-685D-2D4E-AD26-5684794D19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83416" y="3035593"/>
            <a:ext cx="726788" cy="23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243" name="Oval 800">
            <a:extLst>
              <a:ext uri="{FF2B5EF4-FFF2-40B4-BE49-F238E27FC236}">
                <a16:creationId xmlns:a16="http://schemas.microsoft.com/office/drawing/2014/main" id="{271D03F6-D85B-EC41-803D-EFAA96DAE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06" y="1719747"/>
            <a:ext cx="39291" cy="3711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7807957" y="2622104"/>
            <a:ext cx="265259" cy="148758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7461543" y="1651719"/>
            <a:ext cx="265259" cy="148758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7895410" y="1960025"/>
            <a:ext cx="265259" cy="148758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7982869" y="1580972"/>
            <a:ext cx="265259" cy="148758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6824091" y="2967468"/>
            <a:ext cx="275418" cy="180228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7485094" y="1996174"/>
            <a:ext cx="265259" cy="148758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7122854" y="2545524"/>
            <a:ext cx="275418" cy="180228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7201166" y="2999822"/>
            <a:ext cx="275418" cy="180228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7781444" y="2994244"/>
            <a:ext cx="265259" cy="148758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pic>
        <p:nvPicPr>
          <p:cNvPr id="359" name="Picture 653" descr="iphone_stylized_small">
            <a:extLst>
              <a:ext uri="{FF2B5EF4-FFF2-40B4-BE49-F238E27FC236}">
                <a16:creationId xmlns:a16="http://schemas.microsoft.com/office/drawing/2014/main" id="{EDF1EC93-A6E5-964F-B0D6-EE56B282A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179" y="1437769"/>
            <a:ext cx="102631" cy="24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1018" descr="laptop_keyboard">
            <a:extLst>
              <a:ext uri="{FF2B5EF4-FFF2-40B4-BE49-F238E27FC236}">
                <a16:creationId xmlns:a16="http://schemas.microsoft.com/office/drawing/2014/main" id="{7087B8D0-FFCB-0746-A889-28909002C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598586" y="1953818"/>
            <a:ext cx="327916" cy="119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Freeform 1019">
            <a:extLst>
              <a:ext uri="{FF2B5EF4-FFF2-40B4-BE49-F238E27FC236}">
                <a16:creationId xmlns:a16="http://schemas.microsoft.com/office/drawing/2014/main" id="{7C75BC30-0808-D44D-AF7A-A72B4A529E54}"/>
              </a:ext>
            </a:extLst>
          </p:cNvPr>
          <p:cNvSpPr>
            <a:spLocks/>
          </p:cNvSpPr>
          <p:nvPr/>
        </p:nvSpPr>
        <p:spPr bwMode="auto">
          <a:xfrm>
            <a:off x="5707259" y="1837729"/>
            <a:ext cx="263939" cy="156125"/>
          </a:xfrm>
          <a:custGeom>
            <a:avLst/>
            <a:gdLst>
              <a:gd name="T0" fmla="*/ 775798119 w 2982"/>
              <a:gd name="T1" fmla="*/ 0 h 2442"/>
              <a:gd name="T2" fmla="*/ 0 w 2982"/>
              <a:gd name="T3" fmla="*/ 211226083 h 2442"/>
              <a:gd name="T4" fmla="*/ 2147483646 w 2982"/>
              <a:gd name="T5" fmla="*/ 263880059 h 2442"/>
              <a:gd name="T6" fmla="*/ 2147483646 w 2982"/>
              <a:gd name="T7" fmla="*/ 52653891 h 2442"/>
              <a:gd name="T8" fmla="*/ 775798119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76" name="Picture 1020" descr="screen">
            <a:extLst>
              <a:ext uri="{FF2B5EF4-FFF2-40B4-BE49-F238E27FC236}">
                <a16:creationId xmlns:a16="http://schemas.microsoft.com/office/drawing/2014/main" id="{2D732B7A-74CB-D547-ADB5-C721526D5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259" y="1841744"/>
            <a:ext cx="239839" cy="14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Freeform 1021">
            <a:extLst>
              <a:ext uri="{FF2B5EF4-FFF2-40B4-BE49-F238E27FC236}">
                <a16:creationId xmlns:a16="http://schemas.microsoft.com/office/drawing/2014/main" id="{FBD1A429-9B8F-F940-AD09-4638CC3167E7}"/>
              </a:ext>
            </a:extLst>
          </p:cNvPr>
          <p:cNvSpPr>
            <a:spLocks/>
          </p:cNvSpPr>
          <p:nvPr/>
        </p:nvSpPr>
        <p:spPr bwMode="auto">
          <a:xfrm>
            <a:off x="5755315" y="1833122"/>
            <a:ext cx="223625" cy="29052"/>
          </a:xfrm>
          <a:custGeom>
            <a:avLst/>
            <a:gdLst>
              <a:gd name="T0" fmla="*/ 193616298 w 2528"/>
              <a:gd name="T1" fmla="*/ 0 h 455"/>
              <a:gd name="T2" fmla="*/ 2147483646 w 2528"/>
              <a:gd name="T3" fmla="*/ 52445139 h 455"/>
              <a:gd name="T4" fmla="*/ 2147483646 w 2528"/>
              <a:gd name="T5" fmla="*/ 52445139 h 455"/>
              <a:gd name="T6" fmla="*/ 0 w 2528"/>
              <a:gd name="T7" fmla="*/ 52445139 h 455"/>
              <a:gd name="T8" fmla="*/ 193616298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78" name="Freeform 1022">
            <a:extLst>
              <a:ext uri="{FF2B5EF4-FFF2-40B4-BE49-F238E27FC236}">
                <a16:creationId xmlns:a16="http://schemas.microsoft.com/office/drawing/2014/main" id="{376C8B48-3441-F643-B92D-5DC759EDA1B5}"/>
              </a:ext>
            </a:extLst>
          </p:cNvPr>
          <p:cNvSpPr>
            <a:spLocks/>
          </p:cNvSpPr>
          <p:nvPr/>
        </p:nvSpPr>
        <p:spPr bwMode="auto">
          <a:xfrm>
            <a:off x="5704921" y="1832887"/>
            <a:ext cx="62078" cy="120932"/>
          </a:xfrm>
          <a:custGeom>
            <a:avLst/>
            <a:gdLst>
              <a:gd name="T0" fmla="*/ 773664160 w 702"/>
              <a:gd name="T1" fmla="*/ 0 h 1893"/>
              <a:gd name="T2" fmla="*/ 0 w 702"/>
              <a:gd name="T3" fmla="*/ 210739916 h 1893"/>
              <a:gd name="T4" fmla="*/ 193416040 w 702"/>
              <a:gd name="T5" fmla="*/ 210739916 h 1893"/>
              <a:gd name="T6" fmla="*/ 967080200 w 702"/>
              <a:gd name="T7" fmla="*/ 52529017 h 1893"/>
              <a:gd name="T8" fmla="*/ 773664160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79" name="Freeform 1023">
            <a:extLst>
              <a:ext uri="{FF2B5EF4-FFF2-40B4-BE49-F238E27FC236}">
                <a16:creationId xmlns:a16="http://schemas.microsoft.com/office/drawing/2014/main" id="{4DFECD03-4AF0-1342-8138-6CEC8249A287}"/>
              </a:ext>
            </a:extLst>
          </p:cNvPr>
          <p:cNvSpPr>
            <a:spLocks/>
          </p:cNvSpPr>
          <p:nvPr/>
        </p:nvSpPr>
        <p:spPr bwMode="auto">
          <a:xfrm>
            <a:off x="5910435" y="1854498"/>
            <a:ext cx="66898" cy="139592"/>
          </a:xfrm>
          <a:custGeom>
            <a:avLst/>
            <a:gdLst>
              <a:gd name="T0" fmla="*/ 969024527 w 756"/>
              <a:gd name="T1" fmla="*/ 0 h 2184"/>
              <a:gd name="T2" fmla="*/ 193802074 w 756"/>
              <a:gd name="T3" fmla="*/ 263660221 h 2184"/>
              <a:gd name="T4" fmla="*/ 0 w 756"/>
              <a:gd name="T5" fmla="*/ 263660221 h 2184"/>
              <a:gd name="T6" fmla="*/ 775222454 w 756"/>
              <a:gd name="T7" fmla="*/ 52610059 h 2184"/>
              <a:gd name="T8" fmla="*/ 96902452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0" name="Freeform 1024">
            <a:extLst>
              <a:ext uri="{FF2B5EF4-FFF2-40B4-BE49-F238E27FC236}">
                <a16:creationId xmlns:a16="http://schemas.microsoft.com/office/drawing/2014/main" id="{8AA57D4B-3E9B-994B-AF13-DB646178BD1D}"/>
              </a:ext>
            </a:extLst>
          </p:cNvPr>
          <p:cNvSpPr>
            <a:spLocks/>
          </p:cNvSpPr>
          <p:nvPr/>
        </p:nvSpPr>
        <p:spPr bwMode="auto">
          <a:xfrm>
            <a:off x="5704191" y="1947677"/>
            <a:ext cx="245389" cy="47121"/>
          </a:xfrm>
          <a:custGeom>
            <a:avLst/>
            <a:gdLst>
              <a:gd name="T0" fmla="*/ 193829444 w 2773"/>
              <a:gd name="T1" fmla="*/ 0 h 738"/>
              <a:gd name="T2" fmla="*/ 0 w 2773"/>
              <a:gd name="T3" fmla="*/ 52443587 h 738"/>
              <a:gd name="T4" fmla="*/ 2147483646 w 2773"/>
              <a:gd name="T5" fmla="*/ 104894411 h 738"/>
              <a:gd name="T6" fmla="*/ 2147483646 w 2773"/>
              <a:gd name="T7" fmla="*/ 52443587 h 738"/>
              <a:gd name="T8" fmla="*/ 193829444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1" name="Freeform 1025">
            <a:extLst>
              <a:ext uri="{FF2B5EF4-FFF2-40B4-BE49-F238E27FC236}">
                <a16:creationId xmlns:a16="http://schemas.microsoft.com/office/drawing/2014/main" id="{59DA24E7-1981-0E44-8060-2B7CE58EBF80}"/>
              </a:ext>
            </a:extLst>
          </p:cNvPr>
          <p:cNvSpPr>
            <a:spLocks/>
          </p:cNvSpPr>
          <p:nvPr/>
        </p:nvSpPr>
        <p:spPr bwMode="auto">
          <a:xfrm>
            <a:off x="5917884" y="1855679"/>
            <a:ext cx="62662" cy="140182"/>
          </a:xfrm>
          <a:custGeom>
            <a:avLst/>
            <a:gdLst>
              <a:gd name="T0" fmla="*/ 2147483646 w 637"/>
              <a:gd name="T1" fmla="*/ 0 h 1659"/>
              <a:gd name="T2" fmla="*/ 2147483646 w 637"/>
              <a:gd name="T3" fmla="*/ 0 h 1659"/>
              <a:gd name="T4" fmla="*/ 295581541 w 637"/>
              <a:gd name="T5" fmla="*/ 2147483646 h 1659"/>
              <a:gd name="T6" fmla="*/ 0 w 637"/>
              <a:gd name="T7" fmla="*/ 2147483646 h 1659"/>
              <a:gd name="T8" fmla="*/ 2147483646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2" name="Freeform 1026">
            <a:extLst>
              <a:ext uri="{FF2B5EF4-FFF2-40B4-BE49-F238E27FC236}">
                <a16:creationId xmlns:a16="http://schemas.microsoft.com/office/drawing/2014/main" id="{DB3D3129-2B70-5643-96C2-83638DE57FF8}"/>
              </a:ext>
            </a:extLst>
          </p:cNvPr>
          <p:cNvSpPr>
            <a:spLocks/>
          </p:cNvSpPr>
          <p:nvPr/>
        </p:nvSpPr>
        <p:spPr bwMode="auto">
          <a:xfrm>
            <a:off x="5704483" y="1953936"/>
            <a:ext cx="218221" cy="46531"/>
          </a:xfrm>
          <a:custGeom>
            <a:avLst/>
            <a:gdLst>
              <a:gd name="T0" fmla="*/ 0 w 2216"/>
              <a:gd name="T1" fmla="*/ 0 h 550"/>
              <a:gd name="T2" fmla="*/ 296523134 w 2216"/>
              <a:gd name="T3" fmla="*/ 324379338 h 550"/>
              <a:gd name="T4" fmla="*/ 2147483646 w 2216"/>
              <a:gd name="T5" fmla="*/ 2147483646 h 550"/>
              <a:gd name="T6" fmla="*/ 2147483646 w 2216"/>
              <a:gd name="T7" fmla="*/ 2147483646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83" name="Group 1027">
            <a:extLst>
              <a:ext uri="{FF2B5EF4-FFF2-40B4-BE49-F238E27FC236}">
                <a16:creationId xmlns:a16="http://schemas.microsoft.com/office/drawing/2014/main" id="{8C6DEC60-5C97-D546-9977-EBD182221DD2}"/>
              </a:ext>
            </a:extLst>
          </p:cNvPr>
          <p:cNvGrpSpPr>
            <a:grpSpLocks/>
          </p:cNvGrpSpPr>
          <p:nvPr/>
        </p:nvGrpSpPr>
        <p:grpSpPr bwMode="auto">
          <a:xfrm>
            <a:off x="5700832" y="2003655"/>
            <a:ext cx="74055" cy="27635"/>
            <a:chOff x="1740" y="2642"/>
            <a:chExt cx="752" cy="327"/>
          </a:xfrm>
        </p:grpSpPr>
        <p:sp>
          <p:nvSpPr>
            <p:cNvPr id="169" name="Freeform 1028">
              <a:extLst>
                <a:ext uri="{FF2B5EF4-FFF2-40B4-BE49-F238E27FC236}">
                  <a16:creationId xmlns:a16="http://schemas.microsoft.com/office/drawing/2014/main" id="{5D16627E-DE34-BC4F-9513-7A7D4707F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0" name="Freeform 1029">
              <a:extLst>
                <a:ext uri="{FF2B5EF4-FFF2-40B4-BE49-F238E27FC236}">
                  <a16:creationId xmlns:a16="http://schemas.microsoft.com/office/drawing/2014/main" id="{D8D65D68-18A4-E54D-8916-1DEF36844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1" name="Freeform 1030">
              <a:extLst>
                <a:ext uri="{FF2B5EF4-FFF2-40B4-BE49-F238E27FC236}">
                  <a16:creationId xmlns:a16="http://schemas.microsoft.com/office/drawing/2014/main" id="{3C79D147-9974-F341-96E9-F9AD19F14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2" name="Freeform 1031">
              <a:extLst>
                <a:ext uri="{FF2B5EF4-FFF2-40B4-BE49-F238E27FC236}">
                  <a16:creationId xmlns:a16="http://schemas.microsoft.com/office/drawing/2014/main" id="{5E0CE9D2-21FD-2644-9691-743CC3E13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3" name="Freeform 1032">
              <a:extLst>
                <a:ext uri="{FF2B5EF4-FFF2-40B4-BE49-F238E27FC236}">
                  <a16:creationId xmlns:a16="http://schemas.microsoft.com/office/drawing/2014/main" id="{5691098F-1432-0D44-8573-312C3A566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4" name="Freeform 1033">
              <a:extLst>
                <a:ext uri="{FF2B5EF4-FFF2-40B4-BE49-F238E27FC236}">
                  <a16:creationId xmlns:a16="http://schemas.microsoft.com/office/drawing/2014/main" id="{2D4A77A2-D0F1-164A-A67D-A50954386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84" name="Freeform 1034">
            <a:extLst>
              <a:ext uri="{FF2B5EF4-FFF2-40B4-BE49-F238E27FC236}">
                <a16:creationId xmlns:a16="http://schemas.microsoft.com/office/drawing/2014/main" id="{A283BD8E-0AD2-B743-8237-483C3A6A6CD3}"/>
              </a:ext>
            </a:extLst>
          </p:cNvPr>
          <p:cNvSpPr>
            <a:spLocks/>
          </p:cNvSpPr>
          <p:nvPr/>
        </p:nvSpPr>
        <p:spPr bwMode="auto">
          <a:xfrm>
            <a:off x="5827615" y="2007788"/>
            <a:ext cx="89684" cy="60702"/>
          </a:xfrm>
          <a:custGeom>
            <a:avLst/>
            <a:gdLst>
              <a:gd name="T0" fmla="*/ 213221464 w 990"/>
              <a:gd name="T1" fmla="*/ 1090686587 h 792"/>
              <a:gd name="T2" fmla="*/ 1915477586 w 990"/>
              <a:gd name="T3" fmla="*/ 0 h 792"/>
              <a:gd name="T4" fmla="*/ 1915477586 w 990"/>
              <a:gd name="T5" fmla="*/ 108859840 h 792"/>
              <a:gd name="T6" fmla="*/ 0 w 990"/>
              <a:gd name="T7" fmla="*/ 1090686587 h 792"/>
              <a:gd name="T8" fmla="*/ 213221464 w 990"/>
              <a:gd name="T9" fmla="*/ 109068658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5" name="Freeform 1035">
            <a:extLst>
              <a:ext uri="{FF2B5EF4-FFF2-40B4-BE49-F238E27FC236}">
                <a16:creationId xmlns:a16="http://schemas.microsoft.com/office/drawing/2014/main" id="{AA215C2D-4069-DE48-884E-A1816F7D4D0B}"/>
              </a:ext>
            </a:extLst>
          </p:cNvPr>
          <p:cNvSpPr>
            <a:spLocks/>
          </p:cNvSpPr>
          <p:nvPr/>
        </p:nvSpPr>
        <p:spPr bwMode="auto">
          <a:xfrm>
            <a:off x="5598732" y="2012630"/>
            <a:ext cx="229468" cy="55388"/>
          </a:xfrm>
          <a:custGeom>
            <a:avLst/>
            <a:gdLst>
              <a:gd name="T0" fmla="*/ 213486572 w 2532"/>
              <a:gd name="T1" fmla="*/ 0 h 723"/>
              <a:gd name="T2" fmla="*/ 213486572 w 2532"/>
              <a:gd name="T3" fmla="*/ 0 h 723"/>
              <a:gd name="T4" fmla="*/ 2147483646 w 2532"/>
              <a:gd name="T5" fmla="*/ 979380008 h 723"/>
              <a:gd name="T6" fmla="*/ 2147483646 w 2532"/>
              <a:gd name="T7" fmla="*/ 1088085165 h 723"/>
              <a:gd name="T8" fmla="*/ 0 w 2532"/>
              <a:gd name="T9" fmla="*/ 108705259 h 723"/>
              <a:gd name="T10" fmla="*/ 213486572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6" name="Freeform 1036">
            <a:extLst>
              <a:ext uri="{FF2B5EF4-FFF2-40B4-BE49-F238E27FC236}">
                <a16:creationId xmlns:a16="http://schemas.microsoft.com/office/drawing/2014/main" id="{421821F5-5AD5-4D4E-A4F9-5D46E41A4ECC}"/>
              </a:ext>
            </a:extLst>
          </p:cNvPr>
          <p:cNvSpPr>
            <a:spLocks/>
          </p:cNvSpPr>
          <p:nvPr/>
        </p:nvSpPr>
        <p:spPr bwMode="auto">
          <a:xfrm>
            <a:off x="5598879" y="2002474"/>
            <a:ext cx="2483" cy="11219"/>
          </a:xfrm>
          <a:custGeom>
            <a:avLst/>
            <a:gdLst>
              <a:gd name="T0" fmla="*/ 262278191 w 26"/>
              <a:gd name="T1" fmla="*/ 107489981 h 147"/>
              <a:gd name="T2" fmla="*/ 262278191 w 26"/>
              <a:gd name="T3" fmla="*/ 214969480 h 147"/>
              <a:gd name="T4" fmla="*/ 0 w 26"/>
              <a:gd name="T5" fmla="*/ 214969480 h 147"/>
              <a:gd name="T6" fmla="*/ 262278191 w 26"/>
              <a:gd name="T7" fmla="*/ 0 h 147"/>
              <a:gd name="T8" fmla="*/ 262278191 w 26"/>
              <a:gd name="T9" fmla="*/ 10748998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7" name="Freeform 1037">
            <a:extLst>
              <a:ext uri="{FF2B5EF4-FFF2-40B4-BE49-F238E27FC236}">
                <a16:creationId xmlns:a16="http://schemas.microsoft.com/office/drawing/2014/main" id="{499D2FC7-7022-A944-98B2-E74E9B2E5256}"/>
              </a:ext>
            </a:extLst>
          </p:cNvPr>
          <p:cNvSpPr>
            <a:spLocks/>
          </p:cNvSpPr>
          <p:nvPr/>
        </p:nvSpPr>
        <p:spPr bwMode="auto">
          <a:xfrm>
            <a:off x="5599024" y="1956771"/>
            <a:ext cx="106628" cy="46412"/>
          </a:xfrm>
          <a:custGeom>
            <a:avLst/>
            <a:gdLst>
              <a:gd name="T0" fmla="*/ 2136125890 w 1176"/>
              <a:gd name="T1" fmla="*/ 0 h 606"/>
              <a:gd name="T2" fmla="*/ 0 w 1176"/>
              <a:gd name="T3" fmla="*/ 870000945 h 606"/>
              <a:gd name="T4" fmla="*/ 213789467 w 1176"/>
              <a:gd name="T5" fmla="*/ 870000945 h 606"/>
              <a:gd name="T6" fmla="*/ 2136125890 w 1176"/>
              <a:gd name="T7" fmla="*/ 108617123 h 606"/>
              <a:gd name="T8" fmla="*/ 2136125890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8" name="Freeform 1038">
            <a:extLst>
              <a:ext uri="{FF2B5EF4-FFF2-40B4-BE49-F238E27FC236}">
                <a16:creationId xmlns:a16="http://schemas.microsoft.com/office/drawing/2014/main" id="{37918171-6E71-A846-A2B5-7C65DD7456B5}"/>
              </a:ext>
            </a:extLst>
          </p:cNvPr>
          <p:cNvSpPr>
            <a:spLocks/>
          </p:cNvSpPr>
          <p:nvPr/>
        </p:nvSpPr>
        <p:spPr bwMode="auto">
          <a:xfrm>
            <a:off x="5606182" y="2004836"/>
            <a:ext cx="217637" cy="53262"/>
          </a:xfrm>
          <a:custGeom>
            <a:avLst/>
            <a:gdLst>
              <a:gd name="T0" fmla="*/ 173112702 w 2532"/>
              <a:gd name="T1" fmla="*/ 0 h 723"/>
              <a:gd name="T2" fmla="*/ 173112702 w 2532"/>
              <a:gd name="T3" fmla="*/ 0 h 723"/>
              <a:gd name="T4" fmla="*/ 2069773885 w 2532"/>
              <a:gd name="T5" fmla="*/ 558173482 h 723"/>
              <a:gd name="T6" fmla="*/ 2069773885 w 2532"/>
              <a:gd name="T7" fmla="*/ 558173482 h 723"/>
              <a:gd name="T8" fmla="*/ 0 w 2532"/>
              <a:gd name="T9" fmla="*/ 92871346 h 723"/>
              <a:gd name="T10" fmla="*/ 173112702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9" name="Freeform 1039">
            <a:extLst>
              <a:ext uri="{FF2B5EF4-FFF2-40B4-BE49-F238E27FC236}">
                <a16:creationId xmlns:a16="http://schemas.microsoft.com/office/drawing/2014/main" id="{68ECFF60-AA48-2D4C-9A67-90DB18F81D47}"/>
              </a:ext>
            </a:extLst>
          </p:cNvPr>
          <p:cNvSpPr>
            <a:spLocks/>
          </p:cNvSpPr>
          <p:nvPr/>
        </p:nvSpPr>
        <p:spPr bwMode="auto">
          <a:xfrm flipV="1">
            <a:off x="5823526" y="2001058"/>
            <a:ext cx="88808" cy="55151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962694895 h 723"/>
              <a:gd name="T6" fmla="*/ 0 w 2532"/>
              <a:gd name="T7" fmla="*/ 962694895 h 723"/>
              <a:gd name="T8" fmla="*/ 0 w 2532"/>
              <a:gd name="T9" fmla="*/ 107314314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pic>
        <p:nvPicPr>
          <p:cNvPr id="110" name="Picture 568" descr="light2.png">
            <a:extLst>
              <a:ext uri="{FF2B5EF4-FFF2-40B4-BE49-F238E27FC236}">
                <a16:creationId xmlns:a16="http://schemas.microsoft.com/office/drawing/2014/main" id="{D96B693D-26FC-E443-A112-C4AFFE90D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23750" y="1794217"/>
            <a:ext cx="69579" cy="30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603" descr="car_icon_small">
            <a:extLst>
              <a:ext uri="{FF2B5EF4-FFF2-40B4-BE49-F238E27FC236}">
                <a16:creationId xmlns:a16="http://schemas.microsoft.com/office/drawing/2014/main" id="{147E2796-D425-6645-93B3-B97E69B14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654" y="1587719"/>
            <a:ext cx="636984" cy="12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Picture 1116" descr="laptop_keyboard">
            <a:extLst>
              <a:ext uri="{FF2B5EF4-FFF2-40B4-BE49-F238E27FC236}">
                <a16:creationId xmlns:a16="http://schemas.microsoft.com/office/drawing/2014/main" id="{7F05CE3B-E67B-1B40-9D5B-2914F0B9B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632782" y="2703907"/>
            <a:ext cx="215024" cy="89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Freeform 1117">
            <a:extLst>
              <a:ext uri="{FF2B5EF4-FFF2-40B4-BE49-F238E27FC236}">
                <a16:creationId xmlns:a16="http://schemas.microsoft.com/office/drawing/2014/main" id="{B52A07C5-D801-5B41-BD20-C20958925D05}"/>
              </a:ext>
            </a:extLst>
          </p:cNvPr>
          <p:cNvSpPr>
            <a:spLocks/>
          </p:cNvSpPr>
          <p:nvPr/>
        </p:nvSpPr>
        <p:spPr bwMode="auto">
          <a:xfrm>
            <a:off x="5704041" y="2616975"/>
            <a:ext cx="173073" cy="116912"/>
          </a:xfrm>
          <a:custGeom>
            <a:avLst/>
            <a:gdLst>
              <a:gd name="T0" fmla="*/ 143665061 w 2982"/>
              <a:gd name="T1" fmla="*/ 0 h 2442"/>
              <a:gd name="T2" fmla="*/ 0 w 2982"/>
              <a:gd name="T3" fmla="*/ 66329557 h 2442"/>
              <a:gd name="T4" fmla="*/ 573719931 w 2982"/>
              <a:gd name="T5" fmla="*/ 82975142 h 2442"/>
              <a:gd name="T6" fmla="*/ 717384993 w 2982"/>
              <a:gd name="T7" fmla="*/ 16645585 h 2442"/>
              <a:gd name="T8" fmla="*/ 14366506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94" name="Picture 1118" descr="screen">
            <a:extLst>
              <a:ext uri="{FF2B5EF4-FFF2-40B4-BE49-F238E27FC236}">
                <a16:creationId xmlns:a16="http://schemas.microsoft.com/office/drawing/2014/main" id="{2EA30B4E-5447-0340-8DAD-349A843F2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566" y="2619982"/>
            <a:ext cx="157269" cy="1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Freeform 1119">
            <a:extLst>
              <a:ext uri="{FF2B5EF4-FFF2-40B4-BE49-F238E27FC236}">
                <a16:creationId xmlns:a16="http://schemas.microsoft.com/office/drawing/2014/main" id="{1137F6C6-A7C9-9A4D-BCE3-048DB90EF759}"/>
              </a:ext>
            </a:extLst>
          </p:cNvPr>
          <p:cNvSpPr>
            <a:spLocks/>
          </p:cNvSpPr>
          <p:nvPr/>
        </p:nvSpPr>
        <p:spPr bwMode="auto">
          <a:xfrm>
            <a:off x="5735553" y="2613526"/>
            <a:ext cx="146638" cy="21755"/>
          </a:xfrm>
          <a:custGeom>
            <a:avLst/>
            <a:gdLst>
              <a:gd name="T0" fmla="*/ 35620212 w 2528"/>
              <a:gd name="T1" fmla="*/ 0 h 455"/>
              <a:gd name="T2" fmla="*/ 608343257 w 2528"/>
              <a:gd name="T3" fmla="*/ 16582250 h 455"/>
              <a:gd name="T4" fmla="*/ 572256449 w 2528"/>
              <a:gd name="T5" fmla="*/ 16582250 h 455"/>
              <a:gd name="T6" fmla="*/ 0 w 2528"/>
              <a:gd name="T7" fmla="*/ 16582250 h 455"/>
              <a:gd name="T8" fmla="*/ 35620212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6" name="Freeform 1120">
            <a:extLst>
              <a:ext uri="{FF2B5EF4-FFF2-40B4-BE49-F238E27FC236}">
                <a16:creationId xmlns:a16="http://schemas.microsoft.com/office/drawing/2014/main" id="{7A0060E2-767D-1545-8656-29ED1A471251}"/>
              </a:ext>
            </a:extLst>
          </p:cNvPr>
          <p:cNvSpPr>
            <a:spLocks/>
          </p:cNvSpPr>
          <p:nvPr/>
        </p:nvSpPr>
        <p:spPr bwMode="auto">
          <a:xfrm>
            <a:off x="5702509" y="2613349"/>
            <a:ext cx="40706" cy="90559"/>
          </a:xfrm>
          <a:custGeom>
            <a:avLst/>
            <a:gdLst>
              <a:gd name="T0" fmla="*/ 142804406 w 702"/>
              <a:gd name="T1" fmla="*/ 0 h 1893"/>
              <a:gd name="T2" fmla="*/ 0 w 702"/>
              <a:gd name="T3" fmla="*/ 66174575 h 1893"/>
              <a:gd name="T4" fmla="*/ 35584530 w 702"/>
              <a:gd name="T5" fmla="*/ 66174575 h 1893"/>
              <a:gd name="T6" fmla="*/ 178855222 w 702"/>
              <a:gd name="T7" fmla="*/ 16607700 h 1893"/>
              <a:gd name="T8" fmla="*/ 142804406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7" name="Freeform 1121">
            <a:extLst>
              <a:ext uri="{FF2B5EF4-FFF2-40B4-BE49-F238E27FC236}">
                <a16:creationId xmlns:a16="http://schemas.microsoft.com/office/drawing/2014/main" id="{15790F5A-ABAC-8D49-A4F9-E2F576550DB0}"/>
              </a:ext>
            </a:extLst>
          </p:cNvPr>
          <p:cNvSpPr>
            <a:spLocks/>
          </p:cNvSpPr>
          <p:nvPr/>
        </p:nvSpPr>
        <p:spPr bwMode="auto">
          <a:xfrm>
            <a:off x="5837270" y="2629533"/>
            <a:ext cx="43867" cy="104531"/>
          </a:xfrm>
          <a:custGeom>
            <a:avLst/>
            <a:gdLst>
              <a:gd name="T0" fmla="*/ 179213623 w 756"/>
              <a:gd name="T1" fmla="*/ 0 h 2184"/>
              <a:gd name="T2" fmla="*/ 35656008 w 756"/>
              <a:gd name="T3" fmla="*/ 82904513 h 2184"/>
              <a:gd name="T4" fmla="*/ 0 w 756"/>
              <a:gd name="T5" fmla="*/ 82904513 h 2184"/>
              <a:gd name="T6" fmla="*/ 143090785 w 756"/>
              <a:gd name="T7" fmla="*/ 16632211 h 2184"/>
              <a:gd name="T8" fmla="*/ 179213623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8" name="Freeform 1122">
            <a:extLst>
              <a:ext uri="{FF2B5EF4-FFF2-40B4-BE49-F238E27FC236}">
                <a16:creationId xmlns:a16="http://schemas.microsoft.com/office/drawing/2014/main" id="{8898B7ED-5BCF-8C4E-B1AA-B82AD50FD155}"/>
              </a:ext>
            </a:extLst>
          </p:cNvPr>
          <p:cNvSpPr>
            <a:spLocks/>
          </p:cNvSpPr>
          <p:nvPr/>
        </p:nvSpPr>
        <p:spPr bwMode="auto">
          <a:xfrm>
            <a:off x="5702030" y="2699309"/>
            <a:ext cx="160909" cy="35286"/>
          </a:xfrm>
          <a:custGeom>
            <a:avLst/>
            <a:gdLst>
              <a:gd name="T0" fmla="*/ 35658648 w 2773"/>
              <a:gd name="T1" fmla="*/ 0 h 738"/>
              <a:gd name="T2" fmla="*/ 0 w 2773"/>
              <a:gd name="T3" fmla="*/ 16581742 h 738"/>
              <a:gd name="T4" fmla="*/ 573357470 w 2773"/>
              <a:gd name="T5" fmla="*/ 33163485 h 738"/>
              <a:gd name="T6" fmla="*/ 573357470 w 2773"/>
              <a:gd name="T7" fmla="*/ 16581742 h 738"/>
              <a:gd name="T8" fmla="*/ 35658648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9" name="Freeform 1123">
            <a:extLst>
              <a:ext uri="{FF2B5EF4-FFF2-40B4-BE49-F238E27FC236}">
                <a16:creationId xmlns:a16="http://schemas.microsoft.com/office/drawing/2014/main" id="{5A7F91EF-AD6B-D64E-B73E-C762D73A7A33}"/>
              </a:ext>
            </a:extLst>
          </p:cNvPr>
          <p:cNvSpPr>
            <a:spLocks/>
          </p:cNvSpPr>
          <p:nvPr/>
        </p:nvSpPr>
        <p:spPr bwMode="auto">
          <a:xfrm>
            <a:off x="5842154" y="2630417"/>
            <a:ext cx="41090" cy="104974"/>
          </a:xfrm>
          <a:custGeom>
            <a:avLst/>
            <a:gdLst>
              <a:gd name="T0" fmla="*/ 656550006 w 637"/>
              <a:gd name="T1" fmla="*/ 0 h 1659"/>
              <a:gd name="T2" fmla="*/ 656550006 w 637"/>
              <a:gd name="T3" fmla="*/ 0 h 1659"/>
              <a:gd name="T4" fmla="*/ 54716163 w 637"/>
              <a:gd name="T5" fmla="*/ 2147483646 h 1659"/>
              <a:gd name="T6" fmla="*/ 0 w 637"/>
              <a:gd name="T7" fmla="*/ 2147483646 h 1659"/>
              <a:gd name="T8" fmla="*/ 656550006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0" name="Freeform 1124">
            <a:extLst>
              <a:ext uri="{FF2B5EF4-FFF2-40B4-BE49-F238E27FC236}">
                <a16:creationId xmlns:a16="http://schemas.microsoft.com/office/drawing/2014/main" id="{BBB1B153-2E6F-7246-9B11-B68D01DF60E3}"/>
              </a:ext>
            </a:extLst>
          </p:cNvPr>
          <p:cNvSpPr>
            <a:spLocks/>
          </p:cNvSpPr>
          <p:nvPr/>
        </p:nvSpPr>
        <p:spPr bwMode="auto">
          <a:xfrm>
            <a:off x="5702222" y="2703995"/>
            <a:ext cx="143094" cy="34844"/>
          </a:xfrm>
          <a:custGeom>
            <a:avLst/>
            <a:gdLst>
              <a:gd name="T0" fmla="*/ 0 w 2216"/>
              <a:gd name="T1" fmla="*/ 0 h 550"/>
              <a:gd name="T2" fmla="*/ 54884212 w 2216"/>
              <a:gd name="T3" fmla="*/ 101852492 h 550"/>
              <a:gd name="T4" fmla="*/ 2147483646 w 2216"/>
              <a:gd name="T5" fmla="*/ 1017940055 h 550"/>
              <a:gd name="T6" fmla="*/ 2147483646 w 2216"/>
              <a:gd name="T7" fmla="*/ 865464562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101" name="Group 1125">
            <a:extLst>
              <a:ext uri="{FF2B5EF4-FFF2-40B4-BE49-F238E27FC236}">
                <a16:creationId xmlns:a16="http://schemas.microsoft.com/office/drawing/2014/main" id="{57060979-075D-9D4D-B12E-DA0CCD4C6B8F}"/>
              </a:ext>
            </a:extLst>
          </p:cNvPr>
          <p:cNvGrpSpPr>
            <a:grpSpLocks/>
          </p:cNvGrpSpPr>
          <p:nvPr/>
        </p:nvGrpSpPr>
        <p:grpSpPr bwMode="auto">
          <a:xfrm>
            <a:off x="5699827" y="2741227"/>
            <a:ext cx="48560" cy="20694"/>
            <a:chOff x="1740" y="2642"/>
            <a:chExt cx="752" cy="327"/>
          </a:xfrm>
        </p:grpSpPr>
        <p:sp>
          <p:nvSpPr>
            <p:cNvPr id="140" name="Freeform 1126">
              <a:extLst>
                <a:ext uri="{FF2B5EF4-FFF2-40B4-BE49-F238E27FC236}">
                  <a16:creationId xmlns:a16="http://schemas.microsoft.com/office/drawing/2014/main" id="{8DFFF656-1361-C546-8336-177F79E4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1" name="Freeform 1127">
              <a:extLst>
                <a:ext uri="{FF2B5EF4-FFF2-40B4-BE49-F238E27FC236}">
                  <a16:creationId xmlns:a16="http://schemas.microsoft.com/office/drawing/2014/main" id="{60C6C6B3-72DE-664B-B4DE-3C04B0C5B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2" name="Freeform 1128">
              <a:extLst>
                <a:ext uri="{FF2B5EF4-FFF2-40B4-BE49-F238E27FC236}">
                  <a16:creationId xmlns:a16="http://schemas.microsoft.com/office/drawing/2014/main" id="{0D48292A-917D-D046-A974-043CEE5A4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3" name="Freeform 1129">
              <a:extLst>
                <a:ext uri="{FF2B5EF4-FFF2-40B4-BE49-F238E27FC236}">
                  <a16:creationId xmlns:a16="http://schemas.microsoft.com/office/drawing/2014/main" id="{DB6BAAEB-BADD-0A4F-8A9D-D72AFCA99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4" name="Freeform 1130">
              <a:extLst>
                <a:ext uri="{FF2B5EF4-FFF2-40B4-BE49-F238E27FC236}">
                  <a16:creationId xmlns:a16="http://schemas.microsoft.com/office/drawing/2014/main" id="{05D5969F-F3B9-414D-975E-A6700098F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5" name="Freeform 1131">
              <a:extLst>
                <a:ext uri="{FF2B5EF4-FFF2-40B4-BE49-F238E27FC236}">
                  <a16:creationId xmlns:a16="http://schemas.microsoft.com/office/drawing/2014/main" id="{41BB174D-6019-384D-A5AC-1B4D92D93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102" name="Freeform 1132">
            <a:extLst>
              <a:ext uri="{FF2B5EF4-FFF2-40B4-BE49-F238E27FC236}">
                <a16:creationId xmlns:a16="http://schemas.microsoft.com/office/drawing/2014/main" id="{F8739864-4836-E447-8FC8-5886923FF496}"/>
              </a:ext>
            </a:extLst>
          </p:cNvPr>
          <p:cNvSpPr>
            <a:spLocks/>
          </p:cNvSpPr>
          <p:nvPr/>
        </p:nvSpPr>
        <p:spPr bwMode="auto">
          <a:xfrm>
            <a:off x="5782963" y="2744322"/>
            <a:ext cx="58808" cy="45456"/>
          </a:xfrm>
          <a:custGeom>
            <a:avLst/>
            <a:gdLst>
              <a:gd name="T0" fmla="*/ 39250883 w 990"/>
              <a:gd name="T1" fmla="*/ 342828616 h 792"/>
              <a:gd name="T2" fmla="*/ 354255671 w 990"/>
              <a:gd name="T3" fmla="*/ 0 h 792"/>
              <a:gd name="T4" fmla="*/ 354255671 w 990"/>
              <a:gd name="T5" fmla="*/ 34504242 h 792"/>
              <a:gd name="T6" fmla="*/ 0 w 990"/>
              <a:gd name="T7" fmla="*/ 342828616 h 792"/>
              <a:gd name="T8" fmla="*/ 39250883 w 990"/>
              <a:gd name="T9" fmla="*/ 342828616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3" name="Freeform 1133">
            <a:extLst>
              <a:ext uri="{FF2B5EF4-FFF2-40B4-BE49-F238E27FC236}">
                <a16:creationId xmlns:a16="http://schemas.microsoft.com/office/drawing/2014/main" id="{C59CADF3-CD09-FB48-A672-C2C50B66CEB8}"/>
              </a:ext>
            </a:extLst>
          </p:cNvPr>
          <p:cNvSpPr>
            <a:spLocks/>
          </p:cNvSpPr>
          <p:nvPr/>
        </p:nvSpPr>
        <p:spPr bwMode="auto">
          <a:xfrm>
            <a:off x="5632878" y="2747948"/>
            <a:ext cx="150469" cy="41477"/>
          </a:xfrm>
          <a:custGeom>
            <a:avLst/>
            <a:gdLst>
              <a:gd name="T0" fmla="*/ 39302216 w 2532"/>
              <a:gd name="T1" fmla="*/ 0 h 723"/>
              <a:gd name="T2" fmla="*/ 39302216 w 2532"/>
              <a:gd name="T3" fmla="*/ 0 h 723"/>
              <a:gd name="T4" fmla="*/ 867084690 w 2532"/>
              <a:gd name="T5" fmla="*/ 307891170 h 723"/>
              <a:gd name="T6" fmla="*/ 867084690 w 2532"/>
              <a:gd name="T7" fmla="*/ 342351506 h 723"/>
              <a:gd name="T8" fmla="*/ 0 w 2532"/>
              <a:gd name="T9" fmla="*/ 34009889 h 723"/>
              <a:gd name="T10" fmla="*/ 3930221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4" name="Freeform 1134">
            <a:extLst>
              <a:ext uri="{FF2B5EF4-FFF2-40B4-BE49-F238E27FC236}">
                <a16:creationId xmlns:a16="http://schemas.microsoft.com/office/drawing/2014/main" id="{628AB6FD-35F6-0345-BD13-22EAAF9EC275}"/>
              </a:ext>
            </a:extLst>
          </p:cNvPr>
          <p:cNvSpPr>
            <a:spLocks/>
          </p:cNvSpPr>
          <p:nvPr/>
        </p:nvSpPr>
        <p:spPr bwMode="auto">
          <a:xfrm>
            <a:off x="5632974" y="2740342"/>
            <a:ext cx="1628" cy="8402"/>
          </a:xfrm>
          <a:custGeom>
            <a:avLst/>
            <a:gdLst>
              <a:gd name="T0" fmla="*/ 48903362 w 26"/>
              <a:gd name="T1" fmla="*/ 33634500 h 147"/>
              <a:gd name="T2" fmla="*/ 48903362 w 26"/>
              <a:gd name="T3" fmla="*/ 67263209 h 147"/>
              <a:gd name="T4" fmla="*/ 0 w 26"/>
              <a:gd name="T5" fmla="*/ 67263209 h 147"/>
              <a:gd name="T6" fmla="*/ 48903362 w 26"/>
              <a:gd name="T7" fmla="*/ 0 h 147"/>
              <a:gd name="T8" fmla="*/ 48903362 w 26"/>
              <a:gd name="T9" fmla="*/ 33634500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5" name="Freeform 1135">
            <a:extLst>
              <a:ext uri="{FF2B5EF4-FFF2-40B4-BE49-F238E27FC236}">
                <a16:creationId xmlns:a16="http://schemas.microsoft.com/office/drawing/2014/main" id="{76529D44-B4FD-DE4D-812E-E461A0FCCA6C}"/>
              </a:ext>
            </a:extLst>
          </p:cNvPr>
          <p:cNvSpPr>
            <a:spLocks/>
          </p:cNvSpPr>
          <p:nvPr/>
        </p:nvSpPr>
        <p:spPr bwMode="auto">
          <a:xfrm>
            <a:off x="5633069" y="2706118"/>
            <a:ext cx="69919" cy="34755"/>
          </a:xfrm>
          <a:custGeom>
            <a:avLst/>
            <a:gdLst>
              <a:gd name="T0" fmla="*/ 395043791 w 1176"/>
              <a:gd name="T1" fmla="*/ 0 h 606"/>
              <a:gd name="T2" fmla="*/ 0 w 1176"/>
              <a:gd name="T3" fmla="*/ 273654982 h 606"/>
              <a:gd name="T4" fmla="*/ 39357994 w 1176"/>
              <a:gd name="T5" fmla="*/ 273654982 h 606"/>
              <a:gd name="T6" fmla="*/ 395043791 w 1176"/>
              <a:gd name="T7" fmla="*/ 33985420 h 606"/>
              <a:gd name="T8" fmla="*/ 39504379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6" name="Freeform 1136">
            <a:extLst>
              <a:ext uri="{FF2B5EF4-FFF2-40B4-BE49-F238E27FC236}">
                <a16:creationId xmlns:a16="http://schemas.microsoft.com/office/drawing/2014/main" id="{44CD9A89-0E3B-2C40-8436-71B7526BA660}"/>
              </a:ext>
            </a:extLst>
          </p:cNvPr>
          <p:cNvSpPr>
            <a:spLocks/>
          </p:cNvSpPr>
          <p:nvPr/>
        </p:nvSpPr>
        <p:spPr bwMode="auto">
          <a:xfrm>
            <a:off x="5637762" y="2742112"/>
            <a:ext cx="142711" cy="39885"/>
          </a:xfrm>
          <a:custGeom>
            <a:avLst/>
            <a:gdLst>
              <a:gd name="T0" fmla="*/ 31829833 w 2532"/>
              <a:gd name="T1" fmla="*/ 0 h 723"/>
              <a:gd name="T2" fmla="*/ 31829833 w 2532"/>
              <a:gd name="T3" fmla="*/ 0 h 723"/>
              <a:gd name="T4" fmla="*/ 382827787 w 2532"/>
              <a:gd name="T5" fmla="*/ 175498781 h 723"/>
              <a:gd name="T6" fmla="*/ 382827787 w 2532"/>
              <a:gd name="T7" fmla="*/ 175498781 h 723"/>
              <a:gd name="T8" fmla="*/ 0 w 2532"/>
              <a:gd name="T9" fmla="*/ 29448186 h 723"/>
              <a:gd name="T10" fmla="*/ 31829833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7" name="Freeform 1137">
            <a:extLst>
              <a:ext uri="{FF2B5EF4-FFF2-40B4-BE49-F238E27FC236}">
                <a16:creationId xmlns:a16="http://schemas.microsoft.com/office/drawing/2014/main" id="{92BF681C-02FC-8F49-A2CD-8F3446ECE5D3}"/>
              </a:ext>
            </a:extLst>
          </p:cNvPr>
          <p:cNvSpPr>
            <a:spLocks/>
          </p:cNvSpPr>
          <p:nvPr/>
        </p:nvSpPr>
        <p:spPr bwMode="auto">
          <a:xfrm flipV="1">
            <a:off x="5780282" y="2739281"/>
            <a:ext cx="58234" cy="41300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302641137 h 723"/>
              <a:gd name="T6" fmla="*/ 0 w 2532"/>
              <a:gd name="T7" fmla="*/ 302641137 h 723"/>
              <a:gd name="T8" fmla="*/ 0 w 2532"/>
              <a:gd name="T9" fmla="*/ 33575256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pic>
        <p:nvPicPr>
          <p:cNvPr id="138" name="Picture 1140" descr="desktop_computer_stylized_medium">
            <a:extLst>
              <a:ext uri="{FF2B5EF4-FFF2-40B4-BE49-F238E27FC236}">
                <a16:creationId xmlns:a16="http://schemas.microsoft.com/office/drawing/2014/main" id="{BDC7F552-21C9-C942-90FF-0162099A3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93997" y="2675358"/>
            <a:ext cx="269446" cy="256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Freeform 1141">
            <a:extLst>
              <a:ext uri="{FF2B5EF4-FFF2-40B4-BE49-F238E27FC236}">
                <a16:creationId xmlns:a16="http://schemas.microsoft.com/office/drawing/2014/main" id="{654B43BA-608E-5D4D-B11B-71762CFBEEDE}"/>
              </a:ext>
            </a:extLst>
          </p:cNvPr>
          <p:cNvSpPr>
            <a:spLocks/>
          </p:cNvSpPr>
          <p:nvPr/>
        </p:nvSpPr>
        <p:spPr bwMode="auto">
          <a:xfrm flipH="1">
            <a:off x="6108913" y="2699957"/>
            <a:ext cx="127050" cy="117565"/>
          </a:xfrm>
          <a:custGeom>
            <a:avLst/>
            <a:gdLst>
              <a:gd name="T0" fmla="*/ 0 w 356"/>
              <a:gd name="T1" fmla="*/ 0 h 368"/>
              <a:gd name="T2" fmla="*/ 300 w 356"/>
              <a:gd name="T3" fmla="*/ 14 h 368"/>
              <a:gd name="T4" fmla="*/ 356 w 356"/>
              <a:gd name="T5" fmla="*/ 294 h 368"/>
              <a:gd name="T6" fmla="*/ 78 w 356"/>
              <a:gd name="T7" fmla="*/ 368 h 368"/>
              <a:gd name="T8" fmla="*/ 0 w 356"/>
              <a:gd name="T9" fmla="*/ 0 h 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6"/>
              <a:gd name="T16" fmla="*/ 0 h 368"/>
              <a:gd name="T17" fmla="*/ 356 w 356"/>
              <a:gd name="T18" fmla="*/ 368 h 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6" h="368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 sz="1050"/>
          </a:p>
        </p:txBody>
      </p:sp>
      <p:pic>
        <p:nvPicPr>
          <p:cNvPr id="113" name="Picture 571" descr="fridge2.png">
            <a:extLst>
              <a:ext uri="{FF2B5EF4-FFF2-40B4-BE49-F238E27FC236}">
                <a16:creationId xmlns:a16="http://schemas.microsoft.com/office/drawing/2014/main" id="{29DD0F98-F93B-0145-A925-F4125ED490D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399" y="2538763"/>
            <a:ext cx="142184" cy="25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7716686" y="3955464"/>
            <a:ext cx="132894" cy="248125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85641" y="3675121"/>
            <a:ext cx="259223" cy="240227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pic>
        <p:nvPicPr>
          <p:cNvPr id="147" name="Picture 1066" descr="laptop_keyboard">
            <a:extLst>
              <a:ext uri="{FF2B5EF4-FFF2-40B4-BE49-F238E27FC236}">
                <a16:creationId xmlns:a16="http://schemas.microsoft.com/office/drawing/2014/main" id="{71E89937-428E-3447-B221-C34E0D71A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6912440" y="4530206"/>
            <a:ext cx="190126" cy="90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" name="Freeform 1067">
            <a:extLst>
              <a:ext uri="{FF2B5EF4-FFF2-40B4-BE49-F238E27FC236}">
                <a16:creationId xmlns:a16="http://schemas.microsoft.com/office/drawing/2014/main" id="{43C21467-3265-FC4F-AF31-44A0281634BA}"/>
              </a:ext>
            </a:extLst>
          </p:cNvPr>
          <p:cNvSpPr>
            <a:spLocks/>
          </p:cNvSpPr>
          <p:nvPr/>
        </p:nvSpPr>
        <p:spPr bwMode="auto">
          <a:xfrm>
            <a:off x="6975448" y="4442621"/>
            <a:ext cx="153032" cy="117789"/>
          </a:xfrm>
          <a:custGeom>
            <a:avLst/>
            <a:gdLst>
              <a:gd name="T0" fmla="*/ 1 w 2982"/>
              <a:gd name="T1" fmla="*/ 0 h 2442"/>
              <a:gd name="T2" fmla="*/ 0 w 2982"/>
              <a:gd name="T3" fmla="*/ 1 h 2442"/>
              <a:gd name="T4" fmla="*/ 2 w 2982"/>
              <a:gd name="T5" fmla="*/ 1 h 2442"/>
              <a:gd name="T6" fmla="*/ 2 w 2982"/>
              <a:gd name="T7" fmla="*/ 1 h 2442"/>
              <a:gd name="T8" fmla="*/ 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149" name="Picture 1068" descr="screen">
            <a:extLst>
              <a:ext uri="{FF2B5EF4-FFF2-40B4-BE49-F238E27FC236}">
                <a16:creationId xmlns:a16="http://schemas.microsoft.com/office/drawing/2014/main" id="{9868250A-D477-2944-B0F8-A7DE63DA4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985" y="4445651"/>
            <a:ext cx="139059" cy="10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" name="Freeform 1069">
            <a:extLst>
              <a:ext uri="{FF2B5EF4-FFF2-40B4-BE49-F238E27FC236}">
                <a16:creationId xmlns:a16="http://schemas.microsoft.com/office/drawing/2014/main" id="{A4015B9E-FE1F-594E-AFA2-A5277482EA63}"/>
              </a:ext>
            </a:extLst>
          </p:cNvPr>
          <p:cNvSpPr>
            <a:spLocks/>
          </p:cNvSpPr>
          <p:nvPr/>
        </p:nvSpPr>
        <p:spPr bwMode="auto">
          <a:xfrm>
            <a:off x="7003310" y="4439146"/>
            <a:ext cx="129659" cy="21919"/>
          </a:xfrm>
          <a:custGeom>
            <a:avLst/>
            <a:gdLst>
              <a:gd name="T0" fmla="*/ 1 w 2528"/>
              <a:gd name="T1" fmla="*/ 0 h 455"/>
              <a:gd name="T2" fmla="*/ 2 w 2528"/>
              <a:gd name="T3" fmla="*/ 1 h 455"/>
              <a:gd name="T4" fmla="*/ 2 w 2528"/>
              <a:gd name="T5" fmla="*/ 1 h 455"/>
              <a:gd name="T6" fmla="*/ 0 w 2528"/>
              <a:gd name="T7" fmla="*/ 1 h 455"/>
              <a:gd name="T8" fmla="*/ 1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1" name="Freeform 1070">
            <a:extLst>
              <a:ext uri="{FF2B5EF4-FFF2-40B4-BE49-F238E27FC236}">
                <a16:creationId xmlns:a16="http://schemas.microsoft.com/office/drawing/2014/main" id="{1D5AA9CA-3334-2341-A3C4-E98372488698}"/>
              </a:ext>
            </a:extLst>
          </p:cNvPr>
          <p:cNvSpPr>
            <a:spLocks/>
          </p:cNvSpPr>
          <p:nvPr/>
        </p:nvSpPr>
        <p:spPr bwMode="auto">
          <a:xfrm>
            <a:off x="6974093" y="4438968"/>
            <a:ext cx="35993" cy="91238"/>
          </a:xfrm>
          <a:custGeom>
            <a:avLst/>
            <a:gdLst>
              <a:gd name="T0" fmla="*/ 1 w 702"/>
              <a:gd name="T1" fmla="*/ 0 h 1893"/>
              <a:gd name="T2" fmla="*/ 0 w 702"/>
              <a:gd name="T3" fmla="*/ 1 h 1893"/>
              <a:gd name="T4" fmla="*/ 1 w 702"/>
              <a:gd name="T5" fmla="*/ 1 h 1893"/>
              <a:gd name="T6" fmla="*/ 1 w 702"/>
              <a:gd name="T7" fmla="*/ 1 h 1893"/>
              <a:gd name="T8" fmla="*/ 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2" name="Freeform 1071">
            <a:extLst>
              <a:ext uri="{FF2B5EF4-FFF2-40B4-BE49-F238E27FC236}">
                <a16:creationId xmlns:a16="http://schemas.microsoft.com/office/drawing/2014/main" id="{408815EA-3342-2D4A-AB4D-6A6AD669E0AF}"/>
              </a:ext>
            </a:extLst>
          </p:cNvPr>
          <p:cNvSpPr>
            <a:spLocks/>
          </p:cNvSpPr>
          <p:nvPr/>
        </p:nvSpPr>
        <p:spPr bwMode="auto">
          <a:xfrm>
            <a:off x="7093250" y="4455273"/>
            <a:ext cx="38787" cy="105315"/>
          </a:xfrm>
          <a:custGeom>
            <a:avLst/>
            <a:gdLst>
              <a:gd name="T0" fmla="*/ 1 w 756"/>
              <a:gd name="T1" fmla="*/ 0 h 2184"/>
              <a:gd name="T2" fmla="*/ 1 w 756"/>
              <a:gd name="T3" fmla="*/ 1 h 2184"/>
              <a:gd name="T4" fmla="*/ 0 w 756"/>
              <a:gd name="T5" fmla="*/ 1 h 2184"/>
              <a:gd name="T6" fmla="*/ 1 w 756"/>
              <a:gd name="T7" fmla="*/ 1 h 2184"/>
              <a:gd name="T8" fmla="*/ 1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3" name="Freeform 1072">
            <a:extLst>
              <a:ext uri="{FF2B5EF4-FFF2-40B4-BE49-F238E27FC236}">
                <a16:creationId xmlns:a16="http://schemas.microsoft.com/office/drawing/2014/main" id="{180DED07-429A-A242-A9E3-1BBEEAF42B00}"/>
              </a:ext>
            </a:extLst>
          </p:cNvPr>
          <p:cNvSpPr>
            <a:spLocks/>
          </p:cNvSpPr>
          <p:nvPr/>
        </p:nvSpPr>
        <p:spPr bwMode="auto">
          <a:xfrm>
            <a:off x="6973669" y="4525572"/>
            <a:ext cx="142277" cy="35551"/>
          </a:xfrm>
          <a:custGeom>
            <a:avLst/>
            <a:gdLst>
              <a:gd name="T0" fmla="*/ 1 w 2773"/>
              <a:gd name="T1" fmla="*/ 0 h 738"/>
              <a:gd name="T2" fmla="*/ 0 w 2773"/>
              <a:gd name="T3" fmla="*/ 1 h 738"/>
              <a:gd name="T4" fmla="*/ 2 w 2773"/>
              <a:gd name="T5" fmla="*/ 1 h 738"/>
              <a:gd name="T6" fmla="*/ 2 w 2773"/>
              <a:gd name="T7" fmla="*/ 1 h 738"/>
              <a:gd name="T8" fmla="*/ 1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4" name="Freeform 1073">
            <a:extLst>
              <a:ext uri="{FF2B5EF4-FFF2-40B4-BE49-F238E27FC236}">
                <a16:creationId xmlns:a16="http://schemas.microsoft.com/office/drawing/2014/main" id="{A86B5E1C-D4A7-804E-9345-DD2099CCFCD1}"/>
              </a:ext>
            </a:extLst>
          </p:cNvPr>
          <p:cNvSpPr>
            <a:spLocks/>
          </p:cNvSpPr>
          <p:nvPr/>
        </p:nvSpPr>
        <p:spPr bwMode="auto">
          <a:xfrm>
            <a:off x="7097569" y="4456164"/>
            <a:ext cx="36332" cy="105761"/>
          </a:xfrm>
          <a:custGeom>
            <a:avLst/>
            <a:gdLst>
              <a:gd name="T0" fmla="*/ 2 w 637"/>
              <a:gd name="T1" fmla="*/ 0 h 1659"/>
              <a:gd name="T2" fmla="*/ 2 w 637"/>
              <a:gd name="T3" fmla="*/ 0 h 1659"/>
              <a:gd name="T4" fmla="*/ 1 w 637"/>
              <a:gd name="T5" fmla="*/ 15 h 1659"/>
              <a:gd name="T6" fmla="*/ 0 w 637"/>
              <a:gd name="T7" fmla="*/ 15 h 1659"/>
              <a:gd name="T8" fmla="*/ 2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5" name="Freeform 1074">
            <a:extLst>
              <a:ext uri="{FF2B5EF4-FFF2-40B4-BE49-F238E27FC236}">
                <a16:creationId xmlns:a16="http://schemas.microsoft.com/office/drawing/2014/main" id="{278E44FF-9118-764F-B154-D54B6D088972}"/>
              </a:ext>
            </a:extLst>
          </p:cNvPr>
          <p:cNvSpPr>
            <a:spLocks/>
          </p:cNvSpPr>
          <p:nvPr/>
        </p:nvSpPr>
        <p:spPr bwMode="auto">
          <a:xfrm>
            <a:off x="6973839" y="4530295"/>
            <a:ext cx="126525" cy="35105"/>
          </a:xfrm>
          <a:custGeom>
            <a:avLst/>
            <a:gdLst>
              <a:gd name="T0" fmla="*/ 0 w 2216"/>
              <a:gd name="T1" fmla="*/ 0 h 550"/>
              <a:gd name="T2" fmla="*/ 1 w 2216"/>
              <a:gd name="T3" fmla="*/ 1 h 550"/>
              <a:gd name="T4" fmla="*/ 9 w 2216"/>
              <a:gd name="T5" fmla="*/ 5 h 550"/>
              <a:gd name="T6" fmla="*/ 9 w 2216"/>
              <a:gd name="T7" fmla="*/ 4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156" name="Group 1075">
            <a:extLst>
              <a:ext uri="{FF2B5EF4-FFF2-40B4-BE49-F238E27FC236}">
                <a16:creationId xmlns:a16="http://schemas.microsoft.com/office/drawing/2014/main" id="{B07A4D51-63EA-ED46-9283-3C066C8F8059}"/>
              </a:ext>
            </a:extLst>
          </p:cNvPr>
          <p:cNvGrpSpPr>
            <a:grpSpLocks/>
          </p:cNvGrpSpPr>
          <p:nvPr/>
        </p:nvGrpSpPr>
        <p:grpSpPr bwMode="auto">
          <a:xfrm>
            <a:off x="6971722" y="4567806"/>
            <a:ext cx="42937" cy="20849"/>
            <a:chOff x="1740" y="2642"/>
            <a:chExt cx="752" cy="327"/>
          </a:xfrm>
        </p:grpSpPr>
        <p:sp>
          <p:nvSpPr>
            <p:cNvPr id="163" name="Freeform 1076">
              <a:extLst>
                <a:ext uri="{FF2B5EF4-FFF2-40B4-BE49-F238E27FC236}">
                  <a16:creationId xmlns:a16="http://schemas.microsoft.com/office/drawing/2014/main" id="{362CE3DF-6498-9044-80D1-5B57C954B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4" name="Freeform 1077">
              <a:extLst>
                <a:ext uri="{FF2B5EF4-FFF2-40B4-BE49-F238E27FC236}">
                  <a16:creationId xmlns:a16="http://schemas.microsoft.com/office/drawing/2014/main" id="{232B6CC8-39FA-8E41-89F9-D454D1953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5" name="Freeform 1078">
              <a:extLst>
                <a:ext uri="{FF2B5EF4-FFF2-40B4-BE49-F238E27FC236}">
                  <a16:creationId xmlns:a16="http://schemas.microsoft.com/office/drawing/2014/main" id="{14BE6CD7-1B00-AE45-A0A2-B46139077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6" name="Freeform 1079">
              <a:extLst>
                <a:ext uri="{FF2B5EF4-FFF2-40B4-BE49-F238E27FC236}">
                  <a16:creationId xmlns:a16="http://schemas.microsoft.com/office/drawing/2014/main" id="{17D2993A-DA09-154C-81CE-F00D6DF0D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7" name="Freeform 1080">
              <a:extLst>
                <a:ext uri="{FF2B5EF4-FFF2-40B4-BE49-F238E27FC236}">
                  <a16:creationId xmlns:a16="http://schemas.microsoft.com/office/drawing/2014/main" id="{AD580132-3A72-CF47-B834-B58CA201F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8" name="Freeform 1081">
              <a:extLst>
                <a:ext uri="{FF2B5EF4-FFF2-40B4-BE49-F238E27FC236}">
                  <a16:creationId xmlns:a16="http://schemas.microsoft.com/office/drawing/2014/main" id="{E900C928-6E45-6449-A6C9-3DBE801B0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157" name="Freeform 1082">
            <a:extLst>
              <a:ext uri="{FF2B5EF4-FFF2-40B4-BE49-F238E27FC236}">
                <a16:creationId xmlns:a16="http://schemas.microsoft.com/office/drawing/2014/main" id="{1ECD1A08-63F7-2B4E-84E4-3FA628039E8F}"/>
              </a:ext>
            </a:extLst>
          </p:cNvPr>
          <p:cNvSpPr>
            <a:spLocks/>
          </p:cNvSpPr>
          <p:nvPr/>
        </p:nvSpPr>
        <p:spPr bwMode="auto">
          <a:xfrm>
            <a:off x="7045232" y="4570924"/>
            <a:ext cx="51999" cy="45797"/>
          </a:xfrm>
          <a:custGeom>
            <a:avLst/>
            <a:gdLst>
              <a:gd name="T0" fmla="*/ 1 w 990"/>
              <a:gd name="T1" fmla="*/ 2 h 792"/>
              <a:gd name="T2" fmla="*/ 1 w 990"/>
              <a:gd name="T3" fmla="*/ 0 h 792"/>
              <a:gd name="T4" fmla="*/ 1 w 990"/>
              <a:gd name="T5" fmla="*/ 1 h 792"/>
              <a:gd name="T6" fmla="*/ 0 w 990"/>
              <a:gd name="T7" fmla="*/ 2 h 792"/>
              <a:gd name="T8" fmla="*/ 1 w 990"/>
              <a:gd name="T9" fmla="*/ 2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8" name="Freeform 1083">
            <a:extLst>
              <a:ext uri="{FF2B5EF4-FFF2-40B4-BE49-F238E27FC236}">
                <a16:creationId xmlns:a16="http://schemas.microsoft.com/office/drawing/2014/main" id="{E0CE0778-AA7C-994B-8AC5-676F1A82543C}"/>
              </a:ext>
            </a:extLst>
          </p:cNvPr>
          <p:cNvSpPr>
            <a:spLocks/>
          </p:cNvSpPr>
          <p:nvPr/>
        </p:nvSpPr>
        <p:spPr bwMode="auto">
          <a:xfrm>
            <a:off x="6912524" y="4574577"/>
            <a:ext cx="133046" cy="4178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4 w 2532"/>
              <a:gd name="T5" fmla="*/ 2 h 723"/>
              <a:gd name="T6" fmla="*/ 4 w 2532"/>
              <a:gd name="T7" fmla="*/ 2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9" name="Freeform 1084">
            <a:extLst>
              <a:ext uri="{FF2B5EF4-FFF2-40B4-BE49-F238E27FC236}">
                <a16:creationId xmlns:a16="http://schemas.microsoft.com/office/drawing/2014/main" id="{D2A296F6-56E0-0141-8E63-F209F1106F23}"/>
              </a:ext>
            </a:extLst>
          </p:cNvPr>
          <p:cNvSpPr>
            <a:spLocks/>
          </p:cNvSpPr>
          <p:nvPr/>
        </p:nvSpPr>
        <p:spPr bwMode="auto">
          <a:xfrm>
            <a:off x="6912609" y="4566914"/>
            <a:ext cx="1440" cy="8465"/>
          </a:xfrm>
          <a:custGeom>
            <a:avLst/>
            <a:gdLst>
              <a:gd name="T0" fmla="*/ 1 w 26"/>
              <a:gd name="T1" fmla="*/ 1 h 147"/>
              <a:gd name="T2" fmla="*/ 1 w 26"/>
              <a:gd name="T3" fmla="*/ 1 h 147"/>
              <a:gd name="T4" fmla="*/ 0 w 26"/>
              <a:gd name="T5" fmla="*/ 1 h 147"/>
              <a:gd name="T6" fmla="*/ 1 w 26"/>
              <a:gd name="T7" fmla="*/ 0 h 147"/>
              <a:gd name="T8" fmla="*/ 1 w 26"/>
              <a:gd name="T9" fmla="*/ 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60" name="Freeform 1085">
            <a:extLst>
              <a:ext uri="{FF2B5EF4-FFF2-40B4-BE49-F238E27FC236}">
                <a16:creationId xmlns:a16="http://schemas.microsoft.com/office/drawing/2014/main" id="{06824F88-EE84-D347-A023-F053DA4B2B28}"/>
              </a:ext>
            </a:extLst>
          </p:cNvPr>
          <p:cNvSpPr>
            <a:spLocks/>
          </p:cNvSpPr>
          <p:nvPr/>
        </p:nvSpPr>
        <p:spPr bwMode="auto">
          <a:xfrm>
            <a:off x="6912694" y="4532433"/>
            <a:ext cx="61823" cy="35016"/>
          </a:xfrm>
          <a:custGeom>
            <a:avLst/>
            <a:gdLst>
              <a:gd name="T0" fmla="*/ 1 w 1176"/>
              <a:gd name="T1" fmla="*/ 0 h 606"/>
              <a:gd name="T2" fmla="*/ 0 w 1176"/>
              <a:gd name="T3" fmla="*/ 1 h 606"/>
              <a:gd name="T4" fmla="*/ 1 w 1176"/>
              <a:gd name="T5" fmla="*/ 1 h 606"/>
              <a:gd name="T6" fmla="*/ 1 w 1176"/>
              <a:gd name="T7" fmla="*/ 1 h 606"/>
              <a:gd name="T8" fmla="*/ 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61" name="Freeform 1086">
            <a:extLst>
              <a:ext uri="{FF2B5EF4-FFF2-40B4-BE49-F238E27FC236}">
                <a16:creationId xmlns:a16="http://schemas.microsoft.com/office/drawing/2014/main" id="{36F4BB90-D696-0945-AC5D-7CBFD97A9624}"/>
              </a:ext>
            </a:extLst>
          </p:cNvPr>
          <p:cNvSpPr>
            <a:spLocks/>
          </p:cNvSpPr>
          <p:nvPr/>
        </p:nvSpPr>
        <p:spPr bwMode="auto">
          <a:xfrm>
            <a:off x="6916844" y="4568696"/>
            <a:ext cx="126186" cy="40184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1 w 2532"/>
              <a:gd name="T5" fmla="*/ 1 h 723"/>
              <a:gd name="T6" fmla="*/ 1 w 2532"/>
              <a:gd name="T7" fmla="*/ 1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62" name="Freeform 1087">
            <a:extLst>
              <a:ext uri="{FF2B5EF4-FFF2-40B4-BE49-F238E27FC236}">
                <a16:creationId xmlns:a16="http://schemas.microsoft.com/office/drawing/2014/main" id="{9FC45AEE-F94E-2C41-BB56-2055DE618B24}"/>
              </a:ext>
            </a:extLst>
          </p:cNvPr>
          <p:cNvSpPr>
            <a:spLocks/>
          </p:cNvSpPr>
          <p:nvPr/>
        </p:nvSpPr>
        <p:spPr bwMode="auto">
          <a:xfrm flipV="1">
            <a:off x="7042860" y="4565845"/>
            <a:ext cx="51491" cy="41609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2 h 723"/>
              <a:gd name="T6" fmla="*/ 0 w 2532"/>
              <a:gd name="T7" fmla="*/ 2 h 723"/>
              <a:gd name="T8" fmla="*/ 0 w 2532"/>
              <a:gd name="T9" fmla="*/ 1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15432" y="4128493"/>
            <a:ext cx="259223" cy="240227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14100" y="4144597"/>
            <a:ext cx="259223" cy="240227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pic>
        <p:nvPicPr>
          <p:cNvPr id="498" name="Picture 1066" descr="laptop_keyboard">
            <a:extLst>
              <a:ext uri="{FF2B5EF4-FFF2-40B4-BE49-F238E27FC236}">
                <a16:creationId xmlns:a16="http://schemas.microsoft.com/office/drawing/2014/main" id="{2D71707C-83CA-1C4B-8508-67E56E2AD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7162565" y="4462091"/>
            <a:ext cx="195690" cy="74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9" name="Freeform 1067">
            <a:extLst>
              <a:ext uri="{FF2B5EF4-FFF2-40B4-BE49-F238E27FC236}">
                <a16:creationId xmlns:a16="http://schemas.microsoft.com/office/drawing/2014/main" id="{73F0FEB4-8393-CC4E-8318-ED16B301B6DC}"/>
              </a:ext>
            </a:extLst>
          </p:cNvPr>
          <p:cNvSpPr>
            <a:spLocks/>
          </p:cNvSpPr>
          <p:nvPr/>
        </p:nvSpPr>
        <p:spPr bwMode="auto">
          <a:xfrm>
            <a:off x="7227418" y="4389993"/>
            <a:ext cx="157511" cy="96961"/>
          </a:xfrm>
          <a:custGeom>
            <a:avLst/>
            <a:gdLst>
              <a:gd name="T0" fmla="*/ 1 w 2982"/>
              <a:gd name="T1" fmla="*/ 0 h 2442"/>
              <a:gd name="T2" fmla="*/ 0 w 2982"/>
              <a:gd name="T3" fmla="*/ 1 h 2442"/>
              <a:gd name="T4" fmla="*/ 2 w 2982"/>
              <a:gd name="T5" fmla="*/ 1 h 2442"/>
              <a:gd name="T6" fmla="*/ 2 w 2982"/>
              <a:gd name="T7" fmla="*/ 1 h 2442"/>
              <a:gd name="T8" fmla="*/ 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500" name="Picture 1068" descr="screen">
            <a:extLst>
              <a:ext uri="{FF2B5EF4-FFF2-40B4-BE49-F238E27FC236}">
                <a16:creationId xmlns:a16="http://schemas.microsoft.com/office/drawing/2014/main" id="{7FE7C88C-9EAD-8349-A46B-E909AEA65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176" y="4392487"/>
            <a:ext cx="143129" cy="88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" name="Freeform 1069">
            <a:extLst>
              <a:ext uri="{FF2B5EF4-FFF2-40B4-BE49-F238E27FC236}">
                <a16:creationId xmlns:a16="http://schemas.microsoft.com/office/drawing/2014/main" id="{0DBCF6AD-8352-3C40-B68E-0383519D20A4}"/>
              </a:ext>
            </a:extLst>
          </p:cNvPr>
          <p:cNvSpPr>
            <a:spLocks/>
          </p:cNvSpPr>
          <p:nvPr/>
        </p:nvSpPr>
        <p:spPr bwMode="auto">
          <a:xfrm>
            <a:off x="7256096" y="4387133"/>
            <a:ext cx="133453" cy="18043"/>
          </a:xfrm>
          <a:custGeom>
            <a:avLst/>
            <a:gdLst>
              <a:gd name="T0" fmla="*/ 1 w 2528"/>
              <a:gd name="T1" fmla="*/ 0 h 455"/>
              <a:gd name="T2" fmla="*/ 2 w 2528"/>
              <a:gd name="T3" fmla="*/ 1 h 455"/>
              <a:gd name="T4" fmla="*/ 2 w 2528"/>
              <a:gd name="T5" fmla="*/ 1 h 455"/>
              <a:gd name="T6" fmla="*/ 0 w 2528"/>
              <a:gd name="T7" fmla="*/ 1 h 455"/>
              <a:gd name="T8" fmla="*/ 1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2" name="Freeform 1070">
            <a:extLst>
              <a:ext uri="{FF2B5EF4-FFF2-40B4-BE49-F238E27FC236}">
                <a16:creationId xmlns:a16="http://schemas.microsoft.com/office/drawing/2014/main" id="{3C23673E-599F-5241-B844-C8F96A051D11}"/>
              </a:ext>
            </a:extLst>
          </p:cNvPr>
          <p:cNvSpPr>
            <a:spLocks/>
          </p:cNvSpPr>
          <p:nvPr/>
        </p:nvSpPr>
        <p:spPr bwMode="auto">
          <a:xfrm>
            <a:off x="7226024" y="4386987"/>
            <a:ext cx="37046" cy="75104"/>
          </a:xfrm>
          <a:custGeom>
            <a:avLst/>
            <a:gdLst>
              <a:gd name="T0" fmla="*/ 1 w 702"/>
              <a:gd name="T1" fmla="*/ 0 h 1893"/>
              <a:gd name="T2" fmla="*/ 0 w 702"/>
              <a:gd name="T3" fmla="*/ 1 h 1893"/>
              <a:gd name="T4" fmla="*/ 1 w 702"/>
              <a:gd name="T5" fmla="*/ 1 h 1893"/>
              <a:gd name="T6" fmla="*/ 1 w 702"/>
              <a:gd name="T7" fmla="*/ 1 h 1893"/>
              <a:gd name="T8" fmla="*/ 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3" name="Freeform 1071">
            <a:extLst>
              <a:ext uri="{FF2B5EF4-FFF2-40B4-BE49-F238E27FC236}">
                <a16:creationId xmlns:a16="http://schemas.microsoft.com/office/drawing/2014/main" id="{4D502A0C-8868-2C4E-B6B7-F46718640A2A}"/>
              </a:ext>
            </a:extLst>
          </p:cNvPr>
          <p:cNvSpPr>
            <a:spLocks/>
          </p:cNvSpPr>
          <p:nvPr/>
        </p:nvSpPr>
        <p:spPr bwMode="auto">
          <a:xfrm>
            <a:off x="7348667" y="4400408"/>
            <a:ext cx="39923" cy="86693"/>
          </a:xfrm>
          <a:custGeom>
            <a:avLst/>
            <a:gdLst>
              <a:gd name="T0" fmla="*/ 1 w 756"/>
              <a:gd name="T1" fmla="*/ 0 h 2184"/>
              <a:gd name="T2" fmla="*/ 1 w 756"/>
              <a:gd name="T3" fmla="*/ 1 h 2184"/>
              <a:gd name="T4" fmla="*/ 0 w 756"/>
              <a:gd name="T5" fmla="*/ 1 h 2184"/>
              <a:gd name="T6" fmla="*/ 1 w 756"/>
              <a:gd name="T7" fmla="*/ 1 h 2184"/>
              <a:gd name="T8" fmla="*/ 1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4" name="Freeform 1072">
            <a:extLst>
              <a:ext uri="{FF2B5EF4-FFF2-40B4-BE49-F238E27FC236}">
                <a16:creationId xmlns:a16="http://schemas.microsoft.com/office/drawing/2014/main" id="{154DEECF-C451-B140-A650-9DB9DCC41786}"/>
              </a:ext>
            </a:extLst>
          </p:cNvPr>
          <p:cNvSpPr>
            <a:spLocks/>
          </p:cNvSpPr>
          <p:nvPr/>
        </p:nvSpPr>
        <p:spPr bwMode="auto">
          <a:xfrm>
            <a:off x="7225587" y="4458277"/>
            <a:ext cx="146441" cy="29264"/>
          </a:xfrm>
          <a:custGeom>
            <a:avLst/>
            <a:gdLst>
              <a:gd name="T0" fmla="*/ 1 w 2773"/>
              <a:gd name="T1" fmla="*/ 0 h 738"/>
              <a:gd name="T2" fmla="*/ 0 w 2773"/>
              <a:gd name="T3" fmla="*/ 1 h 738"/>
              <a:gd name="T4" fmla="*/ 2 w 2773"/>
              <a:gd name="T5" fmla="*/ 1 h 738"/>
              <a:gd name="T6" fmla="*/ 2 w 2773"/>
              <a:gd name="T7" fmla="*/ 1 h 738"/>
              <a:gd name="T8" fmla="*/ 1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5" name="Freeform 1073">
            <a:extLst>
              <a:ext uri="{FF2B5EF4-FFF2-40B4-BE49-F238E27FC236}">
                <a16:creationId xmlns:a16="http://schemas.microsoft.com/office/drawing/2014/main" id="{61C09639-BDA6-1848-86B4-033F9F9979D9}"/>
              </a:ext>
            </a:extLst>
          </p:cNvPr>
          <p:cNvSpPr>
            <a:spLocks/>
          </p:cNvSpPr>
          <p:nvPr/>
        </p:nvSpPr>
        <p:spPr bwMode="auto">
          <a:xfrm>
            <a:off x="7353113" y="4401142"/>
            <a:ext cx="37395" cy="87059"/>
          </a:xfrm>
          <a:custGeom>
            <a:avLst/>
            <a:gdLst>
              <a:gd name="T0" fmla="*/ 2 w 637"/>
              <a:gd name="T1" fmla="*/ 0 h 1659"/>
              <a:gd name="T2" fmla="*/ 2 w 637"/>
              <a:gd name="T3" fmla="*/ 0 h 1659"/>
              <a:gd name="T4" fmla="*/ 1 w 637"/>
              <a:gd name="T5" fmla="*/ 15 h 1659"/>
              <a:gd name="T6" fmla="*/ 0 w 637"/>
              <a:gd name="T7" fmla="*/ 15 h 1659"/>
              <a:gd name="T8" fmla="*/ 2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6" name="Freeform 1074">
            <a:extLst>
              <a:ext uri="{FF2B5EF4-FFF2-40B4-BE49-F238E27FC236}">
                <a16:creationId xmlns:a16="http://schemas.microsoft.com/office/drawing/2014/main" id="{BBF9A35C-4B4A-604C-BCA3-20BC6C3D2D8B}"/>
              </a:ext>
            </a:extLst>
          </p:cNvPr>
          <p:cNvSpPr>
            <a:spLocks/>
          </p:cNvSpPr>
          <p:nvPr/>
        </p:nvSpPr>
        <p:spPr bwMode="auto">
          <a:xfrm>
            <a:off x="7225762" y="4462164"/>
            <a:ext cx="130228" cy="28898"/>
          </a:xfrm>
          <a:custGeom>
            <a:avLst/>
            <a:gdLst>
              <a:gd name="T0" fmla="*/ 0 w 2216"/>
              <a:gd name="T1" fmla="*/ 0 h 550"/>
              <a:gd name="T2" fmla="*/ 1 w 2216"/>
              <a:gd name="T3" fmla="*/ 1 h 550"/>
              <a:gd name="T4" fmla="*/ 9 w 2216"/>
              <a:gd name="T5" fmla="*/ 5 h 550"/>
              <a:gd name="T6" fmla="*/ 9 w 2216"/>
              <a:gd name="T7" fmla="*/ 4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507" name="Group 1075">
            <a:extLst>
              <a:ext uri="{FF2B5EF4-FFF2-40B4-BE49-F238E27FC236}">
                <a16:creationId xmlns:a16="http://schemas.microsoft.com/office/drawing/2014/main" id="{C228B10E-0BB1-8D40-9DB1-545E285C7600}"/>
              </a:ext>
            </a:extLst>
          </p:cNvPr>
          <p:cNvGrpSpPr>
            <a:grpSpLocks/>
          </p:cNvGrpSpPr>
          <p:nvPr/>
        </p:nvGrpSpPr>
        <p:grpSpPr bwMode="auto">
          <a:xfrm>
            <a:off x="7223583" y="4493042"/>
            <a:ext cx="44194" cy="17162"/>
            <a:chOff x="1740" y="2642"/>
            <a:chExt cx="752" cy="327"/>
          </a:xfrm>
        </p:grpSpPr>
        <p:sp>
          <p:nvSpPr>
            <p:cNvPr id="514" name="Freeform 1076">
              <a:extLst>
                <a:ext uri="{FF2B5EF4-FFF2-40B4-BE49-F238E27FC236}">
                  <a16:creationId xmlns:a16="http://schemas.microsoft.com/office/drawing/2014/main" id="{DBE93115-3362-AE4D-A30A-337520C73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5" name="Freeform 1077">
              <a:extLst>
                <a:ext uri="{FF2B5EF4-FFF2-40B4-BE49-F238E27FC236}">
                  <a16:creationId xmlns:a16="http://schemas.microsoft.com/office/drawing/2014/main" id="{E980EACA-94CF-194A-AC7A-1415DBB4C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6" name="Freeform 1078">
              <a:extLst>
                <a:ext uri="{FF2B5EF4-FFF2-40B4-BE49-F238E27FC236}">
                  <a16:creationId xmlns:a16="http://schemas.microsoft.com/office/drawing/2014/main" id="{67C8CECC-A4D3-D543-A1C2-92A3DDD60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7" name="Freeform 1079">
              <a:extLst>
                <a:ext uri="{FF2B5EF4-FFF2-40B4-BE49-F238E27FC236}">
                  <a16:creationId xmlns:a16="http://schemas.microsoft.com/office/drawing/2014/main" id="{DF7F90DA-E9FF-E64E-979A-F2C4CF6F2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8" name="Freeform 1080">
              <a:extLst>
                <a:ext uri="{FF2B5EF4-FFF2-40B4-BE49-F238E27FC236}">
                  <a16:creationId xmlns:a16="http://schemas.microsoft.com/office/drawing/2014/main" id="{1FB7CFF5-5312-6B45-B1C9-1E8019D9A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9" name="Freeform 1081">
              <a:extLst>
                <a:ext uri="{FF2B5EF4-FFF2-40B4-BE49-F238E27FC236}">
                  <a16:creationId xmlns:a16="http://schemas.microsoft.com/office/drawing/2014/main" id="{F6743163-40E8-634F-BDA5-FD850E9C9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508" name="Freeform 1082">
            <a:extLst>
              <a:ext uri="{FF2B5EF4-FFF2-40B4-BE49-F238E27FC236}">
                <a16:creationId xmlns:a16="http://schemas.microsoft.com/office/drawing/2014/main" id="{5C688E93-8024-AF4A-9FAE-F872353A70E6}"/>
              </a:ext>
            </a:extLst>
          </p:cNvPr>
          <p:cNvSpPr>
            <a:spLocks/>
          </p:cNvSpPr>
          <p:nvPr/>
        </p:nvSpPr>
        <p:spPr bwMode="auto">
          <a:xfrm>
            <a:off x="7299244" y="4495609"/>
            <a:ext cx="53521" cy="37699"/>
          </a:xfrm>
          <a:custGeom>
            <a:avLst/>
            <a:gdLst>
              <a:gd name="T0" fmla="*/ 1 w 990"/>
              <a:gd name="T1" fmla="*/ 2 h 792"/>
              <a:gd name="T2" fmla="*/ 1 w 990"/>
              <a:gd name="T3" fmla="*/ 0 h 792"/>
              <a:gd name="T4" fmla="*/ 1 w 990"/>
              <a:gd name="T5" fmla="*/ 1 h 792"/>
              <a:gd name="T6" fmla="*/ 0 w 990"/>
              <a:gd name="T7" fmla="*/ 2 h 792"/>
              <a:gd name="T8" fmla="*/ 1 w 990"/>
              <a:gd name="T9" fmla="*/ 2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9" name="Freeform 1083">
            <a:extLst>
              <a:ext uri="{FF2B5EF4-FFF2-40B4-BE49-F238E27FC236}">
                <a16:creationId xmlns:a16="http://schemas.microsoft.com/office/drawing/2014/main" id="{E2D8B864-6DD1-D042-9409-8862ACC1AADF}"/>
              </a:ext>
            </a:extLst>
          </p:cNvPr>
          <p:cNvSpPr>
            <a:spLocks/>
          </p:cNvSpPr>
          <p:nvPr/>
        </p:nvSpPr>
        <p:spPr bwMode="auto">
          <a:xfrm>
            <a:off x="7162653" y="4498616"/>
            <a:ext cx="136940" cy="3439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4 w 2532"/>
              <a:gd name="T5" fmla="*/ 2 h 723"/>
              <a:gd name="T6" fmla="*/ 4 w 2532"/>
              <a:gd name="T7" fmla="*/ 2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0" name="Freeform 1084">
            <a:extLst>
              <a:ext uri="{FF2B5EF4-FFF2-40B4-BE49-F238E27FC236}">
                <a16:creationId xmlns:a16="http://schemas.microsoft.com/office/drawing/2014/main" id="{CC7A3F9E-B0BC-2945-B124-91C53102EAF2}"/>
              </a:ext>
            </a:extLst>
          </p:cNvPr>
          <p:cNvSpPr>
            <a:spLocks/>
          </p:cNvSpPr>
          <p:nvPr/>
        </p:nvSpPr>
        <p:spPr bwMode="auto">
          <a:xfrm>
            <a:off x="7162740" y="4492308"/>
            <a:ext cx="1482" cy="6968"/>
          </a:xfrm>
          <a:custGeom>
            <a:avLst/>
            <a:gdLst>
              <a:gd name="T0" fmla="*/ 1 w 26"/>
              <a:gd name="T1" fmla="*/ 1 h 147"/>
              <a:gd name="T2" fmla="*/ 1 w 26"/>
              <a:gd name="T3" fmla="*/ 1 h 147"/>
              <a:gd name="T4" fmla="*/ 0 w 26"/>
              <a:gd name="T5" fmla="*/ 1 h 147"/>
              <a:gd name="T6" fmla="*/ 1 w 26"/>
              <a:gd name="T7" fmla="*/ 0 h 147"/>
              <a:gd name="T8" fmla="*/ 1 w 26"/>
              <a:gd name="T9" fmla="*/ 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1" name="Freeform 1085">
            <a:extLst>
              <a:ext uri="{FF2B5EF4-FFF2-40B4-BE49-F238E27FC236}">
                <a16:creationId xmlns:a16="http://schemas.microsoft.com/office/drawing/2014/main" id="{B8E20EA9-88B9-0A42-A470-7AF9E8810568}"/>
              </a:ext>
            </a:extLst>
          </p:cNvPr>
          <p:cNvSpPr>
            <a:spLocks/>
          </p:cNvSpPr>
          <p:nvPr/>
        </p:nvSpPr>
        <p:spPr bwMode="auto">
          <a:xfrm>
            <a:off x="7162828" y="4463924"/>
            <a:ext cx="63632" cy="28824"/>
          </a:xfrm>
          <a:custGeom>
            <a:avLst/>
            <a:gdLst>
              <a:gd name="T0" fmla="*/ 1 w 1176"/>
              <a:gd name="T1" fmla="*/ 0 h 606"/>
              <a:gd name="T2" fmla="*/ 0 w 1176"/>
              <a:gd name="T3" fmla="*/ 1 h 606"/>
              <a:gd name="T4" fmla="*/ 1 w 1176"/>
              <a:gd name="T5" fmla="*/ 1 h 606"/>
              <a:gd name="T6" fmla="*/ 1 w 1176"/>
              <a:gd name="T7" fmla="*/ 1 h 606"/>
              <a:gd name="T8" fmla="*/ 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2" name="Freeform 1086">
            <a:extLst>
              <a:ext uri="{FF2B5EF4-FFF2-40B4-BE49-F238E27FC236}">
                <a16:creationId xmlns:a16="http://schemas.microsoft.com/office/drawing/2014/main" id="{A9D04135-B045-A743-95D7-CA5EF36EE738}"/>
              </a:ext>
            </a:extLst>
          </p:cNvPr>
          <p:cNvSpPr>
            <a:spLocks/>
          </p:cNvSpPr>
          <p:nvPr/>
        </p:nvSpPr>
        <p:spPr bwMode="auto">
          <a:xfrm>
            <a:off x="7167098" y="4493775"/>
            <a:ext cx="129879" cy="3307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1 w 2532"/>
              <a:gd name="T5" fmla="*/ 1 h 723"/>
              <a:gd name="T6" fmla="*/ 1 w 2532"/>
              <a:gd name="T7" fmla="*/ 1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3" name="Freeform 1087">
            <a:extLst>
              <a:ext uri="{FF2B5EF4-FFF2-40B4-BE49-F238E27FC236}">
                <a16:creationId xmlns:a16="http://schemas.microsoft.com/office/drawing/2014/main" id="{C0583F57-71B7-B142-BC2A-15444A0CF4E5}"/>
              </a:ext>
            </a:extLst>
          </p:cNvPr>
          <p:cNvSpPr>
            <a:spLocks/>
          </p:cNvSpPr>
          <p:nvPr/>
        </p:nvSpPr>
        <p:spPr bwMode="auto">
          <a:xfrm flipV="1">
            <a:off x="7296804" y="4491429"/>
            <a:ext cx="52997" cy="34252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2 h 723"/>
              <a:gd name="T6" fmla="*/ 0 w 2532"/>
              <a:gd name="T7" fmla="*/ 2 h 723"/>
              <a:gd name="T8" fmla="*/ 0 w 2532"/>
              <a:gd name="T9" fmla="*/ 1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72" name="Group 983">
            <a:extLst>
              <a:ext uri="{FF2B5EF4-FFF2-40B4-BE49-F238E27FC236}">
                <a16:creationId xmlns:a16="http://schemas.microsoft.com/office/drawing/2014/main" id="{105B6396-94AE-3641-98AD-7B23024BF303}"/>
              </a:ext>
            </a:extLst>
          </p:cNvPr>
          <p:cNvGrpSpPr>
            <a:grpSpLocks/>
          </p:cNvGrpSpPr>
          <p:nvPr/>
        </p:nvGrpSpPr>
        <p:grpSpPr bwMode="auto">
          <a:xfrm>
            <a:off x="7513408" y="4227291"/>
            <a:ext cx="128588" cy="261708"/>
            <a:chOff x="4140" y="429"/>
            <a:chExt cx="1425" cy="2396"/>
          </a:xfrm>
        </p:grpSpPr>
        <p:sp>
          <p:nvSpPr>
            <p:cNvPr id="175" name="Freeform 984">
              <a:extLst>
                <a:ext uri="{FF2B5EF4-FFF2-40B4-BE49-F238E27FC236}">
                  <a16:creationId xmlns:a16="http://schemas.microsoft.com/office/drawing/2014/main" id="{69921432-2526-D74B-B1B3-EF4990D57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6" name="Rectangle 985">
              <a:extLst>
                <a:ext uri="{FF2B5EF4-FFF2-40B4-BE49-F238E27FC236}">
                  <a16:creationId xmlns:a16="http://schemas.microsoft.com/office/drawing/2014/main" id="{372674DE-08A1-7340-A835-CB738EF1A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7" name="Freeform 986">
              <a:extLst>
                <a:ext uri="{FF2B5EF4-FFF2-40B4-BE49-F238E27FC236}">
                  <a16:creationId xmlns:a16="http://schemas.microsoft.com/office/drawing/2014/main" id="{210AB56E-8E3A-464C-BA90-E5EE13DE1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8" name="Freeform 987">
              <a:extLst>
                <a:ext uri="{FF2B5EF4-FFF2-40B4-BE49-F238E27FC236}">
                  <a16:creationId xmlns:a16="http://schemas.microsoft.com/office/drawing/2014/main" id="{4B6304D8-37E4-9743-9663-D2140A337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9" name="Rectangle 988">
              <a:extLst>
                <a:ext uri="{FF2B5EF4-FFF2-40B4-BE49-F238E27FC236}">
                  <a16:creationId xmlns:a16="http://schemas.microsoft.com/office/drawing/2014/main" id="{01DA0D94-4858-4748-835A-0A295C76D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0" name="Group 989">
              <a:extLst>
                <a:ext uri="{FF2B5EF4-FFF2-40B4-BE49-F238E27FC236}">
                  <a16:creationId xmlns:a16="http://schemas.microsoft.com/office/drawing/2014/main" id="{653C7E87-1F7F-B94B-970F-8043BE6AD4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5" name="AutoShape 990">
                <a:extLst>
                  <a:ext uri="{FF2B5EF4-FFF2-40B4-BE49-F238E27FC236}">
                    <a16:creationId xmlns:a16="http://schemas.microsoft.com/office/drawing/2014/main" id="{9E8BF054-B12E-C746-9DCC-FFC0FBE11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AutoShape 991">
                <a:extLst>
                  <a:ext uri="{FF2B5EF4-FFF2-40B4-BE49-F238E27FC236}">
                    <a16:creationId xmlns:a16="http://schemas.microsoft.com/office/drawing/2014/main" id="{60A26098-3AC3-5F48-AF12-0376133BA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" name="Rectangle 992">
              <a:extLst>
                <a:ext uri="{FF2B5EF4-FFF2-40B4-BE49-F238E27FC236}">
                  <a16:creationId xmlns:a16="http://schemas.microsoft.com/office/drawing/2014/main" id="{AB0AE9A0-AEC6-B542-BAA1-AD6A9E257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2" name="Group 993">
              <a:extLst>
                <a:ext uri="{FF2B5EF4-FFF2-40B4-BE49-F238E27FC236}">
                  <a16:creationId xmlns:a16="http://schemas.microsoft.com/office/drawing/2014/main" id="{2E23BBDE-93A3-014A-8AD9-509F2B1333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03" name="AutoShape 994">
                <a:extLst>
                  <a:ext uri="{FF2B5EF4-FFF2-40B4-BE49-F238E27FC236}">
                    <a16:creationId xmlns:a16="http://schemas.microsoft.com/office/drawing/2014/main" id="{CF10A6D2-6E36-BA46-8AB3-2A153E9EC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4" name="AutoShape 995">
                <a:extLst>
                  <a:ext uri="{FF2B5EF4-FFF2-40B4-BE49-F238E27FC236}">
                    <a16:creationId xmlns:a16="http://schemas.microsoft.com/office/drawing/2014/main" id="{964D14B2-2639-5A46-B2D5-48A8B0C31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3" name="Rectangle 996">
              <a:extLst>
                <a:ext uri="{FF2B5EF4-FFF2-40B4-BE49-F238E27FC236}">
                  <a16:creationId xmlns:a16="http://schemas.microsoft.com/office/drawing/2014/main" id="{426E7337-36DD-B64A-88F7-00D5A742F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4" name="Rectangle 997">
              <a:extLst>
                <a:ext uri="{FF2B5EF4-FFF2-40B4-BE49-F238E27FC236}">
                  <a16:creationId xmlns:a16="http://schemas.microsoft.com/office/drawing/2014/main" id="{BE4D7353-7D2D-9F42-8A6A-65BAA6259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5" name="Group 998">
              <a:extLst>
                <a:ext uri="{FF2B5EF4-FFF2-40B4-BE49-F238E27FC236}">
                  <a16:creationId xmlns:a16="http://schemas.microsoft.com/office/drawing/2014/main" id="{10644FFB-BF70-614B-94F5-58CB99D12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1" name="AutoShape 999">
                <a:extLst>
                  <a:ext uri="{FF2B5EF4-FFF2-40B4-BE49-F238E27FC236}">
                    <a16:creationId xmlns:a16="http://schemas.microsoft.com/office/drawing/2014/main" id="{2EEDFBCE-8402-0442-A96B-A6412C51C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2" name="AutoShape 1000">
                <a:extLst>
                  <a:ext uri="{FF2B5EF4-FFF2-40B4-BE49-F238E27FC236}">
                    <a16:creationId xmlns:a16="http://schemas.microsoft.com/office/drawing/2014/main" id="{5BBF678C-8365-374C-8592-2F4010918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6" name="Freeform 1001">
              <a:extLst>
                <a:ext uri="{FF2B5EF4-FFF2-40B4-BE49-F238E27FC236}">
                  <a16:creationId xmlns:a16="http://schemas.microsoft.com/office/drawing/2014/main" id="{43320BBC-6D3F-CE4C-AE57-EE45F3319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187" name="Group 1002">
              <a:extLst>
                <a:ext uri="{FF2B5EF4-FFF2-40B4-BE49-F238E27FC236}">
                  <a16:creationId xmlns:a16="http://schemas.microsoft.com/office/drawing/2014/main" id="{4ED748C4-471F-B74E-9328-2437DB94B8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9" name="AutoShape 1003">
                <a:extLst>
                  <a:ext uri="{FF2B5EF4-FFF2-40B4-BE49-F238E27FC236}">
                    <a16:creationId xmlns:a16="http://schemas.microsoft.com/office/drawing/2014/main" id="{DE163CA4-FABE-9B4C-973B-7160FB0CA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0" name="AutoShape 1004">
                <a:extLst>
                  <a:ext uri="{FF2B5EF4-FFF2-40B4-BE49-F238E27FC236}">
                    <a16:creationId xmlns:a16="http://schemas.microsoft.com/office/drawing/2014/main" id="{D50A283A-2FFB-A24F-A406-2910EEA8C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8" name="Rectangle 1005">
              <a:extLst>
                <a:ext uri="{FF2B5EF4-FFF2-40B4-BE49-F238E27FC236}">
                  <a16:creationId xmlns:a16="http://schemas.microsoft.com/office/drawing/2014/main" id="{42659E43-E287-8942-BD23-94141CB4B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9" name="Freeform 1006">
              <a:extLst>
                <a:ext uri="{FF2B5EF4-FFF2-40B4-BE49-F238E27FC236}">
                  <a16:creationId xmlns:a16="http://schemas.microsoft.com/office/drawing/2014/main" id="{48DEF8E3-26E3-0E48-88EA-BAB435AE5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0" name="Freeform 1007">
              <a:extLst>
                <a:ext uri="{FF2B5EF4-FFF2-40B4-BE49-F238E27FC236}">
                  <a16:creationId xmlns:a16="http://schemas.microsoft.com/office/drawing/2014/main" id="{7869EB64-11F6-624E-9B28-6986DD9D0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1" name="Oval 1008">
              <a:extLst>
                <a:ext uri="{FF2B5EF4-FFF2-40B4-BE49-F238E27FC236}">
                  <a16:creationId xmlns:a16="http://schemas.microsoft.com/office/drawing/2014/main" id="{322E0F0C-40A1-7E43-B9BC-A271C641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2" name="Freeform 1009">
              <a:extLst>
                <a:ext uri="{FF2B5EF4-FFF2-40B4-BE49-F238E27FC236}">
                  <a16:creationId xmlns:a16="http://schemas.microsoft.com/office/drawing/2014/main" id="{2C34A91D-8DF1-DE40-8F88-B7AB2BE63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3" name="AutoShape 1010">
              <a:extLst>
                <a:ext uri="{FF2B5EF4-FFF2-40B4-BE49-F238E27FC236}">
                  <a16:creationId xmlns:a16="http://schemas.microsoft.com/office/drawing/2014/main" id="{C10585A3-5046-F44C-A720-1B5360D1A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4" name="AutoShape 1011">
              <a:extLst>
                <a:ext uri="{FF2B5EF4-FFF2-40B4-BE49-F238E27FC236}">
                  <a16:creationId xmlns:a16="http://schemas.microsoft.com/office/drawing/2014/main" id="{0F1CC371-A8A5-1146-9D54-06BA5783B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5" name="Oval 1012">
              <a:extLst>
                <a:ext uri="{FF2B5EF4-FFF2-40B4-BE49-F238E27FC236}">
                  <a16:creationId xmlns:a16="http://schemas.microsoft.com/office/drawing/2014/main" id="{165ACFDB-EB0A-EF4A-A53B-E952BF38B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6" name="Oval 1013">
              <a:extLst>
                <a:ext uri="{FF2B5EF4-FFF2-40B4-BE49-F238E27FC236}">
                  <a16:creationId xmlns:a16="http://schemas.microsoft.com/office/drawing/2014/main" id="{8E1C86F1-E8A5-AB43-9FBE-05329F11F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7" name="Oval 1014">
              <a:extLst>
                <a:ext uri="{FF2B5EF4-FFF2-40B4-BE49-F238E27FC236}">
                  <a16:creationId xmlns:a16="http://schemas.microsoft.com/office/drawing/2014/main" id="{0C189499-8A09-3E4B-B216-1DBC5D3CD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8" name="Rectangle 1015">
              <a:extLst>
                <a:ext uri="{FF2B5EF4-FFF2-40B4-BE49-F238E27FC236}">
                  <a16:creationId xmlns:a16="http://schemas.microsoft.com/office/drawing/2014/main" id="{F801E0C5-03DC-4947-89BB-24F841D73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30486" y="3960795"/>
            <a:ext cx="259223" cy="240227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12210B-AFA0-C747-B0D5-6E0D32FFEF07}"/>
              </a:ext>
            </a:extLst>
          </p:cNvPr>
          <p:cNvGrpSpPr/>
          <p:nvPr/>
        </p:nvGrpSpPr>
        <p:grpSpPr>
          <a:xfrm>
            <a:off x="5579306" y="1394794"/>
            <a:ext cx="3108241" cy="3095608"/>
            <a:chOff x="7439074" y="1859725"/>
            <a:chExt cx="4144321" cy="41274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DBD1858-2E40-9545-88AD-AAD37777C13D}"/>
                </a:ext>
              </a:extLst>
            </p:cNvPr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id="242" name="Picture 799" descr="cell_tower_radiation copy">
                <a:extLst>
                  <a:ext uri="{FF2B5EF4-FFF2-40B4-BE49-F238E27FC236}">
                    <a16:creationId xmlns:a16="http://schemas.microsoft.com/office/drawing/2014/main" id="{B5B28CD6-3076-384D-8180-86543C59B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9" name="Line 426">
                <a:extLst>
                  <a:ext uri="{FF2B5EF4-FFF2-40B4-BE49-F238E27FC236}">
                    <a16:creationId xmlns:a16="http://schemas.microsoft.com/office/drawing/2014/main" id="{DDAEB50C-98DD-DA43-B9C4-9AB7F9ED5B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07860" y="2700359"/>
                <a:ext cx="227964" cy="1743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241" name="Group 783">
                <a:extLst>
                  <a:ext uri="{FF2B5EF4-FFF2-40B4-BE49-F238E27FC236}">
                    <a16:creationId xmlns:a16="http://schemas.microsoft.com/office/drawing/2014/main" id="{02FEAFB4-9831-B64A-9F54-92C532E8F3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50698" y="2309376"/>
                <a:ext cx="298450" cy="464008"/>
                <a:chOff x="3130" y="3288"/>
                <a:chExt cx="410" cy="742"/>
              </a:xfrm>
            </p:grpSpPr>
            <p:sp>
              <p:nvSpPr>
                <p:cNvPr id="244" name="Line 270">
                  <a:extLst>
                    <a:ext uri="{FF2B5EF4-FFF2-40B4-BE49-F238E27FC236}">
                      <a16:creationId xmlns:a16="http://schemas.microsoft.com/office/drawing/2014/main" id="{A9300902-94F3-8949-9A54-8B95986ACB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5" name="Line 271">
                  <a:extLst>
                    <a:ext uri="{FF2B5EF4-FFF2-40B4-BE49-F238E27FC236}">
                      <a16:creationId xmlns:a16="http://schemas.microsoft.com/office/drawing/2014/main" id="{B93F32E3-8690-BD4B-B848-94E1FAAB5E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6" name="Line 272">
                  <a:extLst>
                    <a:ext uri="{FF2B5EF4-FFF2-40B4-BE49-F238E27FC236}">
                      <a16:creationId xmlns:a16="http://schemas.microsoft.com/office/drawing/2014/main" id="{AB0BEDC3-F0F0-4E42-A55F-57AC0548D5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7" name="Line 273">
                  <a:extLst>
                    <a:ext uri="{FF2B5EF4-FFF2-40B4-BE49-F238E27FC236}">
                      <a16:creationId xmlns:a16="http://schemas.microsoft.com/office/drawing/2014/main" id="{3AF299DE-8F54-D84C-B398-5B3B44C53A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8" name="Line 274">
                  <a:extLst>
                    <a:ext uri="{FF2B5EF4-FFF2-40B4-BE49-F238E27FC236}">
                      <a16:creationId xmlns:a16="http://schemas.microsoft.com/office/drawing/2014/main" id="{C2005C3C-C4BA-FD44-A127-E5C4FE594D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9" name="Line 275">
                  <a:extLst>
                    <a:ext uri="{FF2B5EF4-FFF2-40B4-BE49-F238E27FC236}">
                      <a16:creationId xmlns:a16="http://schemas.microsoft.com/office/drawing/2014/main" id="{948DF918-9246-AF45-A55F-C5B743663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0" name="Line 276">
                  <a:extLst>
                    <a:ext uri="{FF2B5EF4-FFF2-40B4-BE49-F238E27FC236}">
                      <a16:creationId xmlns:a16="http://schemas.microsoft.com/office/drawing/2014/main" id="{3D1534AB-9253-A140-B4C5-81F085C45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1" name="Line 277">
                  <a:extLst>
                    <a:ext uri="{FF2B5EF4-FFF2-40B4-BE49-F238E27FC236}">
                      <a16:creationId xmlns:a16="http://schemas.microsoft.com/office/drawing/2014/main" id="{3BA377A2-6A51-F64B-AA8B-4FB90FAA7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2" name="Line 278">
                  <a:extLst>
                    <a:ext uri="{FF2B5EF4-FFF2-40B4-BE49-F238E27FC236}">
                      <a16:creationId xmlns:a16="http://schemas.microsoft.com/office/drawing/2014/main" id="{FA310FA6-4B1E-0047-8066-8AF44673F2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3" name="Line 279">
                  <a:extLst>
                    <a:ext uri="{FF2B5EF4-FFF2-40B4-BE49-F238E27FC236}">
                      <a16:creationId xmlns:a16="http://schemas.microsoft.com/office/drawing/2014/main" id="{254B094E-F3D3-0F46-BF4E-A226644B01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4" name="Line 280">
                  <a:extLst>
                    <a:ext uri="{FF2B5EF4-FFF2-40B4-BE49-F238E27FC236}">
                      <a16:creationId xmlns:a16="http://schemas.microsoft.com/office/drawing/2014/main" id="{9805319A-9CA5-7340-811A-8DBCB5A2BA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5" name="Line 281">
                  <a:extLst>
                    <a:ext uri="{FF2B5EF4-FFF2-40B4-BE49-F238E27FC236}">
                      <a16:creationId xmlns:a16="http://schemas.microsoft.com/office/drawing/2014/main" id="{6042C4DF-7427-904B-A064-26708AF480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6" name="Line 282">
                  <a:extLst>
                    <a:ext uri="{FF2B5EF4-FFF2-40B4-BE49-F238E27FC236}">
                      <a16:creationId xmlns:a16="http://schemas.microsoft.com/office/drawing/2014/main" id="{21FF36A4-E56F-C94A-8E67-9A6E4DA844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7" name="Line 283">
                  <a:extLst>
                    <a:ext uri="{FF2B5EF4-FFF2-40B4-BE49-F238E27FC236}">
                      <a16:creationId xmlns:a16="http://schemas.microsoft.com/office/drawing/2014/main" id="{C6A0831D-FA2C-E744-8FE0-FDFDDB5FDD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8" name="Line 284">
                  <a:extLst>
                    <a:ext uri="{FF2B5EF4-FFF2-40B4-BE49-F238E27FC236}">
                      <a16:creationId xmlns:a16="http://schemas.microsoft.com/office/drawing/2014/main" id="{65548550-729A-4849-9DC4-127F8FE86B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</p:grpSp>
          <p:grpSp>
            <p:nvGrpSpPr>
              <p:cNvPr id="407" name="Group 406">
                <a:extLst>
                  <a:ext uri="{FF2B5EF4-FFF2-40B4-BE49-F238E27FC236}">
                    <a16:creationId xmlns:a16="http://schemas.microsoft.com/office/drawing/2014/main" id="{CBD7A282-C22D-714A-88F1-C7D4EDD107F8}"/>
                  </a:ext>
                </a:extLst>
              </p:cNvPr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408" name="Freeform 407">
                  <a:extLst>
                    <a:ext uri="{FF2B5EF4-FFF2-40B4-BE49-F238E27FC236}">
                      <a16:creationId xmlns:a16="http://schemas.microsoft.com/office/drawing/2014/main" id="{3C206862-9269-EE48-877D-EE261101A443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9B69A2C6-F31C-E749-B77A-1818B15E1B36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410" name="Group 409">
                  <a:extLst>
                    <a:ext uri="{FF2B5EF4-FFF2-40B4-BE49-F238E27FC236}">
                      <a16:creationId xmlns:a16="http://schemas.microsoft.com/office/drawing/2014/main" id="{08BE9AB8-F5DA-4D4A-9621-9AB05D691F0C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11" name="Freeform 410">
                    <a:extLst>
                      <a:ext uri="{FF2B5EF4-FFF2-40B4-BE49-F238E27FC236}">
                        <a16:creationId xmlns:a16="http://schemas.microsoft.com/office/drawing/2014/main" id="{56E730F0-5BB3-6446-9D5B-82D51B9EDAF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12" name="Freeform 411">
                    <a:extLst>
                      <a:ext uri="{FF2B5EF4-FFF2-40B4-BE49-F238E27FC236}">
                        <a16:creationId xmlns:a16="http://schemas.microsoft.com/office/drawing/2014/main" id="{5BA37E27-2FC6-BA43-8A97-14171CB51FDD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13" name="Freeform 412">
                    <a:extLst>
                      <a:ext uri="{FF2B5EF4-FFF2-40B4-BE49-F238E27FC236}">
                        <a16:creationId xmlns:a16="http://schemas.microsoft.com/office/drawing/2014/main" id="{CCB37CB3-304F-6144-85D0-8B420BDD0880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14" name="Freeform 413">
                    <a:extLst>
                      <a:ext uri="{FF2B5EF4-FFF2-40B4-BE49-F238E27FC236}">
                        <a16:creationId xmlns:a16="http://schemas.microsoft.com/office/drawing/2014/main" id="{BD0CA8E5-A033-834A-A402-E2EFB2FBBFC4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" name="Picture 1017" descr="antenna_stylized">
                <a:extLst>
                  <a:ext uri="{FF2B5EF4-FFF2-40B4-BE49-F238E27FC236}">
                    <a16:creationId xmlns:a16="http://schemas.microsoft.com/office/drawing/2014/main" id="{27A537F5-5D99-BF4C-9B11-E9782673F1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1" name="Picture 1017" descr="antenna_stylized">
                <a:extLst>
                  <a:ext uri="{FF2B5EF4-FFF2-40B4-BE49-F238E27FC236}">
                    <a16:creationId xmlns:a16="http://schemas.microsoft.com/office/drawing/2014/main" id="{F4E4C4C0-89A6-D74D-B25C-228CE5BC1D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" name="Picture 1017" descr="antenna_stylized">
                <a:extLst>
                  <a:ext uri="{FF2B5EF4-FFF2-40B4-BE49-F238E27FC236}">
                    <a16:creationId xmlns:a16="http://schemas.microsoft.com/office/drawing/2014/main" id="{F0886BE8-9B0B-F046-92AA-1AC818378E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C0639A7-533B-6644-A560-40B5151A7BE4}"/>
                </a:ext>
              </a:extLst>
            </p:cNvPr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id="261" name="Picture 777" descr="access_point_stylized_small">
                <a:extLst>
                  <a:ext uri="{FF2B5EF4-FFF2-40B4-BE49-F238E27FC236}">
                    <a16:creationId xmlns:a16="http://schemas.microsoft.com/office/drawing/2014/main" id="{FA9A412B-D725-D449-8707-A3626DCB48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FFCC6D2-A029-1E45-9C4D-1FF4453F0EB7}"/>
                  </a:ext>
                </a:extLst>
              </p:cNvPr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sp>
              <p:nvSpPr>
                <p:cNvPr id="33" name="Line 443">
                  <a:extLst>
                    <a:ext uri="{FF2B5EF4-FFF2-40B4-BE49-F238E27FC236}">
                      <a16:creationId xmlns:a16="http://schemas.microsoft.com/office/drawing/2014/main" id="{BCDF073B-F330-A345-A512-B85DFD399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47778" y="3829970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9" name="Line 449">
                  <a:extLst>
                    <a:ext uri="{FF2B5EF4-FFF2-40B4-BE49-F238E27FC236}">
                      <a16:creationId xmlns:a16="http://schemas.microsoft.com/office/drawing/2014/main" id="{53CD988A-3515-7242-9C29-87AF28108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57253" y="4041107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pic>
              <p:nvPicPr>
                <p:cNvPr id="262" name="Picture 778" descr="antenna_radiation_stylized">
                  <a:extLst>
                    <a:ext uri="{FF2B5EF4-FFF2-40B4-BE49-F238E27FC236}">
                      <a16:creationId xmlns:a16="http://schemas.microsoft.com/office/drawing/2014/main" id="{B73E5F98-BC74-DB47-BA02-5F29DC67572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415" name="Group 414">
                  <a:extLst>
                    <a:ext uri="{FF2B5EF4-FFF2-40B4-BE49-F238E27FC236}">
                      <a16:creationId xmlns:a16="http://schemas.microsoft.com/office/drawing/2014/main" id="{F0DE4078-0801-A244-9A82-F7502B8B24A0}"/>
                    </a:ext>
                  </a:extLst>
                </p:cNvPr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416" name="Freeform 415">
                    <a:extLst>
                      <a:ext uri="{FF2B5EF4-FFF2-40B4-BE49-F238E27FC236}">
                        <a16:creationId xmlns:a16="http://schemas.microsoft.com/office/drawing/2014/main" id="{EA784F43-D793-4342-92F3-EBC3632212A6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17" name="Oval 416">
                    <a:extLst>
                      <a:ext uri="{FF2B5EF4-FFF2-40B4-BE49-F238E27FC236}">
                        <a16:creationId xmlns:a16="http://schemas.microsoft.com/office/drawing/2014/main" id="{75841943-4184-5D4E-AAD4-8FEAC9D7330F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18" name="Group 417">
                    <a:extLst>
                      <a:ext uri="{FF2B5EF4-FFF2-40B4-BE49-F238E27FC236}">
                        <a16:creationId xmlns:a16="http://schemas.microsoft.com/office/drawing/2014/main" id="{23FBC748-DCBA-AA41-A6F7-895374D50CDF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19" name="Freeform 418">
                      <a:extLst>
                        <a:ext uri="{FF2B5EF4-FFF2-40B4-BE49-F238E27FC236}">
                          <a16:creationId xmlns:a16="http://schemas.microsoft.com/office/drawing/2014/main" id="{96DA1F2B-2063-8C40-BF46-086C20D317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20" name="Freeform 419">
                      <a:extLst>
                        <a:ext uri="{FF2B5EF4-FFF2-40B4-BE49-F238E27FC236}">
                          <a16:creationId xmlns:a16="http://schemas.microsoft.com/office/drawing/2014/main" id="{8A1EF987-02EE-DA4D-8224-02537D5034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21" name="Freeform 420">
                      <a:extLst>
                        <a:ext uri="{FF2B5EF4-FFF2-40B4-BE49-F238E27FC236}">
                          <a16:creationId xmlns:a16="http://schemas.microsoft.com/office/drawing/2014/main" id="{1FC5854A-AF8F-6841-92AD-B18DDAF1E9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22" name="Freeform 421">
                      <a:extLst>
                        <a:ext uri="{FF2B5EF4-FFF2-40B4-BE49-F238E27FC236}">
                          <a16:creationId xmlns:a16="http://schemas.microsoft.com/office/drawing/2014/main" id="{A510FA68-BEB6-B54A-A1D4-984168F857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pic>
              <p:nvPicPr>
                <p:cNvPr id="91" name="Picture 1115" descr="antenna_stylized">
                  <a:extLst>
                    <a:ext uri="{FF2B5EF4-FFF2-40B4-BE49-F238E27FC236}">
                      <a16:creationId xmlns:a16="http://schemas.microsoft.com/office/drawing/2014/main" id="{1821BC3E-6137-D844-92B9-4BA4CFF41F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1115" descr="antenna_stylized">
                  <a:extLst>
                    <a:ext uri="{FF2B5EF4-FFF2-40B4-BE49-F238E27FC236}">
                      <a16:creationId xmlns:a16="http://schemas.microsoft.com/office/drawing/2014/main" id="{C1A64F68-4D16-AE4F-AB60-09D2C0CF0E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43A22F9-CEFC-E64E-9231-138462077C83}"/>
                </a:ext>
              </a:extLst>
            </p:cNvPr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52B7B73B-1125-084D-8669-C68CC371DDC6}"/>
                  </a:ext>
                </a:extLst>
              </p:cNvPr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456" name="Freeform 455">
                  <a:extLst>
                    <a:ext uri="{FF2B5EF4-FFF2-40B4-BE49-F238E27FC236}">
                      <a16:creationId xmlns:a16="http://schemas.microsoft.com/office/drawing/2014/main" id="{3196A4F9-B139-4D4B-B210-0318216604FE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1D1C7F3A-BE45-014B-AF9C-58CA77DA029D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458" name="Group 457">
                  <a:extLst>
                    <a:ext uri="{FF2B5EF4-FFF2-40B4-BE49-F238E27FC236}">
                      <a16:creationId xmlns:a16="http://schemas.microsoft.com/office/drawing/2014/main" id="{83DFFE47-64E8-F54C-8ABC-E896DA957F0D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9" name="Freeform 458">
                    <a:extLst>
                      <a:ext uri="{FF2B5EF4-FFF2-40B4-BE49-F238E27FC236}">
                        <a16:creationId xmlns:a16="http://schemas.microsoft.com/office/drawing/2014/main" id="{2A9F0EE2-8F99-EB4D-9331-7AE3BDCBE9C6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60" name="Freeform 459">
                    <a:extLst>
                      <a:ext uri="{FF2B5EF4-FFF2-40B4-BE49-F238E27FC236}">
                        <a16:creationId xmlns:a16="http://schemas.microsoft.com/office/drawing/2014/main" id="{2E314A90-8DB8-2A49-8BB6-D51C2DAE9CF7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61" name="Freeform 460">
                    <a:extLst>
                      <a:ext uri="{FF2B5EF4-FFF2-40B4-BE49-F238E27FC236}">
                        <a16:creationId xmlns:a16="http://schemas.microsoft.com/office/drawing/2014/main" id="{7D8C0277-204E-2B4D-B954-94739B9DE720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62" name="Freeform 461">
                    <a:extLst>
                      <a:ext uri="{FF2B5EF4-FFF2-40B4-BE49-F238E27FC236}">
                        <a16:creationId xmlns:a16="http://schemas.microsoft.com/office/drawing/2014/main" id="{69955D3C-6D1B-EA40-8228-73DF01564152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710FDFDB-5658-6346-883B-53F72A0E1C90}"/>
                  </a:ext>
                </a:extLst>
              </p:cNvPr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21121473-8384-8944-A0B5-DD441780262C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11366773-360A-0449-911A-80462659C660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96" name="Picture 395" descr="server_rack.png">
                    <a:extLst>
                      <a:ext uri="{FF2B5EF4-FFF2-40B4-BE49-F238E27FC236}">
                        <a16:creationId xmlns:a16="http://schemas.microsoft.com/office/drawing/2014/main" id="{361EFF3D-6A1F-2646-B975-1FACB4284F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7" name="Picture 396" descr="server_rack.png">
                    <a:extLst>
                      <a:ext uri="{FF2B5EF4-FFF2-40B4-BE49-F238E27FC236}">
                        <a16:creationId xmlns:a16="http://schemas.microsoft.com/office/drawing/2014/main" id="{E83F8942-DE11-A747-A5A4-EDFBB17BFC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8" name="Picture 397" descr="server_rack.png">
                    <a:extLst>
                      <a:ext uri="{FF2B5EF4-FFF2-40B4-BE49-F238E27FC236}">
                        <a16:creationId xmlns:a16="http://schemas.microsoft.com/office/drawing/2014/main" id="{300ED1AC-F5EE-3C49-B963-42178C2434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94C1D3C-A4C3-8F43-933A-1DDD15B3AD09}"/>
                </a:ext>
              </a:extLst>
            </p:cNvPr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789609" y="5251739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10207" y="5117334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 dirty="0"/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59425" y="5036562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C4C54689-4DDC-6D45-8526-2BC60244FA39}"/>
                  </a:ext>
                </a:extLst>
              </p:cNvPr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sp>
              <p:nvSpPr>
                <p:cNvPr id="24" name="Line 430">
                  <a:extLst>
                    <a:ext uri="{FF2B5EF4-FFF2-40B4-BE49-F238E27FC236}">
                      <a16:creationId xmlns:a16="http://schemas.microsoft.com/office/drawing/2014/main" id="{3188928B-5976-7142-B509-B67C32631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09926" y="5405286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25" name="Line 431">
                  <a:extLst>
                    <a:ext uri="{FF2B5EF4-FFF2-40B4-BE49-F238E27FC236}">
                      <a16:creationId xmlns:a16="http://schemas.microsoft.com/office/drawing/2014/main" id="{B61C3274-819B-1A4B-9892-BC7A0AB4B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32959" y="4838517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6" name="Line 432">
                  <a:extLst>
                    <a:ext uri="{FF2B5EF4-FFF2-40B4-BE49-F238E27FC236}">
                      <a16:creationId xmlns:a16="http://schemas.microsoft.com/office/drawing/2014/main" id="{6434324A-C183-F645-84E8-7170D215D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50066" y="4838517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7" name="Line 433">
                  <a:extLst>
                    <a:ext uri="{FF2B5EF4-FFF2-40B4-BE49-F238E27FC236}">
                      <a16:creationId xmlns:a16="http://schemas.microsoft.com/office/drawing/2014/main" id="{4326369B-7050-F54A-9B61-51FBE9831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21744" y="5108876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9" name="Line 436">
                  <a:extLst>
                    <a:ext uri="{FF2B5EF4-FFF2-40B4-BE49-F238E27FC236}">
                      <a16:creationId xmlns:a16="http://schemas.microsoft.com/office/drawing/2014/main" id="{CAD2281A-59A4-DA4C-A9DC-E37CA4991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48367" y="5290470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0" name="Line 439">
                  <a:extLst>
                    <a:ext uri="{FF2B5EF4-FFF2-40B4-BE49-F238E27FC236}">
                      <a16:creationId xmlns:a16="http://schemas.microsoft.com/office/drawing/2014/main" id="{59746900-72D7-BF46-8B59-62F2A5D47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73817" y="5282252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1" name="Line 440">
                  <a:extLst>
                    <a:ext uri="{FF2B5EF4-FFF2-40B4-BE49-F238E27FC236}">
                      <a16:creationId xmlns:a16="http://schemas.microsoft.com/office/drawing/2014/main" id="{76AA107C-4028-5D4D-B986-E7C4D7058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488731" y="5307931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2" name="Line 441">
                  <a:extLst>
                    <a:ext uri="{FF2B5EF4-FFF2-40B4-BE49-F238E27FC236}">
                      <a16:creationId xmlns:a16="http://schemas.microsoft.com/office/drawing/2014/main" id="{AF797424-05E8-8345-847C-94DA81395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88731" y="5258048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528" name="Line 428">
                  <a:extLst>
                    <a:ext uri="{FF2B5EF4-FFF2-40B4-BE49-F238E27FC236}">
                      <a16:creationId xmlns:a16="http://schemas.microsoft.com/office/drawing/2014/main" id="{538963BA-E603-D94F-A908-92C50EC39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85545" y="5583471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pic>
              <p:nvPicPr>
                <p:cNvPr id="260" name="Picture 781" descr="antenna_radiation_stylized">
                  <a:extLst>
                    <a:ext uri="{FF2B5EF4-FFF2-40B4-BE49-F238E27FC236}">
                      <a16:creationId xmlns:a16="http://schemas.microsoft.com/office/drawing/2014/main" id="{5F858A2F-D0F0-7E47-8EF1-4C37898F9C1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59" name="Picture 780" descr="access_point_stylized_small">
                  <a:extLst>
                    <a:ext uri="{FF2B5EF4-FFF2-40B4-BE49-F238E27FC236}">
                      <a16:creationId xmlns:a16="http://schemas.microsoft.com/office/drawing/2014/main" id="{AC22920E-0555-BA45-9B6A-B76172153C8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471" name="Group 470">
                  <a:extLst>
                    <a:ext uri="{FF2B5EF4-FFF2-40B4-BE49-F238E27FC236}">
                      <a16:creationId xmlns:a16="http://schemas.microsoft.com/office/drawing/2014/main" id="{DE035BC7-2762-3044-BE80-C91EC827E65C}"/>
                    </a:ext>
                  </a:extLst>
                </p:cNvPr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72" name="Freeform 471">
                    <a:extLst>
                      <a:ext uri="{FF2B5EF4-FFF2-40B4-BE49-F238E27FC236}">
                        <a16:creationId xmlns:a16="http://schemas.microsoft.com/office/drawing/2014/main" id="{BEE06200-7AF9-4A43-9447-2349DCBFF947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73" name="Oval 472">
                    <a:extLst>
                      <a:ext uri="{FF2B5EF4-FFF2-40B4-BE49-F238E27FC236}">
                        <a16:creationId xmlns:a16="http://schemas.microsoft.com/office/drawing/2014/main" id="{3340A80C-5091-6D49-89E5-375F02E94864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74" name="Group 473">
                    <a:extLst>
                      <a:ext uri="{FF2B5EF4-FFF2-40B4-BE49-F238E27FC236}">
                        <a16:creationId xmlns:a16="http://schemas.microsoft.com/office/drawing/2014/main" id="{B2821126-95C5-B044-AEBC-BA333FAF6B2D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75" name="Freeform 474">
                      <a:extLst>
                        <a:ext uri="{FF2B5EF4-FFF2-40B4-BE49-F238E27FC236}">
                          <a16:creationId xmlns:a16="http://schemas.microsoft.com/office/drawing/2014/main" id="{B76A81D4-5DC8-C241-B209-B819BC6D7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6" name="Freeform 475">
                      <a:extLst>
                        <a:ext uri="{FF2B5EF4-FFF2-40B4-BE49-F238E27FC236}">
                          <a16:creationId xmlns:a16="http://schemas.microsoft.com/office/drawing/2014/main" id="{6F6ED06A-086C-754C-BE82-59E2830CF0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7" name="Freeform 476">
                      <a:extLst>
                        <a:ext uri="{FF2B5EF4-FFF2-40B4-BE49-F238E27FC236}">
                          <a16:creationId xmlns:a16="http://schemas.microsoft.com/office/drawing/2014/main" id="{A32340AB-4CC3-5442-987B-A47EF2040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8" name="Freeform 477">
                      <a:extLst>
                        <a:ext uri="{FF2B5EF4-FFF2-40B4-BE49-F238E27FC236}">
                          <a16:creationId xmlns:a16="http://schemas.microsoft.com/office/drawing/2014/main" id="{AC0AB71B-FD2B-9C4A-AE22-B586FC3356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520" name="Group 519">
                  <a:extLst>
                    <a:ext uri="{FF2B5EF4-FFF2-40B4-BE49-F238E27FC236}">
                      <a16:creationId xmlns:a16="http://schemas.microsoft.com/office/drawing/2014/main" id="{60B6F784-668B-5D4B-A622-66CCE6350B84}"/>
                    </a:ext>
                  </a:extLst>
                </p:cNvPr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21" name="Rectangle 520">
                    <a:extLst>
                      <a:ext uri="{FF2B5EF4-FFF2-40B4-BE49-F238E27FC236}">
                        <a16:creationId xmlns:a16="http://schemas.microsoft.com/office/drawing/2014/main" id="{275B9F34-60F1-4A43-AAD4-D58802DAAC8F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522" name="Freeform 521">
                    <a:extLst>
                      <a:ext uri="{FF2B5EF4-FFF2-40B4-BE49-F238E27FC236}">
                        <a16:creationId xmlns:a16="http://schemas.microsoft.com/office/drawing/2014/main" id="{778A1510-2C69-F848-B6B3-6C73FF163690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grpSp>
                <p:nvGrpSpPr>
                  <p:cNvPr id="523" name="Group 522">
                    <a:extLst>
                      <a:ext uri="{FF2B5EF4-FFF2-40B4-BE49-F238E27FC236}">
                        <a16:creationId xmlns:a16="http://schemas.microsoft.com/office/drawing/2014/main" id="{85BFF772-B3A6-F548-BDE0-8AEB95F33FBE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24" name="Freeform 523">
                      <a:extLst>
                        <a:ext uri="{FF2B5EF4-FFF2-40B4-BE49-F238E27FC236}">
                          <a16:creationId xmlns:a16="http://schemas.microsoft.com/office/drawing/2014/main" id="{B37A32DB-8119-5447-A58C-87AD1FDF0E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25" name="Freeform 524">
                      <a:extLst>
                        <a:ext uri="{FF2B5EF4-FFF2-40B4-BE49-F238E27FC236}">
                          <a16:creationId xmlns:a16="http://schemas.microsoft.com/office/drawing/2014/main" id="{58EF4D92-6D83-864D-92A9-A126405368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26" name="Freeform 525">
                      <a:extLst>
                        <a:ext uri="{FF2B5EF4-FFF2-40B4-BE49-F238E27FC236}">
                          <a16:creationId xmlns:a16="http://schemas.microsoft.com/office/drawing/2014/main" id="{79E03014-7882-0546-B7FE-50715AB535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27" name="Freeform 526">
                      <a:extLst>
                        <a:ext uri="{FF2B5EF4-FFF2-40B4-BE49-F238E27FC236}">
                          <a16:creationId xmlns:a16="http://schemas.microsoft.com/office/drawing/2014/main" id="{530508B2-B7B9-B347-8151-5F7967C6BE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479" name="Group 478">
                  <a:extLst>
                    <a:ext uri="{FF2B5EF4-FFF2-40B4-BE49-F238E27FC236}">
                      <a16:creationId xmlns:a16="http://schemas.microsoft.com/office/drawing/2014/main" id="{11A03BFE-097D-3B42-AA2B-11FFEA70FF5B}"/>
                    </a:ext>
                  </a:extLst>
                </p:cNvPr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80" name="Freeform 479">
                    <a:extLst>
                      <a:ext uri="{FF2B5EF4-FFF2-40B4-BE49-F238E27FC236}">
                        <a16:creationId xmlns:a16="http://schemas.microsoft.com/office/drawing/2014/main" id="{89B10910-D4AF-3246-860A-25F1D908938B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81" name="Oval 480">
                    <a:extLst>
                      <a:ext uri="{FF2B5EF4-FFF2-40B4-BE49-F238E27FC236}">
                        <a16:creationId xmlns:a16="http://schemas.microsoft.com/office/drawing/2014/main" id="{F9BAB47F-DDD3-BE44-9A9E-FC2F67051936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82" name="Group 481">
                    <a:extLst>
                      <a:ext uri="{FF2B5EF4-FFF2-40B4-BE49-F238E27FC236}">
                        <a16:creationId xmlns:a16="http://schemas.microsoft.com/office/drawing/2014/main" id="{753018A5-48AB-6D40-BB99-E6281192F8DD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83" name="Freeform 482">
                      <a:extLst>
                        <a:ext uri="{FF2B5EF4-FFF2-40B4-BE49-F238E27FC236}">
                          <a16:creationId xmlns:a16="http://schemas.microsoft.com/office/drawing/2014/main" id="{BD7DB5A0-40AC-504F-93F8-89A5617E2A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84" name="Freeform 483">
                      <a:extLst>
                        <a:ext uri="{FF2B5EF4-FFF2-40B4-BE49-F238E27FC236}">
                          <a16:creationId xmlns:a16="http://schemas.microsoft.com/office/drawing/2014/main" id="{DBEBB83D-40BF-8849-BAAA-59AB22EA08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85" name="Freeform 484">
                      <a:extLst>
                        <a:ext uri="{FF2B5EF4-FFF2-40B4-BE49-F238E27FC236}">
                          <a16:creationId xmlns:a16="http://schemas.microsoft.com/office/drawing/2014/main" id="{18930CC0-2525-0C49-9555-463122A4F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86" name="Freeform 485">
                      <a:extLst>
                        <a:ext uri="{FF2B5EF4-FFF2-40B4-BE49-F238E27FC236}">
                          <a16:creationId xmlns:a16="http://schemas.microsoft.com/office/drawing/2014/main" id="{0C651989-7B8A-F043-A1B6-F47D8764FC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529" name="Group 528">
                  <a:extLst>
                    <a:ext uri="{FF2B5EF4-FFF2-40B4-BE49-F238E27FC236}">
                      <a16:creationId xmlns:a16="http://schemas.microsoft.com/office/drawing/2014/main" id="{DE45D3AB-47E3-364E-81D6-324D69CE101C}"/>
                    </a:ext>
                  </a:extLst>
                </p:cNvPr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30" name="Rectangle 529">
                    <a:extLst>
                      <a:ext uri="{FF2B5EF4-FFF2-40B4-BE49-F238E27FC236}">
                        <a16:creationId xmlns:a16="http://schemas.microsoft.com/office/drawing/2014/main" id="{72425686-3D93-0646-A923-6ADF75485CDC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531" name="Freeform 530">
                    <a:extLst>
                      <a:ext uri="{FF2B5EF4-FFF2-40B4-BE49-F238E27FC236}">
                        <a16:creationId xmlns:a16="http://schemas.microsoft.com/office/drawing/2014/main" id="{6ADFF160-CF04-7049-A6D4-1C789FDD39AE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grpSp>
                <p:nvGrpSpPr>
                  <p:cNvPr id="532" name="Group 531">
                    <a:extLst>
                      <a:ext uri="{FF2B5EF4-FFF2-40B4-BE49-F238E27FC236}">
                        <a16:creationId xmlns:a16="http://schemas.microsoft.com/office/drawing/2014/main" id="{AFDD9D33-8D17-F840-A9A5-3807DD3BA314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33" name="Freeform 532">
                      <a:extLst>
                        <a:ext uri="{FF2B5EF4-FFF2-40B4-BE49-F238E27FC236}">
                          <a16:creationId xmlns:a16="http://schemas.microsoft.com/office/drawing/2014/main" id="{3AF3452D-972F-6944-8123-ECA4288786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34" name="Freeform 533">
                      <a:extLst>
                        <a:ext uri="{FF2B5EF4-FFF2-40B4-BE49-F238E27FC236}">
                          <a16:creationId xmlns:a16="http://schemas.microsoft.com/office/drawing/2014/main" id="{BA43E42C-CD9B-1744-BEEC-9E664114AC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35" name="Freeform 534">
                      <a:extLst>
                        <a:ext uri="{FF2B5EF4-FFF2-40B4-BE49-F238E27FC236}">
                          <a16:creationId xmlns:a16="http://schemas.microsoft.com/office/drawing/2014/main" id="{42EF7BB0-4257-F646-805E-AFBA92B62F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36" name="Freeform 535">
                      <a:extLst>
                        <a:ext uri="{FF2B5EF4-FFF2-40B4-BE49-F238E27FC236}">
                          <a16:creationId xmlns:a16="http://schemas.microsoft.com/office/drawing/2014/main" id="{95AEC175-56C0-C14B-9DC5-693400B124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463" name="Group 462">
                  <a:extLst>
                    <a:ext uri="{FF2B5EF4-FFF2-40B4-BE49-F238E27FC236}">
                      <a16:creationId xmlns:a16="http://schemas.microsoft.com/office/drawing/2014/main" id="{A8C4B740-B92E-8942-8EF4-347710C32F2C}"/>
                    </a:ext>
                  </a:extLst>
                </p:cNvPr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64" name="Freeform 463">
                    <a:extLst>
                      <a:ext uri="{FF2B5EF4-FFF2-40B4-BE49-F238E27FC236}">
                        <a16:creationId xmlns:a16="http://schemas.microsoft.com/office/drawing/2014/main" id="{71A9C1C2-E4A0-D74C-8C05-2AD307E7B3ED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65" name="Oval 464">
                    <a:extLst>
                      <a:ext uri="{FF2B5EF4-FFF2-40B4-BE49-F238E27FC236}">
                        <a16:creationId xmlns:a16="http://schemas.microsoft.com/office/drawing/2014/main" id="{0F366A03-D9E7-9F45-99D3-1CAC10EE2C74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66" name="Group 465">
                    <a:extLst>
                      <a:ext uri="{FF2B5EF4-FFF2-40B4-BE49-F238E27FC236}">
                        <a16:creationId xmlns:a16="http://schemas.microsoft.com/office/drawing/2014/main" id="{10CB8A50-A713-2549-9F44-B792D2C30CA4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67" name="Freeform 466">
                      <a:extLst>
                        <a:ext uri="{FF2B5EF4-FFF2-40B4-BE49-F238E27FC236}">
                          <a16:creationId xmlns:a16="http://schemas.microsoft.com/office/drawing/2014/main" id="{DC4E3153-8354-1145-82FC-C287EF5FE6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68" name="Freeform 467">
                      <a:extLst>
                        <a:ext uri="{FF2B5EF4-FFF2-40B4-BE49-F238E27FC236}">
                          <a16:creationId xmlns:a16="http://schemas.microsoft.com/office/drawing/2014/main" id="{99B3C81B-87BA-1A4F-BCAD-DF0EF9C582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69" name="Freeform 468">
                      <a:extLst>
                        <a:ext uri="{FF2B5EF4-FFF2-40B4-BE49-F238E27FC236}">
                          <a16:creationId xmlns:a16="http://schemas.microsoft.com/office/drawing/2014/main" id="{DEEA64E4-A29A-E742-B32E-C111E6BF42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0" name="Freeform 469">
                      <a:extLst>
                        <a:ext uri="{FF2B5EF4-FFF2-40B4-BE49-F238E27FC236}">
                          <a16:creationId xmlns:a16="http://schemas.microsoft.com/office/drawing/2014/main" id="{43676372-2E7B-9445-80AD-B31686FE67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pic>
              <p:nvPicPr>
                <p:cNvPr id="146" name="Picture 1065" descr="antenna_stylized">
                  <a:extLst>
                    <a:ext uri="{FF2B5EF4-FFF2-40B4-BE49-F238E27FC236}">
                      <a16:creationId xmlns:a16="http://schemas.microsoft.com/office/drawing/2014/main" id="{EC1E8FF9-A5AB-904A-91B8-DF493826053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97" name="Picture 1065" descr="antenna_stylized">
                  <a:extLst>
                    <a:ext uri="{FF2B5EF4-FFF2-40B4-BE49-F238E27FC236}">
                      <a16:creationId xmlns:a16="http://schemas.microsoft.com/office/drawing/2014/main" id="{87938519-94DB-D545-A29A-7EDE5E412B2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A6A6CC5-7ABD-A145-ADF0-F2AD445BC11E}"/>
                </a:ext>
              </a:extLst>
            </p:cNvPr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433FEDDB-405E-DB4E-815F-55EE9E62EF1A}"/>
                  </a:ext>
                </a:extLst>
              </p:cNvPr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1D164102-BE0D-AF40-9A7B-7F2B261B2C20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8" name="Group 377">
                  <a:extLst>
                    <a:ext uri="{FF2B5EF4-FFF2-40B4-BE49-F238E27FC236}">
                      <a16:creationId xmlns:a16="http://schemas.microsoft.com/office/drawing/2014/main" id="{9018E7EF-EB96-424D-962A-FEB80B43946F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79" name="Picture 378" descr="server_rack.png">
                    <a:extLst>
                      <a:ext uri="{FF2B5EF4-FFF2-40B4-BE49-F238E27FC236}">
                        <a16:creationId xmlns:a16="http://schemas.microsoft.com/office/drawing/2014/main" id="{C865CB27-BCE1-654B-9519-9B39D4CB58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0" name="Picture 379" descr="server_rack.png">
                    <a:extLst>
                      <a:ext uri="{FF2B5EF4-FFF2-40B4-BE49-F238E27FC236}">
                        <a16:creationId xmlns:a16="http://schemas.microsoft.com/office/drawing/2014/main" id="{41D005B5-0BAE-3E48-A2D4-576E4F7B94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1" name="Picture 380" descr="server_rack.png">
                    <a:extLst>
                      <a:ext uri="{FF2B5EF4-FFF2-40B4-BE49-F238E27FC236}">
                        <a16:creationId xmlns:a16="http://schemas.microsoft.com/office/drawing/2014/main" id="{89060F4D-6C40-724C-BD1E-F12A5CA65D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447" name="Group 446">
                <a:extLst>
                  <a:ext uri="{FF2B5EF4-FFF2-40B4-BE49-F238E27FC236}">
                    <a16:creationId xmlns:a16="http://schemas.microsoft.com/office/drawing/2014/main" id="{314E0C43-2359-9440-BEF9-9E1924BED605}"/>
                  </a:ext>
                </a:extLst>
              </p:cNvPr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448" name="Freeform 447">
                  <a:extLst>
                    <a:ext uri="{FF2B5EF4-FFF2-40B4-BE49-F238E27FC236}">
                      <a16:creationId xmlns:a16="http://schemas.microsoft.com/office/drawing/2014/main" id="{9737FFD7-2DCB-A148-A405-977351501C2B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9739DB09-38E5-A347-93BF-13C80AD84539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450" name="Group 449">
                  <a:extLst>
                    <a:ext uri="{FF2B5EF4-FFF2-40B4-BE49-F238E27FC236}">
                      <a16:creationId xmlns:a16="http://schemas.microsoft.com/office/drawing/2014/main" id="{04079280-378E-384D-9681-BF41B82BF6CB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1" name="Freeform 450">
                    <a:extLst>
                      <a:ext uri="{FF2B5EF4-FFF2-40B4-BE49-F238E27FC236}">
                        <a16:creationId xmlns:a16="http://schemas.microsoft.com/office/drawing/2014/main" id="{914AA044-3657-1448-A5E9-2F003DC03F6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52" name="Freeform 451">
                    <a:extLst>
                      <a:ext uri="{FF2B5EF4-FFF2-40B4-BE49-F238E27FC236}">
                        <a16:creationId xmlns:a16="http://schemas.microsoft.com/office/drawing/2014/main" id="{29FDF0B8-7E9A-1F4D-8C99-CE1C68A134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53" name="Freeform 452">
                    <a:extLst>
                      <a:ext uri="{FF2B5EF4-FFF2-40B4-BE49-F238E27FC236}">
                        <a16:creationId xmlns:a16="http://schemas.microsoft.com/office/drawing/2014/main" id="{49A96193-2E73-4C43-843C-2C8C4DCEE478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54" name="Freeform 453">
                    <a:extLst>
                      <a:ext uri="{FF2B5EF4-FFF2-40B4-BE49-F238E27FC236}">
                        <a16:creationId xmlns:a16="http://schemas.microsoft.com/office/drawing/2014/main" id="{F5358318-953E-E249-9021-E0B5DF66E3B3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4D09F97-D3D9-764B-B75B-ED7B4816D5B9}"/>
              </a:ext>
            </a:extLst>
          </p:cNvPr>
          <p:cNvGrpSpPr/>
          <p:nvPr/>
        </p:nvGrpSpPr>
        <p:grpSpPr>
          <a:xfrm>
            <a:off x="6521184" y="1276963"/>
            <a:ext cx="1994166" cy="2123580"/>
            <a:chOff x="17449127" y="2067553"/>
            <a:chExt cx="2658888" cy="2831440"/>
          </a:xfrm>
        </p:grpSpPr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67287325-A3CF-3F47-9A8A-8C7EE2AD7C46}"/>
                </a:ext>
              </a:extLst>
            </p:cNvPr>
            <p:cNvSpPr/>
            <p:nvPr/>
          </p:nvSpPr>
          <p:spPr>
            <a:xfrm>
              <a:off x="18054808" y="2067553"/>
              <a:ext cx="2053207" cy="1399514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11" name="Oval 610">
              <a:extLst>
                <a:ext uri="{FF2B5EF4-FFF2-40B4-BE49-F238E27FC236}">
                  <a16:creationId xmlns:a16="http://schemas.microsoft.com/office/drawing/2014/main" id="{D09BD5F5-1EE1-7744-94DF-5BEAED02584D}"/>
                </a:ext>
              </a:extLst>
            </p:cNvPr>
            <p:cNvSpPr/>
            <p:nvPr/>
          </p:nvSpPr>
          <p:spPr>
            <a:xfrm>
              <a:off x="17449127" y="3391110"/>
              <a:ext cx="2173774" cy="1507883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496" name="Rectangle 495">
            <a:extLst>
              <a:ext uri="{FF2B5EF4-FFF2-40B4-BE49-F238E27FC236}">
                <a16:creationId xmlns:a16="http://schemas.microsoft.com/office/drawing/2014/main" id="{E9B89C25-995B-4D4B-BEAF-83AAF26ACE92}"/>
              </a:ext>
            </a:extLst>
          </p:cNvPr>
          <p:cNvSpPr/>
          <p:nvPr/>
        </p:nvSpPr>
        <p:spPr>
          <a:xfrm>
            <a:off x="605739" y="1413209"/>
            <a:ext cx="4340890" cy="2199486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2D8BA93-CE35-C54A-BCA8-174D5BBE10D2}"/>
              </a:ext>
            </a:extLst>
          </p:cNvPr>
          <p:cNvSpPr/>
          <p:nvPr/>
        </p:nvSpPr>
        <p:spPr>
          <a:xfrm>
            <a:off x="5368159" y="1143000"/>
            <a:ext cx="3413234" cy="3673366"/>
          </a:xfrm>
          <a:custGeom>
            <a:avLst/>
            <a:gdLst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713187 w 4656083"/>
              <a:gd name="connsiteY6" fmla="*/ 3100551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132083 w 4656083"/>
              <a:gd name="connsiteY7" fmla="*/ 3090041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555531 w 4656083"/>
              <a:gd name="connsiteY6" fmla="*/ 246993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92166 w 4656083"/>
              <a:gd name="connsiteY5" fmla="*/ 1923393 h 4939862"/>
              <a:gd name="connsiteX6" fmla="*/ 1555531 w 4656083"/>
              <a:gd name="connsiteY6" fmla="*/ 246993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438400 w 4656083"/>
              <a:gd name="connsiteY4" fmla="*/ 1471447 h 4939862"/>
              <a:gd name="connsiteX5" fmla="*/ 1692166 w 4656083"/>
              <a:gd name="connsiteY5" fmla="*/ 1923393 h 4939862"/>
              <a:gd name="connsiteX6" fmla="*/ 1555531 w 4656083"/>
              <a:gd name="connsiteY6" fmla="*/ 246993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438400 w 4656083"/>
              <a:gd name="connsiteY4" fmla="*/ 1471447 h 4939862"/>
              <a:gd name="connsiteX5" fmla="*/ 1692166 w 4656083"/>
              <a:gd name="connsiteY5" fmla="*/ 1923393 h 4939862"/>
              <a:gd name="connsiteX6" fmla="*/ 1555531 w 4656083"/>
              <a:gd name="connsiteY6" fmla="*/ 246993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126410 w 4656369"/>
              <a:gd name="connsiteY0" fmla="*/ 234571 h 4953715"/>
              <a:gd name="connsiteX1" fmla="*/ 286 w 4656369"/>
              <a:gd name="connsiteY1" fmla="*/ 13853 h 4953715"/>
              <a:gd name="connsiteX2" fmla="*/ 94879 w 4656369"/>
              <a:gd name="connsiteY2" fmla="*/ 24363 h 4953715"/>
              <a:gd name="connsiteX3" fmla="*/ 2375624 w 4656369"/>
              <a:gd name="connsiteY3" fmla="*/ 55894 h 4953715"/>
              <a:gd name="connsiteX4" fmla="*/ 2438686 w 4656369"/>
              <a:gd name="connsiteY4" fmla="*/ 1485300 h 4953715"/>
              <a:gd name="connsiteX5" fmla="*/ 1692452 w 4656369"/>
              <a:gd name="connsiteY5" fmla="*/ 1937246 h 4953715"/>
              <a:gd name="connsiteX6" fmla="*/ 1555817 w 4656369"/>
              <a:gd name="connsiteY6" fmla="*/ 2483783 h 4953715"/>
              <a:gd name="connsiteX7" fmla="*/ 3132369 w 4656369"/>
              <a:gd name="connsiteY7" fmla="*/ 3103894 h 4953715"/>
              <a:gd name="connsiteX8" fmla="*/ 3605335 w 4656369"/>
              <a:gd name="connsiteY8" fmla="*/ 2883177 h 4953715"/>
              <a:gd name="connsiteX9" fmla="*/ 3805031 w 4656369"/>
              <a:gd name="connsiteY9" fmla="*/ 2609907 h 4953715"/>
              <a:gd name="connsiteX10" fmla="*/ 3826052 w 4656369"/>
              <a:gd name="connsiteY10" fmla="*/ 2273577 h 4953715"/>
              <a:gd name="connsiteX11" fmla="*/ 3784011 w 4656369"/>
              <a:gd name="connsiteY11" fmla="*/ 2073880 h 4953715"/>
              <a:gd name="connsiteX12" fmla="*/ 3689417 w 4656369"/>
              <a:gd name="connsiteY12" fmla="*/ 1895204 h 4953715"/>
              <a:gd name="connsiteX13" fmla="*/ 3447679 w 4656369"/>
              <a:gd name="connsiteY13" fmla="*/ 1737549 h 4953715"/>
              <a:gd name="connsiteX14" fmla="*/ 4498714 w 4656369"/>
              <a:gd name="connsiteY14" fmla="*/ 1600915 h 4953715"/>
              <a:gd name="connsiteX15" fmla="*/ 4656369 w 4656369"/>
              <a:gd name="connsiteY15" fmla="*/ 2935728 h 4953715"/>
              <a:gd name="connsiteX16" fmla="*/ 4509224 w 4656369"/>
              <a:gd name="connsiteY16" fmla="*/ 4575342 h 4953715"/>
              <a:gd name="connsiteX17" fmla="*/ 3500231 w 4656369"/>
              <a:gd name="connsiteY17" fmla="*/ 4953715 h 4953715"/>
              <a:gd name="connsiteX18" fmla="*/ 105390 w 4656369"/>
              <a:gd name="connsiteY18" fmla="*/ 4911673 h 4953715"/>
              <a:gd name="connsiteX19" fmla="*/ 126410 w 4656369"/>
              <a:gd name="connsiteY19" fmla="*/ 234571 h 4953715"/>
              <a:gd name="connsiteX0" fmla="*/ 190699 w 4720658"/>
              <a:gd name="connsiteY0" fmla="*/ 417353 h 5136497"/>
              <a:gd name="connsiteX1" fmla="*/ 159168 w 4720658"/>
              <a:gd name="connsiteY1" fmla="*/ 207145 h 5136497"/>
              <a:gd name="connsiteX2" fmla="*/ 2439913 w 4720658"/>
              <a:gd name="connsiteY2" fmla="*/ 238676 h 5136497"/>
              <a:gd name="connsiteX3" fmla="*/ 2502975 w 4720658"/>
              <a:gd name="connsiteY3" fmla="*/ 1668082 h 5136497"/>
              <a:gd name="connsiteX4" fmla="*/ 1756741 w 4720658"/>
              <a:gd name="connsiteY4" fmla="*/ 2120028 h 5136497"/>
              <a:gd name="connsiteX5" fmla="*/ 1620106 w 4720658"/>
              <a:gd name="connsiteY5" fmla="*/ 2666565 h 5136497"/>
              <a:gd name="connsiteX6" fmla="*/ 3196658 w 4720658"/>
              <a:gd name="connsiteY6" fmla="*/ 3286676 h 5136497"/>
              <a:gd name="connsiteX7" fmla="*/ 3669624 w 4720658"/>
              <a:gd name="connsiteY7" fmla="*/ 3065959 h 5136497"/>
              <a:gd name="connsiteX8" fmla="*/ 3869320 w 4720658"/>
              <a:gd name="connsiteY8" fmla="*/ 2792689 h 5136497"/>
              <a:gd name="connsiteX9" fmla="*/ 3890341 w 4720658"/>
              <a:gd name="connsiteY9" fmla="*/ 2456359 h 5136497"/>
              <a:gd name="connsiteX10" fmla="*/ 3848300 w 4720658"/>
              <a:gd name="connsiteY10" fmla="*/ 2256662 h 5136497"/>
              <a:gd name="connsiteX11" fmla="*/ 3753706 w 4720658"/>
              <a:gd name="connsiteY11" fmla="*/ 2077986 h 5136497"/>
              <a:gd name="connsiteX12" fmla="*/ 3511968 w 4720658"/>
              <a:gd name="connsiteY12" fmla="*/ 1920331 h 5136497"/>
              <a:gd name="connsiteX13" fmla="*/ 4563003 w 4720658"/>
              <a:gd name="connsiteY13" fmla="*/ 1783697 h 5136497"/>
              <a:gd name="connsiteX14" fmla="*/ 4720658 w 4720658"/>
              <a:gd name="connsiteY14" fmla="*/ 3118510 h 5136497"/>
              <a:gd name="connsiteX15" fmla="*/ 4573513 w 4720658"/>
              <a:gd name="connsiteY15" fmla="*/ 4758124 h 5136497"/>
              <a:gd name="connsiteX16" fmla="*/ 3564520 w 4720658"/>
              <a:gd name="connsiteY16" fmla="*/ 5136497 h 5136497"/>
              <a:gd name="connsiteX17" fmla="*/ 169679 w 4720658"/>
              <a:gd name="connsiteY17" fmla="*/ 5094455 h 5136497"/>
              <a:gd name="connsiteX18" fmla="*/ 190699 w 4720658"/>
              <a:gd name="connsiteY18" fmla="*/ 417353 h 5136497"/>
              <a:gd name="connsiteX0" fmla="*/ 21020 w 4550979"/>
              <a:gd name="connsiteY0" fmla="*/ 476180 h 5195324"/>
              <a:gd name="connsiteX1" fmla="*/ 2270234 w 4550979"/>
              <a:gd name="connsiteY1" fmla="*/ 297503 h 5195324"/>
              <a:gd name="connsiteX2" fmla="*/ 2333296 w 4550979"/>
              <a:gd name="connsiteY2" fmla="*/ 1726909 h 5195324"/>
              <a:gd name="connsiteX3" fmla="*/ 1587062 w 4550979"/>
              <a:gd name="connsiteY3" fmla="*/ 2178855 h 5195324"/>
              <a:gd name="connsiteX4" fmla="*/ 1450427 w 4550979"/>
              <a:gd name="connsiteY4" fmla="*/ 2725392 h 5195324"/>
              <a:gd name="connsiteX5" fmla="*/ 3026979 w 4550979"/>
              <a:gd name="connsiteY5" fmla="*/ 3345503 h 5195324"/>
              <a:gd name="connsiteX6" fmla="*/ 3499945 w 4550979"/>
              <a:gd name="connsiteY6" fmla="*/ 3124786 h 5195324"/>
              <a:gd name="connsiteX7" fmla="*/ 3699641 w 4550979"/>
              <a:gd name="connsiteY7" fmla="*/ 2851516 h 5195324"/>
              <a:gd name="connsiteX8" fmla="*/ 3720662 w 4550979"/>
              <a:gd name="connsiteY8" fmla="*/ 2515186 h 5195324"/>
              <a:gd name="connsiteX9" fmla="*/ 3678621 w 4550979"/>
              <a:gd name="connsiteY9" fmla="*/ 2315489 h 5195324"/>
              <a:gd name="connsiteX10" fmla="*/ 3584027 w 4550979"/>
              <a:gd name="connsiteY10" fmla="*/ 2136813 h 5195324"/>
              <a:gd name="connsiteX11" fmla="*/ 3342289 w 4550979"/>
              <a:gd name="connsiteY11" fmla="*/ 1979158 h 5195324"/>
              <a:gd name="connsiteX12" fmla="*/ 4393324 w 4550979"/>
              <a:gd name="connsiteY12" fmla="*/ 1842524 h 5195324"/>
              <a:gd name="connsiteX13" fmla="*/ 4550979 w 4550979"/>
              <a:gd name="connsiteY13" fmla="*/ 3177337 h 5195324"/>
              <a:gd name="connsiteX14" fmla="*/ 4403834 w 4550979"/>
              <a:gd name="connsiteY14" fmla="*/ 4816951 h 5195324"/>
              <a:gd name="connsiteX15" fmla="*/ 3394841 w 4550979"/>
              <a:gd name="connsiteY15" fmla="*/ 5195324 h 5195324"/>
              <a:gd name="connsiteX16" fmla="*/ 0 w 4550979"/>
              <a:gd name="connsiteY16" fmla="*/ 5153282 h 5195324"/>
              <a:gd name="connsiteX17" fmla="*/ 21020 w 4550979"/>
              <a:gd name="connsiteY17" fmla="*/ 476180 h 5195324"/>
              <a:gd name="connsiteX0" fmla="*/ 21020 w 4550979"/>
              <a:gd name="connsiteY0" fmla="*/ 258442 h 4977586"/>
              <a:gd name="connsiteX1" fmla="*/ 2270234 w 4550979"/>
              <a:gd name="connsiteY1" fmla="*/ 79765 h 4977586"/>
              <a:gd name="connsiteX2" fmla="*/ 2333296 w 4550979"/>
              <a:gd name="connsiteY2" fmla="*/ 1509171 h 4977586"/>
              <a:gd name="connsiteX3" fmla="*/ 1587062 w 4550979"/>
              <a:gd name="connsiteY3" fmla="*/ 1961117 h 4977586"/>
              <a:gd name="connsiteX4" fmla="*/ 1450427 w 4550979"/>
              <a:gd name="connsiteY4" fmla="*/ 2507654 h 4977586"/>
              <a:gd name="connsiteX5" fmla="*/ 3026979 w 4550979"/>
              <a:gd name="connsiteY5" fmla="*/ 3127765 h 4977586"/>
              <a:gd name="connsiteX6" fmla="*/ 3499945 w 4550979"/>
              <a:gd name="connsiteY6" fmla="*/ 2907048 h 4977586"/>
              <a:gd name="connsiteX7" fmla="*/ 3699641 w 4550979"/>
              <a:gd name="connsiteY7" fmla="*/ 2633778 h 4977586"/>
              <a:gd name="connsiteX8" fmla="*/ 3720662 w 4550979"/>
              <a:gd name="connsiteY8" fmla="*/ 2297448 h 4977586"/>
              <a:gd name="connsiteX9" fmla="*/ 3678621 w 4550979"/>
              <a:gd name="connsiteY9" fmla="*/ 2097751 h 4977586"/>
              <a:gd name="connsiteX10" fmla="*/ 3584027 w 4550979"/>
              <a:gd name="connsiteY10" fmla="*/ 1919075 h 4977586"/>
              <a:gd name="connsiteX11" fmla="*/ 3342289 w 4550979"/>
              <a:gd name="connsiteY11" fmla="*/ 1761420 h 4977586"/>
              <a:gd name="connsiteX12" fmla="*/ 4393324 w 4550979"/>
              <a:gd name="connsiteY12" fmla="*/ 1624786 h 4977586"/>
              <a:gd name="connsiteX13" fmla="*/ 4550979 w 4550979"/>
              <a:gd name="connsiteY13" fmla="*/ 2959599 h 4977586"/>
              <a:gd name="connsiteX14" fmla="*/ 4403834 w 4550979"/>
              <a:gd name="connsiteY14" fmla="*/ 4599213 h 4977586"/>
              <a:gd name="connsiteX15" fmla="*/ 3394841 w 4550979"/>
              <a:gd name="connsiteY15" fmla="*/ 4977586 h 4977586"/>
              <a:gd name="connsiteX16" fmla="*/ 0 w 4550979"/>
              <a:gd name="connsiteY16" fmla="*/ 4935544 h 4977586"/>
              <a:gd name="connsiteX17" fmla="*/ 21020 w 4550979"/>
              <a:gd name="connsiteY17" fmla="*/ 258442 h 4977586"/>
              <a:gd name="connsiteX0" fmla="*/ 21020 w 4550979"/>
              <a:gd name="connsiteY0" fmla="*/ 178677 h 4897821"/>
              <a:gd name="connsiteX1" fmla="*/ 2270234 w 4550979"/>
              <a:gd name="connsiteY1" fmla="*/ 0 h 4897821"/>
              <a:gd name="connsiteX2" fmla="*/ 2333296 w 4550979"/>
              <a:gd name="connsiteY2" fmla="*/ 1429406 h 4897821"/>
              <a:gd name="connsiteX3" fmla="*/ 1587062 w 4550979"/>
              <a:gd name="connsiteY3" fmla="*/ 1881352 h 4897821"/>
              <a:gd name="connsiteX4" fmla="*/ 1450427 w 4550979"/>
              <a:gd name="connsiteY4" fmla="*/ 2427889 h 4897821"/>
              <a:gd name="connsiteX5" fmla="*/ 3026979 w 4550979"/>
              <a:gd name="connsiteY5" fmla="*/ 3048000 h 4897821"/>
              <a:gd name="connsiteX6" fmla="*/ 3499945 w 4550979"/>
              <a:gd name="connsiteY6" fmla="*/ 2827283 h 4897821"/>
              <a:gd name="connsiteX7" fmla="*/ 3699641 w 4550979"/>
              <a:gd name="connsiteY7" fmla="*/ 2554013 h 4897821"/>
              <a:gd name="connsiteX8" fmla="*/ 3720662 w 4550979"/>
              <a:gd name="connsiteY8" fmla="*/ 2217683 h 4897821"/>
              <a:gd name="connsiteX9" fmla="*/ 3678621 w 4550979"/>
              <a:gd name="connsiteY9" fmla="*/ 2017986 h 4897821"/>
              <a:gd name="connsiteX10" fmla="*/ 3584027 w 4550979"/>
              <a:gd name="connsiteY10" fmla="*/ 1839310 h 4897821"/>
              <a:gd name="connsiteX11" fmla="*/ 3342289 w 4550979"/>
              <a:gd name="connsiteY11" fmla="*/ 1681655 h 4897821"/>
              <a:gd name="connsiteX12" fmla="*/ 4393324 w 4550979"/>
              <a:gd name="connsiteY12" fmla="*/ 1545021 h 4897821"/>
              <a:gd name="connsiteX13" fmla="*/ 4550979 w 4550979"/>
              <a:gd name="connsiteY13" fmla="*/ 2879834 h 4897821"/>
              <a:gd name="connsiteX14" fmla="*/ 4403834 w 4550979"/>
              <a:gd name="connsiteY14" fmla="*/ 4519448 h 4897821"/>
              <a:gd name="connsiteX15" fmla="*/ 3394841 w 4550979"/>
              <a:gd name="connsiteY15" fmla="*/ 4897821 h 4897821"/>
              <a:gd name="connsiteX16" fmla="*/ 0 w 4550979"/>
              <a:gd name="connsiteY16" fmla="*/ 4855779 h 4897821"/>
              <a:gd name="connsiteX17" fmla="*/ 21020 w 4550979"/>
              <a:gd name="connsiteY17" fmla="*/ 178677 h 489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550979" h="4897821">
                <a:moveTo>
                  <a:pt x="21020" y="178677"/>
                </a:moveTo>
                <a:cubicBezTo>
                  <a:pt x="1030013" y="42043"/>
                  <a:pt x="1453930" y="54304"/>
                  <a:pt x="2270234" y="0"/>
                </a:cubicBezTo>
                <a:cubicBezTo>
                  <a:pt x="2291255" y="476469"/>
                  <a:pt x="1902372" y="963447"/>
                  <a:pt x="2333296" y="1429406"/>
                </a:cubicBezTo>
                <a:lnTo>
                  <a:pt x="1587062" y="1881352"/>
                </a:lnTo>
                <a:lnTo>
                  <a:pt x="1450427" y="2427889"/>
                </a:lnTo>
                <a:cubicBezTo>
                  <a:pt x="1681655" y="2998951"/>
                  <a:pt x="2312276" y="3139089"/>
                  <a:pt x="3026979" y="3048000"/>
                </a:cubicBezTo>
                <a:lnTo>
                  <a:pt x="3499945" y="2827283"/>
                </a:lnTo>
                <a:lnTo>
                  <a:pt x="3699641" y="2554013"/>
                </a:lnTo>
                <a:lnTo>
                  <a:pt x="3720662" y="2217683"/>
                </a:lnTo>
                <a:lnTo>
                  <a:pt x="3678621" y="2017986"/>
                </a:lnTo>
                <a:lnTo>
                  <a:pt x="3584027" y="1839310"/>
                </a:lnTo>
                <a:lnTo>
                  <a:pt x="3342289" y="1681655"/>
                </a:lnTo>
                <a:lnTo>
                  <a:pt x="4393324" y="1545021"/>
                </a:lnTo>
                <a:lnTo>
                  <a:pt x="4550979" y="2879834"/>
                </a:lnTo>
                <a:lnTo>
                  <a:pt x="4403834" y="4519448"/>
                </a:lnTo>
                <a:lnTo>
                  <a:pt x="3394841" y="4897821"/>
                </a:lnTo>
                <a:lnTo>
                  <a:pt x="0" y="4855779"/>
                </a:lnTo>
                <a:cubicBezTo>
                  <a:pt x="7007" y="3296745"/>
                  <a:pt x="14013" y="1737711"/>
                  <a:pt x="21020" y="178677"/>
                </a:cubicBezTo>
                <a:close/>
              </a:path>
            </a:pathLst>
          </a:cu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4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5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90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419">
            <a:extLst>
              <a:ext uri="{FF2B5EF4-FFF2-40B4-BE49-F238E27FC236}">
                <a16:creationId xmlns:a16="http://schemas.microsoft.com/office/drawing/2014/main" id="{F39DA03D-3BDA-2344-B3D3-3A95FB5E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306" y="2664809"/>
            <a:ext cx="740249" cy="502217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Access networks and physical media</a:t>
            </a:r>
            <a:endParaRPr lang="en-US" dirty="0"/>
          </a:p>
        </p:txBody>
      </p:sp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6738892" y="2299334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5455557" y="1369526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sz="1050"/>
          </a:p>
        </p:txBody>
      </p:sp>
      <p:sp>
        <p:nvSpPr>
          <p:cNvPr id="370" name="AutoShape 420">
            <a:extLst>
              <a:ext uri="{FF2B5EF4-FFF2-40B4-BE49-F238E27FC236}">
                <a16:creationId xmlns:a16="http://schemas.microsoft.com/office/drawing/2014/main" id="{579866B0-F884-A84A-B74A-EFEA50EBF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013" y="2466938"/>
            <a:ext cx="1094184" cy="238388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CC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5784301" y="3512351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6" y="1116346"/>
            <a:ext cx="1093569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6" y="3143942"/>
            <a:ext cx="1466735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182" y="4334832"/>
            <a:ext cx="1026243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enterprise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7666610" y="2384655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8128275" y="2946038"/>
            <a:ext cx="515545" cy="541161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8078379" y="2395628"/>
            <a:ext cx="445960" cy="486252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7155610" y="1336532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7070401" y="1388397"/>
            <a:ext cx="1468672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6959301" y="2758432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6574622" y="2585939"/>
            <a:ext cx="780479" cy="528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8188325" y="3508453"/>
            <a:ext cx="692818" cy="310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88" dirty="0"/>
              <a:t>datacenter </a:t>
            </a:r>
          </a:p>
          <a:p>
            <a:pPr>
              <a:lnSpc>
                <a:spcPct val="90000"/>
              </a:lnSpc>
            </a:pPr>
            <a:r>
              <a:rPr lang="en-US" sz="788" dirty="0"/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7547264" y="3171186"/>
            <a:ext cx="710451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content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provider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network</a:t>
            </a:r>
            <a:endParaRPr lang="en-US" sz="750" dirty="0"/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7919940" y="2685094"/>
            <a:ext cx="309723" cy="47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7995626" y="2730514"/>
            <a:ext cx="259400" cy="554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7977673" y="2725066"/>
            <a:ext cx="251990" cy="296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7928081" y="2696172"/>
            <a:ext cx="1" cy="364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7912966" y="3053732"/>
            <a:ext cx="381407" cy="2614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7421397" y="306580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6914712" y="306580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6957651" y="2630754"/>
            <a:ext cx="286818" cy="387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7299802" y="2630754"/>
            <a:ext cx="0" cy="405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7603251" y="2066019"/>
            <a:ext cx="366131" cy="629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7349039" y="2021260"/>
            <a:ext cx="285324" cy="52110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Straight Connector 563">
            <a:extLst>
              <a:ext uri="{FF2B5EF4-FFF2-40B4-BE49-F238E27FC236}">
                <a16:creationId xmlns:a16="http://schemas.microsoft.com/office/drawing/2014/main" id="{CE6E1140-BC2F-9947-9B51-91DC5079ABB1}"/>
              </a:ext>
            </a:extLst>
          </p:cNvPr>
          <p:cNvCxnSpPr/>
          <p:nvPr/>
        </p:nvCxnSpPr>
        <p:spPr>
          <a:xfrm flipH="1">
            <a:off x="7575477" y="1627075"/>
            <a:ext cx="571100" cy="43301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Straight Connector 564">
            <a:extLst>
              <a:ext uri="{FF2B5EF4-FFF2-40B4-BE49-F238E27FC236}">
                <a16:creationId xmlns:a16="http://schemas.microsoft.com/office/drawing/2014/main" id="{9EF5B4FA-3960-F54C-936B-C64147078447}"/>
              </a:ext>
            </a:extLst>
          </p:cNvPr>
          <p:cNvCxnSpPr/>
          <p:nvPr/>
        </p:nvCxnSpPr>
        <p:spPr>
          <a:xfrm flipH="1">
            <a:off x="7575476" y="1701235"/>
            <a:ext cx="2978" cy="38884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Straight Connector 565">
            <a:extLst>
              <a:ext uri="{FF2B5EF4-FFF2-40B4-BE49-F238E27FC236}">
                <a16:creationId xmlns:a16="http://schemas.microsoft.com/office/drawing/2014/main" id="{691B45AC-C5E3-D24E-9C63-05D00B08C71D}"/>
              </a:ext>
            </a:extLst>
          </p:cNvPr>
          <p:cNvCxnSpPr/>
          <p:nvPr/>
        </p:nvCxnSpPr>
        <p:spPr>
          <a:xfrm flipH="1">
            <a:off x="8004101" y="1650380"/>
            <a:ext cx="112020" cy="38884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566">
            <a:extLst>
              <a:ext uri="{FF2B5EF4-FFF2-40B4-BE49-F238E27FC236}">
                <a16:creationId xmlns:a16="http://schemas.microsoft.com/office/drawing/2014/main" id="{59EB46BB-F3EA-4248-B631-AC80BEB74EF0}"/>
              </a:ext>
            </a:extLst>
          </p:cNvPr>
          <p:cNvCxnSpPr/>
          <p:nvPr/>
        </p:nvCxnSpPr>
        <p:spPr>
          <a:xfrm flipH="1">
            <a:off x="7606625" y="2039225"/>
            <a:ext cx="430712" cy="2086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C562C7DD-3FD1-0E4C-B308-744C6C87FC79}"/>
              </a:ext>
            </a:extLst>
          </p:cNvPr>
          <p:cNvCxnSpPr/>
          <p:nvPr/>
        </p:nvCxnSpPr>
        <p:spPr>
          <a:xfrm flipH="1">
            <a:off x="7552157" y="1627074"/>
            <a:ext cx="591442" cy="7416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6793D61B-AD50-A246-A5C0-38DF48C17738}"/>
              </a:ext>
            </a:extLst>
          </p:cNvPr>
          <p:cNvCxnSpPr/>
          <p:nvPr/>
        </p:nvCxnSpPr>
        <p:spPr>
          <a:xfrm flipH="1">
            <a:off x="8146577" y="1595494"/>
            <a:ext cx="209252" cy="3158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EDD09B84-3AA8-0948-AB6C-1D5CBFFC5293}"/>
              </a:ext>
            </a:extLst>
          </p:cNvPr>
          <p:cNvCxnSpPr/>
          <p:nvPr/>
        </p:nvCxnSpPr>
        <p:spPr>
          <a:xfrm flipH="1" flipV="1">
            <a:off x="8011496" y="2039226"/>
            <a:ext cx="265156" cy="5085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Connector 573">
            <a:extLst>
              <a:ext uri="{FF2B5EF4-FFF2-40B4-BE49-F238E27FC236}">
                <a16:creationId xmlns:a16="http://schemas.microsoft.com/office/drawing/2014/main" id="{C777BA08-17B1-254B-BCB6-583E10254EC6}"/>
              </a:ext>
            </a:extLst>
          </p:cNvPr>
          <p:cNvCxnSpPr/>
          <p:nvPr/>
        </p:nvCxnSpPr>
        <p:spPr>
          <a:xfrm flipH="1">
            <a:off x="6576918" y="1701235"/>
            <a:ext cx="975239" cy="45496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Line 541">
            <a:extLst>
              <a:ext uri="{FF2B5EF4-FFF2-40B4-BE49-F238E27FC236}">
                <a16:creationId xmlns:a16="http://schemas.microsoft.com/office/drawing/2014/main" id="{C44ADC96-78DA-C64F-AF97-4FFA68D2ED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4029" y="3085035"/>
            <a:ext cx="321993" cy="5292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9" name="Line 424">
            <a:extLst>
              <a:ext uri="{FF2B5EF4-FFF2-40B4-BE49-F238E27FC236}">
                <a16:creationId xmlns:a16="http://schemas.microsoft.com/office/drawing/2014/main" id="{845B46BE-685D-2D4E-AD26-5684794D19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83416" y="3035593"/>
            <a:ext cx="726788" cy="23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243" name="Oval 800">
            <a:extLst>
              <a:ext uri="{FF2B5EF4-FFF2-40B4-BE49-F238E27FC236}">
                <a16:creationId xmlns:a16="http://schemas.microsoft.com/office/drawing/2014/main" id="{271D03F6-D85B-EC41-803D-EFAA96DAE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06" y="1719747"/>
            <a:ext cx="39291" cy="3711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7807957" y="2622104"/>
            <a:ext cx="265259" cy="148758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7461543" y="1651719"/>
            <a:ext cx="265259" cy="148758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7895410" y="1960025"/>
            <a:ext cx="265259" cy="148758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7982869" y="1580972"/>
            <a:ext cx="265259" cy="148758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6824091" y="2967468"/>
            <a:ext cx="275418" cy="180228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7485094" y="1996174"/>
            <a:ext cx="265259" cy="148758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7122854" y="2545524"/>
            <a:ext cx="275418" cy="180228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7201166" y="2999822"/>
            <a:ext cx="275418" cy="180228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7781444" y="2994244"/>
            <a:ext cx="265259" cy="148758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pic>
        <p:nvPicPr>
          <p:cNvPr id="359" name="Picture 653" descr="iphone_stylized_small">
            <a:extLst>
              <a:ext uri="{FF2B5EF4-FFF2-40B4-BE49-F238E27FC236}">
                <a16:creationId xmlns:a16="http://schemas.microsoft.com/office/drawing/2014/main" id="{EDF1EC93-A6E5-964F-B0D6-EE56B282A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179" y="1437769"/>
            <a:ext cx="102631" cy="24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1018" descr="laptop_keyboard">
            <a:extLst>
              <a:ext uri="{FF2B5EF4-FFF2-40B4-BE49-F238E27FC236}">
                <a16:creationId xmlns:a16="http://schemas.microsoft.com/office/drawing/2014/main" id="{7087B8D0-FFCB-0746-A889-28909002C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598586" y="1953818"/>
            <a:ext cx="327916" cy="119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Freeform 1019">
            <a:extLst>
              <a:ext uri="{FF2B5EF4-FFF2-40B4-BE49-F238E27FC236}">
                <a16:creationId xmlns:a16="http://schemas.microsoft.com/office/drawing/2014/main" id="{7C75BC30-0808-D44D-AF7A-A72B4A529E54}"/>
              </a:ext>
            </a:extLst>
          </p:cNvPr>
          <p:cNvSpPr>
            <a:spLocks/>
          </p:cNvSpPr>
          <p:nvPr/>
        </p:nvSpPr>
        <p:spPr bwMode="auto">
          <a:xfrm>
            <a:off x="5707259" y="1837729"/>
            <a:ext cx="263939" cy="156125"/>
          </a:xfrm>
          <a:custGeom>
            <a:avLst/>
            <a:gdLst>
              <a:gd name="T0" fmla="*/ 775798119 w 2982"/>
              <a:gd name="T1" fmla="*/ 0 h 2442"/>
              <a:gd name="T2" fmla="*/ 0 w 2982"/>
              <a:gd name="T3" fmla="*/ 211226083 h 2442"/>
              <a:gd name="T4" fmla="*/ 2147483646 w 2982"/>
              <a:gd name="T5" fmla="*/ 263880059 h 2442"/>
              <a:gd name="T6" fmla="*/ 2147483646 w 2982"/>
              <a:gd name="T7" fmla="*/ 52653891 h 2442"/>
              <a:gd name="T8" fmla="*/ 775798119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76" name="Picture 1020" descr="screen">
            <a:extLst>
              <a:ext uri="{FF2B5EF4-FFF2-40B4-BE49-F238E27FC236}">
                <a16:creationId xmlns:a16="http://schemas.microsoft.com/office/drawing/2014/main" id="{2D732B7A-74CB-D547-ADB5-C721526D5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259" y="1841744"/>
            <a:ext cx="239839" cy="14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Freeform 1021">
            <a:extLst>
              <a:ext uri="{FF2B5EF4-FFF2-40B4-BE49-F238E27FC236}">
                <a16:creationId xmlns:a16="http://schemas.microsoft.com/office/drawing/2014/main" id="{FBD1A429-9B8F-F940-AD09-4638CC3167E7}"/>
              </a:ext>
            </a:extLst>
          </p:cNvPr>
          <p:cNvSpPr>
            <a:spLocks/>
          </p:cNvSpPr>
          <p:nvPr/>
        </p:nvSpPr>
        <p:spPr bwMode="auto">
          <a:xfrm>
            <a:off x="5755315" y="1833122"/>
            <a:ext cx="223625" cy="29052"/>
          </a:xfrm>
          <a:custGeom>
            <a:avLst/>
            <a:gdLst>
              <a:gd name="T0" fmla="*/ 193616298 w 2528"/>
              <a:gd name="T1" fmla="*/ 0 h 455"/>
              <a:gd name="T2" fmla="*/ 2147483646 w 2528"/>
              <a:gd name="T3" fmla="*/ 52445139 h 455"/>
              <a:gd name="T4" fmla="*/ 2147483646 w 2528"/>
              <a:gd name="T5" fmla="*/ 52445139 h 455"/>
              <a:gd name="T6" fmla="*/ 0 w 2528"/>
              <a:gd name="T7" fmla="*/ 52445139 h 455"/>
              <a:gd name="T8" fmla="*/ 193616298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78" name="Freeform 1022">
            <a:extLst>
              <a:ext uri="{FF2B5EF4-FFF2-40B4-BE49-F238E27FC236}">
                <a16:creationId xmlns:a16="http://schemas.microsoft.com/office/drawing/2014/main" id="{376C8B48-3441-F643-B92D-5DC759EDA1B5}"/>
              </a:ext>
            </a:extLst>
          </p:cNvPr>
          <p:cNvSpPr>
            <a:spLocks/>
          </p:cNvSpPr>
          <p:nvPr/>
        </p:nvSpPr>
        <p:spPr bwMode="auto">
          <a:xfrm>
            <a:off x="5704921" y="1832887"/>
            <a:ext cx="62078" cy="120932"/>
          </a:xfrm>
          <a:custGeom>
            <a:avLst/>
            <a:gdLst>
              <a:gd name="T0" fmla="*/ 773664160 w 702"/>
              <a:gd name="T1" fmla="*/ 0 h 1893"/>
              <a:gd name="T2" fmla="*/ 0 w 702"/>
              <a:gd name="T3" fmla="*/ 210739916 h 1893"/>
              <a:gd name="T4" fmla="*/ 193416040 w 702"/>
              <a:gd name="T5" fmla="*/ 210739916 h 1893"/>
              <a:gd name="T6" fmla="*/ 967080200 w 702"/>
              <a:gd name="T7" fmla="*/ 52529017 h 1893"/>
              <a:gd name="T8" fmla="*/ 773664160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79" name="Freeform 1023">
            <a:extLst>
              <a:ext uri="{FF2B5EF4-FFF2-40B4-BE49-F238E27FC236}">
                <a16:creationId xmlns:a16="http://schemas.microsoft.com/office/drawing/2014/main" id="{4DFECD03-4AF0-1342-8138-6CEC8249A287}"/>
              </a:ext>
            </a:extLst>
          </p:cNvPr>
          <p:cNvSpPr>
            <a:spLocks/>
          </p:cNvSpPr>
          <p:nvPr/>
        </p:nvSpPr>
        <p:spPr bwMode="auto">
          <a:xfrm>
            <a:off x="5910435" y="1854498"/>
            <a:ext cx="66898" cy="139592"/>
          </a:xfrm>
          <a:custGeom>
            <a:avLst/>
            <a:gdLst>
              <a:gd name="T0" fmla="*/ 969024527 w 756"/>
              <a:gd name="T1" fmla="*/ 0 h 2184"/>
              <a:gd name="T2" fmla="*/ 193802074 w 756"/>
              <a:gd name="T3" fmla="*/ 263660221 h 2184"/>
              <a:gd name="T4" fmla="*/ 0 w 756"/>
              <a:gd name="T5" fmla="*/ 263660221 h 2184"/>
              <a:gd name="T6" fmla="*/ 775222454 w 756"/>
              <a:gd name="T7" fmla="*/ 52610059 h 2184"/>
              <a:gd name="T8" fmla="*/ 96902452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0" name="Freeform 1024">
            <a:extLst>
              <a:ext uri="{FF2B5EF4-FFF2-40B4-BE49-F238E27FC236}">
                <a16:creationId xmlns:a16="http://schemas.microsoft.com/office/drawing/2014/main" id="{8AA57D4B-3E9B-994B-AF13-DB646178BD1D}"/>
              </a:ext>
            </a:extLst>
          </p:cNvPr>
          <p:cNvSpPr>
            <a:spLocks/>
          </p:cNvSpPr>
          <p:nvPr/>
        </p:nvSpPr>
        <p:spPr bwMode="auto">
          <a:xfrm>
            <a:off x="5704191" y="1947677"/>
            <a:ext cx="245389" cy="47121"/>
          </a:xfrm>
          <a:custGeom>
            <a:avLst/>
            <a:gdLst>
              <a:gd name="T0" fmla="*/ 193829444 w 2773"/>
              <a:gd name="T1" fmla="*/ 0 h 738"/>
              <a:gd name="T2" fmla="*/ 0 w 2773"/>
              <a:gd name="T3" fmla="*/ 52443587 h 738"/>
              <a:gd name="T4" fmla="*/ 2147483646 w 2773"/>
              <a:gd name="T5" fmla="*/ 104894411 h 738"/>
              <a:gd name="T6" fmla="*/ 2147483646 w 2773"/>
              <a:gd name="T7" fmla="*/ 52443587 h 738"/>
              <a:gd name="T8" fmla="*/ 193829444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1" name="Freeform 1025">
            <a:extLst>
              <a:ext uri="{FF2B5EF4-FFF2-40B4-BE49-F238E27FC236}">
                <a16:creationId xmlns:a16="http://schemas.microsoft.com/office/drawing/2014/main" id="{59DA24E7-1981-0E44-8060-2B7CE58EBF80}"/>
              </a:ext>
            </a:extLst>
          </p:cNvPr>
          <p:cNvSpPr>
            <a:spLocks/>
          </p:cNvSpPr>
          <p:nvPr/>
        </p:nvSpPr>
        <p:spPr bwMode="auto">
          <a:xfrm>
            <a:off x="5917884" y="1855679"/>
            <a:ext cx="62662" cy="140182"/>
          </a:xfrm>
          <a:custGeom>
            <a:avLst/>
            <a:gdLst>
              <a:gd name="T0" fmla="*/ 2147483646 w 637"/>
              <a:gd name="T1" fmla="*/ 0 h 1659"/>
              <a:gd name="T2" fmla="*/ 2147483646 w 637"/>
              <a:gd name="T3" fmla="*/ 0 h 1659"/>
              <a:gd name="T4" fmla="*/ 295581541 w 637"/>
              <a:gd name="T5" fmla="*/ 2147483646 h 1659"/>
              <a:gd name="T6" fmla="*/ 0 w 637"/>
              <a:gd name="T7" fmla="*/ 2147483646 h 1659"/>
              <a:gd name="T8" fmla="*/ 2147483646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2" name="Freeform 1026">
            <a:extLst>
              <a:ext uri="{FF2B5EF4-FFF2-40B4-BE49-F238E27FC236}">
                <a16:creationId xmlns:a16="http://schemas.microsoft.com/office/drawing/2014/main" id="{DB3D3129-2B70-5643-96C2-83638DE57FF8}"/>
              </a:ext>
            </a:extLst>
          </p:cNvPr>
          <p:cNvSpPr>
            <a:spLocks/>
          </p:cNvSpPr>
          <p:nvPr/>
        </p:nvSpPr>
        <p:spPr bwMode="auto">
          <a:xfrm>
            <a:off x="5704483" y="1953936"/>
            <a:ext cx="218221" cy="46531"/>
          </a:xfrm>
          <a:custGeom>
            <a:avLst/>
            <a:gdLst>
              <a:gd name="T0" fmla="*/ 0 w 2216"/>
              <a:gd name="T1" fmla="*/ 0 h 550"/>
              <a:gd name="T2" fmla="*/ 296523134 w 2216"/>
              <a:gd name="T3" fmla="*/ 324379338 h 550"/>
              <a:gd name="T4" fmla="*/ 2147483646 w 2216"/>
              <a:gd name="T5" fmla="*/ 2147483646 h 550"/>
              <a:gd name="T6" fmla="*/ 2147483646 w 2216"/>
              <a:gd name="T7" fmla="*/ 2147483646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83" name="Group 1027">
            <a:extLst>
              <a:ext uri="{FF2B5EF4-FFF2-40B4-BE49-F238E27FC236}">
                <a16:creationId xmlns:a16="http://schemas.microsoft.com/office/drawing/2014/main" id="{8C6DEC60-5C97-D546-9977-EBD182221DD2}"/>
              </a:ext>
            </a:extLst>
          </p:cNvPr>
          <p:cNvGrpSpPr>
            <a:grpSpLocks/>
          </p:cNvGrpSpPr>
          <p:nvPr/>
        </p:nvGrpSpPr>
        <p:grpSpPr bwMode="auto">
          <a:xfrm>
            <a:off x="5700832" y="2003655"/>
            <a:ext cx="74055" cy="27635"/>
            <a:chOff x="1740" y="2642"/>
            <a:chExt cx="752" cy="327"/>
          </a:xfrm>
        </p:grpSpPr>
        <p:sp>
          <p:nvSpPr>
            <p:cNvPr id="169" name="Freeform 1028">
              <a:extLst>
                <a:ext uri="{FF2B5EF4-FFF2-40B4-BE49-F238E27FC236}">
                  <a16:creationId xmlns:a16="http://schemas.microsoft.com/office/drawing/2014/main" id="{5D16627E-DE34-BC4F-9513-7A7D4707F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0" name="Freeform 1029">
              <a:extLst>
                <a:ext uri="{FF2B5EF4-FFF2-40B4-BE49-F238E27FC236}">
                  <a16:creationId xmlns:a16="http://schemas.microsoft.com/office/drawing/2014/main" id="{D8D65D68-18A4-E54D-8916-1DEF36844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1" name="Freeform 1030">
              <a:extLst>
                <a:ext uri="{FF2B5EF4-FFF2-40B4-BE49-F238E27FC236}">
                  <a16:creationId xmlns:a16="http://schemas.microsoft.com/office/drawing/2014/main" id="{3C79D147-9974-F341-96E9-F9AD19F14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2" name="Freeform 1031">
              <a:extLst>
                <a:ext uri="{FF2B5EF4-FFF2-40B4-BE49-F238E27FC236}">
                  <a16:creationId xmlns:a16="http://schemas.microsoft.com/office/drawing/2014/main" id="{5E0CE9D2-21FD-2644-9691-743CC3E13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3" name="Freeform 1032">
              <a:extLst>
                <a:ext uri="{FF2B5EF4-FFF2-40B4-BE49-F238E27FC236}">
                  <a16:creationId xmlns:a16="http://schemas.microsoft.com/office/drawing/2014/main" id="{5691098F-1432-0D44-8573-312C3A566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4" name="Freeform 1033">
              <a:extLst>
                <a:ext uri="{FF2B5EF4-FFF2-40B4-BE49-F238E27FC236}">
                  <a16:creationId xmlns:a16="http://schemas.microsoft.com/office/drawing/2014/main" id="{2D4A77A2-D0F1-164A-A67D-A50954386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84" name="Freeform 1034">
            <a:extLst>
              <a:ext uri="{FF2B5EF4-FFF2-40B4-BE49-F238E27FC236}">
                <a16:creationId xmlns:a16="http://schemas.microsoft.com/office/drawing/2014/main" id="{A283BD8E-0AD2-B743-8237-483C3A6A6CD3}"/>
              </a:ext>
            </a:extLst>
          </p:cNvPr>
          <p:cNvSpPr>
            <a:spLocks/>
          </p:cNvSpPr>
          <p:nvPr/>
        </p:nvSpPr>
        <p:spPr bwMode="auto">
          <a:xfrm>
            <a:off x="5827615" y="2007788"/>
            <a:ext cx="89684" cy="60702"/>
          </a:xfrm>
          <a:custGeom>
            <a:avLst/>
            <a:gdLst>
              <a:gd name="T0" fmla="*/ 213221464 w 990"/>
              <a:gd name="T1" fmla="*/ 1090686587 h 792"/>
              <a:gd name="T2" fmla="*/ 1915477586 w 990"/>
              <a:gd name="T3" fmla="*/ 0 h 792"/>
              <a:gd name="T4" fmla="*/ 1915477586 w 990"/>
              <a:gd name="T5" fmla="*/ 108859840 h 792"/>
              <a:gd name="T6" fmla="*/ 0 w 990"/>
              <a:gd name="T7" fmla="*/ 1090686587 h 792"/>
              <a:gd name="T8" fmla="*/ 213221464 w 990"/>
              <a:gd name="T9" fmla="*/ 109068658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5" name="Freeform 1035">
            <a:extLst>
              <a:ext uri="{FF2B5EF4-FFF2-40B4-BE49-F238E27FC236}">
                <a16:creationId xmlns:a16="http://schemas.microsoft.com/office/drawing/2014/main" id="{AA215C2D-4069-DE48-884E-A1816F7D4D0B}"/>
              </a:ext>
            </a:extLst>
          </p:cNvPr>
          <p:cNvSpPr>
            <a:spLocks/>
          </p:cNvSpPr>
          <p:nvPr/>
        </p:nvSpPr>
        <p:spPr bwMode="auto">
          <a:xfrm>
            <a:off x="5598732" y="2012630"/>
            <a:ext cx="229468" cy="55388"/>
          </a:xfrm>
          <a:custGeom>
            <a:avLst/>
            <a:gdLst>
              <a:gd name="T0" fmla="*/ 213486572 w 2532"/>
              <a:gd name="T1" fmla="*/ 0 h 723"/>
              <a:gd name="T2" fmla="*/ 213486572 w 2532"/>
              <a:gd name="T3" fmla="*/ 0 h 723"/>
              <a:gd name="T4" fmla="*/ 2147483646 w 2532"/>
              <a:gd name="T5" fmla="*/ 979380008 h 723"/>
              <a:gd name="T6" fmla="*/ 2147483646 w 2532"/>
              <a:gd name="T7" fmla="*/ 1088085165 h 723"/>
              <a:gd name="T8" fmla="*/ 0 w 2532"/>
              <a:gd name="T9" fmla="*/ 108705259 h 723"/>
              <a:gd name="T10" fmla="*/ 213486572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6" name="Freeform 1036">
            <a:extLst>
              <a:ext uri="{FF2B5EF4-FFF2-40B4-BE49-F238E27FC236}">
                <a16:creationId xmlns:a16="http://schemas.microsoft.com/office/drawing/2014/main" id="{421821F5-5AD5-4D4E-A4F9-5D46E41A4ECC}"/>
              </a:ext>
            </a:extLst>
          </p:cNvPr>
          <p:cNvSpPr>
            <a:spLocks/>
          </p:cNvSpPr>
          <p:nvPr/>
        </p:nvSpPr>
        <p:spPr bwMode="auto">
          <a:xfrm>
            <a:off x="5598879" y="2002474"/>
            <a:ext cx="2483" cy="11219"/>
          </a:xfrm>
          <a:custGeom>
            <a:avLst/>
            <a:gdLst>
              <a:gd name="T0" fmla="*/ 262278191 w 26"/>
              <a:gd name="T1" fmla="*/ 107489981 h 147"/>
              <a:gd name="T2" fmla="*/ 262278191 w 26"/>
              <a:gd name="T3" fmla="*/ 214969480 h 147"/>
              <a:gd name="T4" fmla="*/ 0 w 26"/>
              <a:gd name="T5" fmla="*/ 214969480 h 147"/>
              <a:gd name="T6" fmla="*/ 262278191 w 26"/>
              <a:gd name="T7" fmla="*/ 0 h 147"/>
              <a:gd name="T8" fmla="*/ 262278191 w 26"/>
              <a:gd name="T9" fmla="*/ 10748998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7" name="Freeform 1037">
            <a:extLst>
              <a:ext uri="{FF2B5EF4-FFF2-40B4-BE49-F238E27FC236}">
                <a16:creationId xmlns:a16="http://schemas.microsoft.com/office/drawing/2014/main" id="{499D2FC7-7022-A944-98B2-E74E9B2E5256}"/>
              </a:ext>
            </a:extLst>
          </p:cNvPr>
          <p:cNvSpPr>
            <a:spLocks/>
          </p:cNvSpPr>
          <p:nvPr/>
        </p:nvSpPr>
        <p:spPr bwMode="auto">
          <a:xfrm>
            <a:off x="5599024" y="1956771"/>
            <a:ext cx="106628" cy="46412"/>
          </a:xfrm>
          <a:custGeom>
            <a:avLst/>
            <a:gdLst>
              <a:gd name="T0" fmla="*/ 2136125890 w 1176"/>
              <a:gd name="T1" fmla="*/ 0 h 606"/>
              <a:gd name="T2" fmla="*/ 0 w 1176"/>
              <a:gd name="T3" fmla="*/ 870000945 h 606"/>
              <a:gd name="T4" fmla="*/ 213789467 w 1176"/>
              <a:gd name="T5" fmla="*/ 870000945 h 606"/>
              <a:gd name="T6" fmla="*/ 2136125890 w 1176"/>
              <a:gd name="T7" fmla="*/ 108617123 h 606"/>
              <a:gd name="T8" fmla="*/ 2136125890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8" name="Freeform 1038">
            <a:extLst>
              <a:ext uri="{FF2B5EF4-FFF2-40B4-BE49-F238E27FC236}">
                <a16:creationId xmlns:a16="http://schemas.microsoft.com/office/drawing/2014/main" id="{37918171-6E71-A846-A2B5-7C65DD7456B5}"/>
              </a:ext>
            </a:extLst>
          </p:cNvPr>
          <p:cNvSpPr>
            <a:spLocks/>
          </p:cNvSpPr>
          <p:nvPr/>
        </p:nvSpPr>
        <p:spPr bwMode="auto">
          <a:xfrm>
            <a:off x="5606182" y="2004836"/>
            <a:ext cx="217637" cy="53262"/>
          </a:xfrm>
          <a:custGeom>
            <a:avLst/>
            <a:gdLst>
              <a:gd name="T0" fmla="*/ 173112702 w 2532"/>
              <a:gd name="T1" fmla="*/ 0 h 723"/>
              <a:gd name="T2" fmla="*/ 173112702 w 2532"/>
              <a:gd name="T3" fmla="*/ 0 h 723"/>
              <a:gd name="T4" fmla="*/ 2069773885 w 2532"/>
              <a:gd name="T5" fmla="*/ 558173482 h 723"/>
              <a:gd name="T6" fmla="*/ 2069773885 w 2532"/>
              <a:gd name="T7" fmla="*/ 558173482 h 723"/>
              <a:gd name="T8" fmla="*/ 0 w 2532"/>
              <a:gd name="T9" fmla="*/ 92871346 h 723"/>
              <a:gd name="T10" fmla="*/ 173112702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9" name="Freeform 1039">
            <a:extLst>
              <a:ext uri="{FF2B5EF4-FFF2-40B4-BE49-F238E27FC236}">
                <a16:creationId xmlns:a16="http://schemas.microsoft.com/office/drawing/2014/main" id="{68ECFF60-AA48-2D4C-9A67-90DB18F81D47}"/>
              </a:ext>
            </a:extLst>
          </p:cNvPr>
          <p:cNvSpPr>
            <a:spLocks/>
          </p:cNvSpPr>
          <p:nvPr/>
        </p:nvSpPr>
        <p:spPr bwMode="auto">
          <a:xfrm flipV="1">
            <a:off x="5823526" y="2001058"/>
            <a:ext cx="88808" cy="55151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962694895 h 723"/>
              <a:gd name="T6" fmla="*/ 0 w 2532"/>
              <a:gd name="T7" fmla="*/ 962694895 h 723"/>
              <a:gd name="T8" fmla="*/ 0 w 2532"/>
              <a:gd name="T9" fmla="*/ 107314314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pic>
        <p:nvPicPr>
          <p:cNvPr id="110" name="Picture 568" descr="light2.png">
            <a:extLst>
              <a:ext uri="{FF2B5EF4-FFF2-40B4-BE49-F238E27FC236}">
                <a16:creationId xmlns:a16="http://schemas.microsoft.com/office/drawing/2014/main" id="{D96B693D-26FC-E443-A112-C4AFFE90D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23750" y="1794217"/>
            <a:ext cx="69579" cy="30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603" descr="car_icon_small">
            <a:extLst>
              <a:ext uri="{FF2B5EF4-FFF2-40B4-BE49-F238E27FC236}">
                <a16:creationId xmlns:a16="http://schemas.microsoft.com/office/drawing/2014/main" id="{147E2796-D425-6645-93B3-B97E69B14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654" y="1587719"/>
            <a:ext cx="636984" cy="12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Picture 1116" descr="laptop_keyboard">
            <a:extLst>
              <a:ext uri="{FF2B5EF4-FFF2-40B4-BE49-F238E27FC236}">
                <a16:creationId xmlns:a16="http://schemas.microsoft.com/office/drawing/2014/main" id="{7F05CE3B-E67B-1B40-9D5B-2914F0B9B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632782" y="2703907"/>
            <a:ext cx="215024" cy="89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Freeform 1117">
            <a:extLst>
              <a:ext uri="{FF2B5EF4-FFF2-40B4-BE49-F238E27FC236}">
                <a16:creationId xmlns:a16="http://schemas.microsoft.com/office/drawing/2014/main" id="{B52A07C5-D801-5B41-BD20-C20958925D05}"/>
              </a:ext>
            </a:extLst>
          </p:cNvPr>
          <p:cNvSpPr>
            <a:spLocks/>
          </p:cNvSpPr>
          <p:nvPr/>
        </p:nvSpPr>
        <p:spPr bwMode="auto">
          <a:xfrm>
            <a:off x="5704041" y="2616975"/>
            <a:ext cx="173073" cy="116912"/>
          </a:xfrm>
          <a:custGeom>
            <a:avLst/>
            <a:gdLst>
              <a:gd name="T0" fmla="*/ 143665061 w 2982"/>
              <a:gd name="T1" fmla="*/ 0 h 2442"/>
              <a:gd name="T2" fmla="*/ 0 w 2982"/>
              <a:gd name="T3" fmla="*/ 66329557 h 2442"/>
              <a:gd name="T4" fmla="*/ 573719931 w 2982"/>
              <a:gd name="T5" fmla="*/ 82975142 h 2442"/>
              <a:gd name="T6" fmla="*/ 717384993 w 2982"/>
              <a:gd name="T7" fmla="*/ 16645585 h 2442"/>
              <a:gd name="T8" fmla="*/ 14366506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94" name="Picture 1118" descr="screen">
            <a:extLst>
              <a:ext uri="{FF2B5EF4-FFF2-40B4-BE49-F238E27FC236}">
                <a16:creationId xmlns:a16="http://schemas.microsoft.com/office/drawing/2014/main" id="{2EA30B4E-5447-0340-8DAD-349A843F2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566" y="2619982"/>
            <a:ext cx="157269" cy="1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Freeform 1119">
            <a:extLst>
              <a:ext uri="{FF2B5EF4-FFF2-40B4-BE49-F238E27FC236}">
                <a16:creationId xmlns:a16="http://schemas.microsoft.com/office/drawing/2014/main" id="{1137F6C6-A7C9-9A4D-BCE3-048DB90EF759}"/>
              </a:ext>
            </a:extLst>
          </p:cNvPr>
          <p:cNvSpPr>
            <a:spLocks/>
          </p:cNvSpPr>
          <p:nvPr/>
        </p:nvSpPr>
        <p:spPr bwMode="auto">
          <a:xfrm>
            <a:off x="5735553" y="2613526"/>
            <a:ext cx="146638" cy="21755"/>
          </a:xfrm>
          <a:custGeom>
            <a:avLst/>
            <a:gdLst>
              <a:gd name="T0" fmla="*/ 35620212 w 2528"/>
              <a:gd name="T1" fmla="*/ 0 h 455"/>
              <a:gd name="T2" fmla="*/ 608343257 w 2528"/>
              <a:gd name="T3" fmla="*/ 16582250 h 455"/>
              <a:gd name="T4" fmla="*/ 572256449 w 2528"/>
              <a:gd name="T5" fmla="*/ 16582250 h 455"/>
              <a:gd name="T6" fmla="*/ 0 w 2528"/>
              <a:gd name="T7" fmla="*/ 16582250 h 455"/>
              <a:gd name="T8" fmla="*/ 35620212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6" name="Freeform 1120">
            <a:extLst>
              <a:ext uri="{FF2B5EF4-FFF2-40B4-BE49-F238E27FC236}">
                <a16:creationId xmlns:a16="http://schemas.microsoft.com/office/drawing/2014/main" id="{7A0060E2-767D-1545-8656-29ED1A471251}"/>
              </a:ext>
            </a:extLst>
          </p:cNvPr>
          <p:cNvSpPr>
            <a:spLocks/>
          </p:cNvSpPr>
          <p:nvPr/>
        </p:nvSpPr>
        <p:spPr bwMode="auto">
          <a:xfrm>
            <a:off x="5702509" y="2613349"/>
            <a:ext cx="40706" cy="90559"/>
          </a:xfrm>
          <a:custGeom>
            <a:avLst/>
            <a:gdLst>
              <a:gd name="T0" fmla="*/ 142804406 w 702"/>
              <a:gd name="T1" fmla="*/ 0 h 1893"/>
              <a:gd name="T2" fmla="*/ 0 w 702"/>
              <a:gd name="T3" fmla="*/ 66174575 h 1893"/>
              <a:gd name="T4" fmla="*/ 35584530 w 702"/>
              <a:gd name="T5" fmla="*/ 66174575 h 1893"/>
              <a:gd name="T6" fmla="*/ 178855222 w 702"/>
              <a:gd name="T7" fmla="*/ 16607700 h 1893"/>
              <a:gd name="T8" fmla="*/ 142804406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7" name="Freeform 1121">
            <a:extLst>
              <a:ext uri="{FF2B5EF4-FFF2-40B4-BE49-F238E27FC236}">
                <a16:creationId xmlns:a16="http://schemas.microsoft.com/office/drawing/2014/main" id="{15790F5A-ABAC-8D49-A4F9-E2F576550DB0}"/>
              </a:ext>
            </a:extLst>
          </p:cNvPr>
          <p:cNvSpPr>
            <a:spLocks/>
          </p:cNvSpPr>
          <p:nvPr/>
        </p:nvSpPr>
        <p:spPr bwMode="auto">
          <a:xfrm>
            <a:off x="5837270" y="2629533"/>
            <a:ext cx="43867" cy="104531"/>
          </a:xfrm>
          <a:custGeom>
            <a:avLst/>
            <a:gdLst>
              <a:gd name="T0" fmla="*/ 179213623 w 756"/>
              <a:gd name="T1" fmla="*/ 0 h 2184"/>
              <a:gd name="T2" fmla="*/ 35656008 w 756"/>
              <a:gd name="T3" fmla="*/ 82904513 h 2184"/>
              <a:gd name="T4" fmla="*/ 0 w 756"/>
              <a:gd name="T5" fmla="*/ 82904513 h 2184"/>
              <a:gd name="T6" fmla="*/ 143090785 w 756"/>
              <a:gd name="T7" fmla="*/ 16632211 h 2184"/>
              <a:gd name="T8" fmla="*/ 179213623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8" name="Freeform 1122">
            <a:extLst>
              <a:ext uri="{FF2B5EF4-FFF2-40B4-BE49-F238E27FC236}">
                <a16:creationId xmlns:a16="http://schemas.microsoft.com/office/drawing/2014/main" id="{8898B7ED-5BCF-8C4E-B1AA-B82AD50FD155}"/>
              </a:ext>
            </a:extLst>
          </p:cNvPr>
          <p:cNvSpPr>
            <a:spLocks/>
          </p:cNvSpPr>
          <p:nvPr/>
        </p:nvSpPr>
        <p:spPr bwMode="auto">
          <a:xfrm>
            <a:off x="5702030" y="2699309"/>
            <a:ext cx="160909" cy="35286"/>
          </a:xfrm>
          <a:custGeom>
            <a:avLst/>
            <a:gdLst>
              <a:gd name="T0" fmla="*/ 35658648 w 2773"/>
              <a:gd name="T1" fmla="*/ 0 h 738"/>
              <a:gd name="T2" fmla="*/ 0 w 2773"/>
              <a:gd name="T3" fmla="*/ 16581742 h 738"/>
              <a:gd name="T4" fmla="*/ 573357470 w 2773"/>
              <a:gd name="T5" fmla="*/ 33163485 h 738"/>
              <a:gd name="T6" fmla="*/ 573357470 w 2773"/>
              <a:gd name="T7" fmla="*/ 16581742 h 738"/>
              <a:gd name="T8" fmla="*/ 35658648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9" name="Freeform 1123">
            <a:extLst>
              <a:ext uri="{FF2B5EF4-FFF2-40B4-BE49-F238E27FC236}">
                <a16:creationId xmlns:a16="http://schemas.microsoft.com/office/drawing/2014/main" id="{5A7F91EF-AD6B-D64E-B73E-C762D73A7A33}"/>
              </a:ext>
            </a:extLst>
          </p:cNvPr>
          <p:cNvSpPr>
            <a:spLocks/>
          </p:cNvSpPr>
          <p:nvPr/>
        </p:nvSpPr>
        <p:spPr bwMode="auto">
          <a:xfrm>
            <a:off x="5842154" y="2630417"/>
            <a:ext cx="41090" cy="104974"/>
          </a:xfrm>
          <a:custGeom>
            <a:avLst/>
            <a:gdLst>
              <a:gd name="T0" fmla="*/ 656550006 w 637"/>
              <a:gd name="T1" fmla="*/ 0 h 1659"/>
              <a:gd name="T2" fmla="*/ 656550006 w 637"/>
              <a:gd name="T3" fmla="*/ 0 h 1659"/>
              <a:gd name="T4" fmla="*/ 54716163 w 637"/>
              <a:gd name="T5" fmla="*/ 2147483646 h 1659"/>
              <a:gd name="T6" fmla="*/ 0 w 637"/>
              <a:gd name="T7" fmla="*/ 2147483646 h 1659"/>
              <a:gd name="T8" fmla="*/ 656550006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0" name="Freeform 1124">
            <a:extLst>
              <a:ext uri="{FF2B5EF4-FFF2-40B4-BE49-F238E27FC236}">
                <a16:creationId xmlns:a16="http://schemas.microsoft.com/office/drawing/2014/main" id="{BBB1B153-2E6F-7246-9B11-B68D01DF60E3}"/>
              </a:ext>
            </a:extLst>
          </p:cNvPr>
          <p:cNvSpPr>
            <a:spLocks/>
          </p:cNvSpPr>
          <p:nvPr/>
        </p:nvSpPr>
        <p:spPr bwMode="auto">
          <a:xfrm>
            <a:off x="5702222" y="2703995"/>
            <a:ext cx="143094" cy="34844"/>
          </a:xfrm>
          <a:custGeom>
            <a:avLst/>
            <a:gdLst>
              <a:gd name="T0" fmla="*/ 0 w 2216"/>
              <a:gd name="T1" fmla="*/ 0 h 550"/>
              <a:gd name="T2" fmla="*/ 54884212 w 2216"/>
              <a:gd name="T3" fmla="*/ 101852492 h 550"/>
              <a:gd name="T4" fmla="*/ 2147483646 w 2216"/>
              <a:gd name="T5" fmla="*/ 1017940055 h 550"/>
              <a:gd name="T6" fmla="*/ 2147483646 w 2216"/>
              <a:gd name="T7" fmla="*/ 865464562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101" name="Group 1125">
            <a:extLst>
              <a:ext uri="{FF2B5EF4-FFF2-40B4-BE49-F238E27FC236}">
                <a16:creationId xmlns:a16="http://schemas.microsoft.com/office/drawing/2014/main" id="{57060979-075D-9D4D-B12E-DA0CCD4C6B8F}"/>
              </a:ext>
            </a:extLst>
          </p:cNvPr>
          <p:cNvGrpSpPr>
            <a:grpSpLocks/>
          </p:cNvGrpSpPr>
          <p:nvPr/>
        </p:nvGrpSpPr>
        <p:grpSpPr bwMode="auto">
          <a:xfrm>
            <a:off x="5699827" y="2741227"/>
            <a:ext cx="48560" cy="20694"/>
            <a:chOff x="1740" y="2642"/>
            <a:chExt cx="752" cy="327"/>
          </a:xfrm>
        </p:grpSpPr>
        <p:sp>
          <p:nvSpPr>
            <p:cNvPr id="140" name="Freeform 1126">
              <a:extLst>
                <a:ext uri="{FF2B5EF4-FFF2-40B4-BE49-F238E27FC236}">
                  <a16:creationId xmlns:a16="http://schemas.microsoft.com/office/drawing/2014/main" id="{8DFFF656-1361-C546-8336-177F79E4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1" name="Freeform 1127">
              <a:extLst>
                <a:ext uri="{FF2B5EF4-FFF2-40B4-BE49-F238E27FC236}">
                  <a16:creationId xmlns:a16="http://schemas.microsoft.com/office/drawing/2014/main" id="{60C6C6B3-72DE-664B-B4DE-3C04B0C5B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2" name="Freeform 1128">
              <a:extLst>
                <a:ext uri="{FF2B5EF4-FFF2-40B4-BE49-F238E27FC236}">
                  <a16:creationId xmlns:a16="http://schemas.microsoft.com/office/drawing/2014/main" id="{0D48292A-917D-D046-A974-043CEE5A4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3" name="Freeform 1129">
              <a:extLst>
                <a:ext uri="{FF2B5EF4-FFF2-40B4-BE49-F238E27FC236}">
                  <a16:creationId xmlns:a16="http://schemas.microsoft.com/office/drawing/2014/main" id="{DB6BAAEB-BADD-0A4F-8A9D-D72AFCA99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4" name="Freeform 1130">
              <a:extLst>
                <a:ext uri="{FF2B5EF4-FFF2-40B4-BE49-F238E27FC236}">
                  <a16:creationId xmlns:a16="http://schemas.microsoft.com/office/drawing/2014/main" id="{05D5969F-F3B9-414D-975E-A6700098F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5" name="Freeform 1131">
              <a:extLst>
                <a:ext uri="{FF2B5EF4-FFF2-40B4-BE49-F238E27FC236}">
                  <a16:creationId xmlns:a16="http://schemas.microsoft.com/office/drawing/2014/main" id="{41BB174D-6019-384D-A5AC-1B4D92D93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102" name="Freeform 1132">
            <a:extLst>
              <a:ext uri="{FF2B5EF4-FFF2-40B4-BE49-F238E27FC236}">
                <a16:creationId xmlns:a16="http://schemas.microsoft.com/office/drawing/2014/main" id="{F8739864-4836-E447-8FC8-5886923FF496}"/>
              </a:ext>
            </a:extLst>
          </p:cNvPr>
          <p:cNvSpPr>
            <a:spLocks/>
          </p:cNvSpPr>
          <p:nvPr/>
        </p:nvSpPr>
        <p:spPr bwMode="auto">
          <a:xfrm>
            <a:off x="5782963" y="2744322"/>
            <a:ext cx="58808" cy="45456"/>
          </a:xfrm>
          <a:custGeom>
            <a:avLst/>
            <a:gdLst>
              <a:gd name="T0" fmla="*/ 39250883 w 990"/>
              <a:gd name="T1" fmla="*/ 342828616 h 792"/>
              <a:gd name="T2" fmla="*/ 354255671 w 990"/>
              <a:gd name="T3" fmla="*/ 0 h 792"/>
              <a:gd name="T4" fmla="*/ 354255671 w 990"/>
              <a:gd name="T5" fmla="*/ 34504242 h 792"/>
              <a:gd name="T6" fmla="*/ 0 w 990"/>
              <a:gd name="T7" fmla="*/ 342828616 h 792"/>
              <a:gd name="T8" fmla="*/ 39250883 w 990"/>
              <a:gd name="T9" fmla="*/ 342828616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3" name="Freeform 1133">
            <a:extLst>
              <a:ext uri="{FF2B5EF4-FFF2-40B4-BE49-F238E27FC236}">
                <a16:creationId xmlns:a16="http://schemas.microsoft.com/office/drawing/2014/main" id="{C59CADF3-CD09-FB48-A672-C2C50B66CEB8}"/>
              </a:ext>
            </a:extLst>
          </p:cNvPr>
          <p:cNvSpPr>
            <a:spLocks/>
          </p:cNvSpPr>
          <p:nvPr/>
        </p:nvSpPr>
        <p:spPr bwMode="auto">
          <a:xfrm>
            <a:off x="5632878" y="2747948"/>
            <a:ext cx="150469" cy="41477"/>
          </a:xfrm>
          <a:custGeom>
            <a:avLst/>
            <a:gdLst>
              <a:gd name="T0" fmla="*/ 39302216 w 2532"/>
              <a:gd name="T1" fmla="*/ 0 h 723"/>
              <a:gd name="T2" fmla="*/ 39302216 w 2532"/>
              <a:gd name="T3" fmla="*/ 0 h 723"/>
              <a:gd name="T4" fmla="*/ 867084690 w 2532"/>
              <a:gd name="T5" fmla="*/ 307891170 h 723"/>
              <a:gd name="T6" fmla="*/ 867084690 w 2532"/>
              <a:gd name="T7" fmla="*/ 342351506 h 723"/>
              <a:gd name="T8" fmla="*/ 0 w 2532"/>
              <a:gd name="T9" fmla="*/ 34009889 h 723"/>
              <a:gd name="T10" fmla="*/ 3930221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4" name="Freeform 1134">
            <a:extLst>
              <a:ext uri="{FF2B5EF4-FFF2-40B4-BE49-F238E27FC236}">
                <a16:creationId xmlns:a16="http://schemas.microsoft.com/office/drawing/2014/main" id="{628AB6FD-35F6-0345-BD13-22EAAF9EC275}"/>
              </a:ext>
            </a:extLst>
          </p:cNvPr>
          <p:cNvSpPr>
            <a:spLocks/>
          </p:cNvSpPr>
          <p:nvPr/>
        </p:nvSpPr>
        <p:spPr bwMode="auto">
          <a:xfrm>
            <a:off x="5632974" y="2740342"/>
            <a:ext cx="1628" cy="8402"/>
          </a:xfrm>
          <a:custGeom>
            <a:avLst/>
            <a:gdLst>
              <a:gd name="T0" fmla="*/ 48903362 w 26"/>
              <a:gd name="T1" fmla="*/ 33634500 h 147"/>
              <a:gd name="T2" fmla="*/ 48903362 w 26"/>
              <a:gd name="T3" fmla="*/ 67263209 h 147"/>
              <a:gd name="T4" fmla="*/ 0 w 26"/>
              <a:gd name="T5" fmla="*/ 67263209 h 147"/>
              <a:gd name="T6" fmla="*/ 48903362 w 26"/>
              <a:gd name="T7" fmla="*/ 0 h 147"/>
              <a:gd name="T8" fmla="*/ 48903362 w 26"/>
              <a:gd name="T9" fmla="*/ 33634500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5" name="Freeform 1135">
            <a:extLst>
              <a:ext uri="{FF2B5EF4-FFF2-40B4-BE49-F238E27FC236}">
                <a16:creationId xmlns:a16="http://schemas.microsoft.com/office/drawing/2014/main" id="{76529D44-B4FD-DE4D-812E-E461A0FCCA6C}"/>
              </a:ext>
            </a:extLst>
          </p:cNvPr>
          <p:cNvSpPr>
            <a:spLocks/>
          </p:cNvSpPr>
          <p:nvPr/>
        </p:nvSpPr>
        <p:spPr bwMode="auto">
          <a:xfrm>
            <a:off x="5633069" y="2706118"/>
            <a:ext cx="69919" cy="34755"/>
          </a:xfrm>
          <a:custGeom>
            <a:avLst/>
            <a:gdLst>
              <a:gd name="T0" fmla="*/ 395043791 w 1176"/>
              <a:gd name="T1" fmla="*/ 0 h 606"/>
              <a:gd name="T2" fmla="*/ 0 w 1176"/>
              <a:gd name="T3" fmla="*/ 273654982 h 606"/>
              <a:gd name="T4" fmla="*/ 39357994 w 1176"/>
              <a:gd name="T5" fmla="*/ 273654982 h 606"/>
              <a:gd name="T6" fmla="*/ 395043791 w 1176"/>
              <a:gd name="T7" fmla="*/ 33985420 h 606"/>
              <a:gd name="T8" fmla="*/ 39504379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6" name="Freeform 1136">
            <a:extLst>
              <a:ext uri="{FF2B5EF4-FFF2-40B4-BE49-F238E27FC236}">
                <a16:creationId xmlns:a16="http://schemas.microsoft.com/office/drawing/2014/main" id="{44CD9A89-0E3B-2C40-8436-71B7526BA660}"/>
              </a:ext>
            </a:extLst>
          </p:cNvPr>
          <p:cNvSpPr>
            <a:spLocks/>
          </p:cNvSpPr>
          <p:nvPr/>
        </p:nvSpPr>
        <p:spPr bwMode="auto">
          <a:xfrm>
            <a:off x="5637762" y="2742112"/>
            <a:ext cx="142711" cy="39885"/>
          </a:xfrm>
          <a:custGeom>
            <a:avLst/>
            <a:gdLst>
              <a:gd name="T0" fmla="*/ 31829833 w 2532"/>
              <a:gd name="T1" fmla="*/ 0 h 723"/>
              <a:gd name="T2" fmla="*/ 31829833 w 2532"/>
              <a:gd name="T3" fmla="*/ 0 h 723"/>
              <a:gd name="T4" fmla="*/ 382827787 w 2532"/>
              <a:gd name="T5" fmla="*/ 175498781 h 723"/>
              <a:gd name="T6" fmla="*/ 382827787 w 2532"/>
              <a:gd name="T7" fmla="*/ 175498781 h 723"/>
              <a:gd name="T8" fmla="*/ 0 w 2532"/>
              <a:gd name="T9" fmla="*/ 29448186 h 723"/>
              <a:gd name="T10" fmla="*/ 31829833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7" name="Freeform 1137">
            <a:extLst>
              <a:ext uri="{FF2B5EF4-FFF2-40B4-BE49-F238E27FC236}">
                <a16:creationId xmlns:a16="http://schemas.microsoft.com/office/drawing/2014/main" id="{92BF681C-02FC-8F49-A2CD-8F3446ECE5D3}"/>
              </a:ext>
            </a:extLst>
          </p:cNvPr>
          <p:cNvSpPr>
            <a:spLocks/>
          </p:cNvSpPr>
          <p:nvPr/>
        </p:nvSpPr>
        <p:spPr bwMode="auto">
          <a:xfrm flipV="1">
            <a:off x="5780282" y="2739281"/>
            <a:ext cx="58234" cy="41300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302641137 h 723"/>
              <a:gd name="T6" fmla="*/ 0 w 2532"/>
              <a:gd name="T7" fmla="*/ 302641137 h 723"/>
              <a:gd name="T8" fmla="*/ 0 w 2532"/>
              <a:gd name="T9" fmla="*/ 33575256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pic>
        <p:nvPicPr>
          <p:cNvPr id="138" name="Picture 1140" descr="desktop_computer_stylized_medium">
            <a:extLst>
              <a:ext uri="{FF2B5EF4-FFF2-40B4-BE49-F238E27FC236}">
                <a16:creationId xmlns:a16="http://schemas.microsoft.com/office/drawing/2014/main" id="{BDC7F552-21C9-C942-90FF-0162099A3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93997" y="2675358"/>
            <a:ext cx="269446" cy="256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Freeform 1141">
            <a:extLst>
              <a:ext uri="{FF2B5EF4-FFF2-40B4-BE49-F238E27FC236}">
                <a16:creationId xmlns:a16="http://schemas.microsoft.com/office/drawing/2014/main" id="{654B43BA-608E-5D4D-B11B-71762CFBEEDE}"/>
              </a:ext>
            </a:extLst>
          </p:cNvPr>
          <p:cNvSpPr>
            <a:spLocks/>
          </p:cNvSpPr>
          <p:nvPr/>
        </p:nvSpPr>
        <p:spPr bwMode="auto">
          <a:xfrm flipH="1">
            <a:off x="6108913" y="2699957"/>
            <a:ext cx="127050" cy="117565"/>
          </a:xfrm>
          <a:custGeom>
            <a:avLst/>
            <a:gdLst>
              <a:gd name="T0" fmla="*/ 0 w 356"/>
              <a:gd name="T1" fmla="*/ 0 h 368"/>
              <a:gd name="T2" fmla="*/ 300 w 356"/>
              <a:gd name="T3" fmla="*/ 14 h 368"/>
              <a:gd name="T4" fmla="*/ 356 w 356"/>
              <a:gd name="T5" fmla="*/ 294 h 368"/>
              <a:gd name="T6" fmla="*/ 78 w 356"/>
              <a:gd name="T7" fmla="*/ 368 h 368"/>
              <a:gd name="T8" fmla="*/ 0 w 356"/>
              <a:gd name="T9" fmla="*/ 0 h 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6"/>
              <a:gd name="T16" fmla="*/ 0 h 368"/>
              <a:gd name="T17" fmla="*/ 356 w 356"/>
              <a:gd name="T18" fmla="*/ 368 h 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6" h="368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 sz="1050"/>
          </a:p>
        </p:txBody>
      </p:sp>
      <p:pic>
        <p:nvPicPr>
          <p:cNvPr id="113" name="Picture 571" descr="fridge2.png">
            <a:extLst>
              <a:ext uri="{FF2B5EF4-FFF2-40B4-BE49-F238E27FC236}">
                <a16:creationId xmlns:a16="http://schemas.microsoft.com/office/drawing/2014/main" id="{29DD0F98-F93B-0145-A925-F4125ED490D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399" y="2538763"/>
            <a:ext cx="142184" cy="25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7716686" y="3955464"/>
            <a:ext cx="132894" cy="248125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85641" y="3675121"/>
            <a:ext cx="259223" cy="240227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pic>
        <p:nvPicPr>
          <p:cNvPr id="147" name="Picture 1066" descr="laptop_keyboard">
            <a:extLst>
              <a:ext uri="{FF2B5EF4-FFF2-40B4-BE49-F238E27FC236}">
                <a16:creationId xmlns:a16="http://schemas.microsoft.com/office/drawing/2014/main" id="{71E89937-428E-3447-B221-C34E0D71A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6912440" y="4530206"/>
            <a:ext cx="190126" cy="90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" name="Freeform 1067">
            <a:extLst>
              <a:ext uri="{FF2B5EF4-FFF2-40B4-BE49-F238E27FC236}">
                <a16:creationId xmlns:a16="http://schemas.microsoft.com/office/drawing/2014/main" id="{43C21467-3265-FC4F-AF31-44A0281634BA}"/>
              </a:ext>
            </a:extLst>
          </p:cNvPr>
          <p:cNvSpPr>
            <a:spLocks/>
          </p:cNvSpPr>
          <p:nvPr/>
        </p:nvSpPr>
        <p:spPr bwMode="auto">
          <a:xfrm>
            <a:off x="6975448" y="4442621"/>
            <a:ext cx="153032" cy="117789"/>
          </a:xfrm>
          <a:custGeom>
            <a:avLst/>
            <a:gdLst>
              <a:gd name="T0" fmla="*/ 1 w 2982"/>
              <a:gd name="T1" fmla="*/ 0 h 2442"/>
              <a:gd name="T2" fmla="*/ 0 w 2982"/>
              <a:gd name="T3" fmla="*/ 1 h 2442"/>
              <a:gd name="T4" fmla="*/ 2 w 2982"/>
              <a:gd name="T5" fmla="*/ 1 h 2442"/>
              <a:gd name="T6" fmla="*/ 2 w 2982"/>
              <a:gd name="T7" fmla="*/ 1 h 2442"/>
              <a:gd name="T8" fmla="*/ 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149" name="Picture 1068" descr="screen">
            <a:extLst>
              <a:ext uri="{FF2B5EF4-FFF2-40B4-BE49-F238E27FC236}">
                <a16:creationId xmlns:a16="http://schemas.microsoft.com/office/drawing/2014/main" id="{9868250A-D477-2944-B0F8-A7DE63DA4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985" y="4445651"/>
            <a:ext cx="139059" cy="10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" name="Freeform 1069">
            <a:extLst>
              <a:ext uri="{FF2B5EF4-FFF2-40B4-BE49-F238E27FC236}">
                <a16:creationId xmlns:a16="http://schemas.microsoft.com/office/drawing/2014/main" id="{A4015B9E-FE1F-594E-AFA2-A5277482EA63}"/>
              </a:ext>
            </a:extLst>
          </p:cNvPr>
          <p:cNvSpPr>
            <a:spLocks/>
          </p:cNvSpPr>
          <p:nvPr/>
        </p:nvSpPr>
        <p:spPr bwMode="auto">
          <a:xfrm>
            <a:off x="7003310" y="4439146"/>
            <a:ext cx="129659" cy="21919"/>
          </a:xfrm>
          <a:custGeom>
            <a:avLst/>
            <a:gdLst>
              <a:gd name="T0" fmla="*/ 1 w 2528"/>
              <a:gd name="T1" fmla="*/ 0 h 455"/>
              <a:gd name="T2" fmla="*/ 2 w 2528"/>
              <a:gd name="T3" fmla="*/ 1 h 455"/>
              <a:gd name="T4" fmla="*/ 2 w 2528"/>
              <a:gd name="T5" fmla="*/ 1 h 455"/>
              <a:gd name="T6" fmla="*/ 0 w 2528"/>
              <a:gd name="T7" fmla="*/ 1 h 455"/>
              <a:gd name="T8" fmla="*/ 1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1" name="Freeform 1070">
            <a:extLst>
              <a:ext uri="{FF2B5EF4-FFF2-40B4-BE49-F238E27FC236}">
                <a16:creationId xmlns:a16="http://schemas.microsoft.com/office/drawing/2014/main" id="{1D5AA9CA-3334-2341-A3C4-E98372488698}"/>
              </a:ext>
            </a:extLst>
          </p:cNvPr>
          <p:cNvSpPr>
            <a:spLocks/>
          </p:cNvSpPr>
          <p:nvPr/>
        </p:nvSpPr>
        <p:spPr bwMode="auto">
          <a:xfrm>
            <a:off x="6974093" y="4438968"/>
            <a:ext cx="35993" cy="91238"/>
          </a:xfrm>
          <a:custGeom>
            <a:avLst/>
            <a:gdLst>
              <a:gd name="T0" fmla="*/ 1 w 702"/>
              <a:gd name="T1" fmla="*/ 0 h 1893"/>
              <a:gd name="T2" fmla="*/ 0 w 702"/>
              <a:gd name="T3" fmla="*/ 1 h 1893"/>
              <a:gd name="T4" fmla="*/ 1 w 702"/>
              <a:gd name="T5" fmla="*/ 1 h 1893"/>
              <a:gd name="T6" fmla="*/ 1 w 702"/>
              <a:gd name="T7" fmla="*/ 1 h 1893"/>
              <a:gd name="T8" fmla="*/ 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2" name="Freeform 1071">
            <a:extLst>
              <a:ext uri="{FF2B5EF4-FFF2-40B4-BE49-F238E27FC236}">
                <a16:creationId xmlns:a16="http://schemas.microsoft.com/office/drawing/2014/main" id="{408815EA-3342-2D4A-AB4D-6A6AD669E0AF}"/>
              </a:ext>
            </a:extLst>
          </p:cNvPr>
          <p:cNvSpPr>
            <a:spLocks/>
          </p:cNvSpPr>
          <p:nvPr/>
        </p:nvSpPr>
        <p:spPr bwMode="auto">
          <a:xfrm>
            <a:off x="7093250" y="4455273"/>
            <a:ext cx="38787" cy="105315"/>
          </a:xfrm>
          <a:custGeom>
            <a:avLst/>
            <a:gdLst>
              <a:gd name="T0" fmla="*/ 1 w 756"/>
              <a:gd name="T1" fmla="*/ 0 h 2184"/>
              <a:gd name="T2" fmla="*/ 1 w 756"/>
              <a:gd name="T3" fmla="*/ 1 h 2184"/>
              <a:gd name="T4" fmla="*/ 0 w 756"/>
              <a:gd name="T5" fmla="*/ 1 h 2184"/>
              <a:gd name="T6" fmla="*/ 1 w 756"/>
              <a:gd name="T7" fmla="*/ 1 h 2184"/>
              <a:gd name="T8" fmla="*/ 1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3" name="Freeform 1072">
            <a:extLst>
              <a:ext uri="{FF2B5EF4-FFF2-40B4-BE49-F238E27FC236}">
                <a16:creationId xmlns:a16="http://schemas.microsoft.com/office/drawing/2014/main" id="{180DED07-429A-A242-A9E3-1BBEEAF42B00}"/>
              </a:ext>
            </a:extLst>
          </p:cNvPr>
          <p:cNvSpPr>
            <a:spLocks/>
          </p:cNvSpPr>
          <p:nvPr/>
        </p:nvSpPr>
        <p:spPr bwMode="auto">
          <a:xfrm>
            <a:off x="6973669" y="4525572"/>
            <a:ext cx="142277" cy="35551"/>
          </a:xfrm>
          <a:custGeom>
            <a:avLst/>
            <a:gdLst>
              <a:gd name="T0" fmla="*/ 1 w 2773"/>
              <a:gd name="T1" fmla="*/ 0 h 738"/>
              <a:gd name="T2" fmla="*/ 0 w 2773"/>
              <a:gd name="T3" fmla="*/ 1 h 738"/>
              <a:gd name="T4" fmla="*/ 2 w 2773"/>
              <a:gd name="T5" fmla="*/ 1 h 738"/>
              <a:gd name="T6" fmla="*/ 2 w 2773"/>
              <a:gd name="T7" fmla="*/ 1 h 738"/>
              <a:gd name="T8" fmla="*/ 1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4" name="Freeform 1073">
            <a:extLst>
              <a:ext uri="{FF2B5EF4-FFF2-40B4-BE49-F238E27FC236}">
                <a16:creationId xmlns:a16="http://schemas.microsoft.com/office/drawing/2014/main" id="{A86B5E1C-D4A7-804E-9345-DD2099CCFCD1}"/>
              </a:ext>
            </a:extLst>
          </p:cNvPr>
          <p:cNvSpPr>
            <a:spLocks/>
          </p:cNvSpPr>
          <p:nvPr/>
        </p:nvSpPr>
        <p:spPr bwMode="auto">
          <a:xfrm>
            <a:off x="7097569" y="4456164"/>
            <a:ext cx="36332" cy="105761"/>
          </a:xfrm>
          <a:custGeom>
            <a:avLst/>
            <a:gdLst>
              <a:gd name="T0" fmla="*/ 2 w 637"/>
              <a:gd name="T1" fmla="*/ 0 h 1659"/>
              <a:gd name="T2" fmla="*/ 2 w 637"/>
              <a:gd name="T3" fmla="*/ 0 h 1659"/>
              <a:gd name="T4" fmla="*/ 1 w 637"/>
              <a:gd name="T5" fmla="*/ 15 h 1659"/>
              <a:gd name="T6" fmla="*/ 0 w 637"/>
              <a:gd name="T7" fmla="*/ 15 h 1659"/>
              <a:gd name="T8" fmla="*/ 2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5" name="Freeform 1074">
            <a:extLst>
              <a:ext uri="{FF2B5EF4-FFF2-40B4-BE49-F238E27FC236}">
                <a16:creationId xmlns:a16="http://schemas.microsoft.com/office/drawing/2014/main" id="{278E44FF-9118-764F-B154-D54B6D088972}"/>
              </a:ext>
            </a:extLst>
          </p:cNvPr>
          <p:cNvSpPr>
            <a:spLocks/>
          </p:cNvSpPr>
          <p:nvPr/>
        </p:nvSpPr>
        <p:spPr bwMode="auto">
          <a:xfrm>
            <a:off x="6973839" y="4530295"/>
            <a:ext cx="126525" cy="35105"/>
          </a:xfrm>
          <a:custGeom>
            <a:avLst/>
            <a:gdLst>
              <a:gd name="T0" fmla="*/ 0 w 2216"/>
              <a:gd name="T1" fmla="*/ 0 h 550"/>
              <a:gd name="T2" fmla="*/ 1 w 2216"/>
              <a:gd name="T3" fmla="*/ 1 h 550"/>
              <a:gd name="T4" fmla="*/ 9 w 2216"/>
              <a:gd name="T5" fmla="*/ 5 h 550"/>
              <a:gd name="T6" fmla="*/ 9 w 2216"/>
              <a:gd name="T7" fmla="*/ 4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156" name="Group 1075">
            <a:extLst>
              <a:ext uri="{FF2B5EF4-FFF2-40B4-BE49-F238E27FC236}">
                <a16:creationId xmlns:a16="http://schemas.microsoft.com/office/drawing/2014/main" id="{B07A4D51-63EA-ED46-9283-3C066C8F8059}"/>
              </a:ext>
            </a:extLst>
          </p:cNvPr>
          <p:cNvGrpSpPr>
            <a:grpSpLocks/>
          </p:cNvGrpSpPr>
          <p:nvPr/>
        </p:nvGrpSpPr>
        <p:grpSpPr bwMode="auto">
          <a:xfrm>
            <a:off x="6971722" y="4567806"/>
            <a:ext cx="42937" cy="20849"/>
            <a:chOff x="1740" y="2642"/>
            <a:chExt cx="752" cy="327"/>
          </a:xfrm>
        </p:grpSpPr>
        <p:sp>
          <p:nvSpPr>
            <p:cNvPr id="163" name="Freeform 1076">
              <a:extLst>
                <a:ext uri="{FF2B5EF4-FFF2-40B4-BE49-F238E27FC236}">
                  <a16:creationId xmlns:a16="http://schemas.microsoft.com/office/drawing/2014/main" id="{362CE3DF-6498-9044-80D1-5B57C954B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4" name="Freeform 1077">
              <a:extLst>
                <a:ext uri="{FF2B5EF4-FFF2-40B4-BE49-F238E27FC236}">
                  <a16:creationId xmlns:a16="http://schemas.microsoft.com/office/drawing/2014/main" id="{232B6CC8-39FA-8E41-89F9-D454D1953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5" name="Freeform 1078">
              <a:extLst>
                <a:ext uri="{FF2B5EF4-FFF2-40B4-BE49-F238E27FC236}">
                  <a16:creationId xmlns:a16="http://schemas.microsoft.com/office/drawing/2014/main" id="{14BE6CD7-1B00-AE45-A0A2-B46139077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6" name="Freeform 1079">
              <a:extLst>
                <a:ext uri="{FF2B5EF4-FFF2-40B4-BE49-F238E27FC236}">
                  <a16:creationId xmlns:a16="http://schemas.microsoft.com/office/drawing/2014/main" id="{17D2993A-DA09-154C-81CE-F00D6DF0D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7" name="Freeform 1080">
              <a:extLst>
                <a:ext uri="{FF2B5EF4-FFF2-40B4-BE49-F238E27FC236}">
                  <a16:creationId xmlns:a16="http://schemas.microsoft.com/office/drawing/2014/main" id="{AD580132-3A72-CF47-B834-B58CA201F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8" name="Freeform 1081">
              <a:extLst>
                <a:ext uri="{FF2B5EF4-FFF2-40B4-BE49-F238E27FC236}">
                  <a16:creationId xmlns:a16="http://schemas.microsoft.com/office/drawing/2014/main" id="{E900C928-6E45-6449-A6C9-3DBE801B0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157" name="Freeform 1082">
            <a:extLst>
              <a:ext uri="{FF2B5EF4-FFF2-40B4-BE49-F238E27FC236}">
                <a16:creationId xmlns:a16="http://schemas.microsoft.com/office/drawing/2014/main" id="{1ECD1A08-63F7-2B4E-84E4-3FA628039E8F}"/>
              </a:ext>
            </a:extLst>
          </p:cNvPr>
          <p:cNvSpPr>
            <a:spLocks/>
          </p:cNvSpPr>
          <p:nvPr/>
        </p:nvSpPr>
        <p:spPr bwMode="auto">
          <a:xfrm>
            <a:off x="7045232" y="4570924"/>
            <a:ext cx="51999" cy="45797"/>
          </a:xfrm>
          <a:custGeom>
            <a:avLst/>
            <a:gdLst>
              <a:gd name="T0" fmla="*/ 1 w 990"/>
              <a:gd name="T1" fmla="*/ 2 h 792"/>
              <a:gd name="T2" fmla="*/ 1 w 990"/>
              <a:gd name="T3" fmla="*/ 0 h 792"/>
              <a:gd name="T4" fmla="*/ 1 w 990"/>
              <a:gd name="T5" fmla="*/ 1 h 792"/>
              <a:gd name="T6" fmla="*/ 0 w 990"/>
              <a:gd name="T7" fmla="*/ 2 h 792"/>
              <a:gd name="T8" fmla="*/ 1 w 990"/>
              <a:gd name="T9" fmla="*/ 2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8" name="Freeform 1083">
            <a:extLst>
              <a:ext uri="{FF2B5EF4-FFF2-40B4-BE49-F238E27FC236}">
                <a16:creationId xmlns:a16="http://schemas.microsoft.com/office/drawing/2014/main" id="{E0CE0778-AA7C-994B-8AC5-676F1A82543C}"/>
              </a:ext>
            </a:extLst>
          </p:cNvPr>
          <p:cNvSpPr>
            <a:spLocks/>
          </p:cNvSpPr>
          <p:nvPr/>
        </p:nvSpPr>
        <p:spPr bwMode="auto">
          <a:xfrm>
            <a:off x="6912524" y="4574577"/>
            <a:ext cx="133046" cy="4178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4 w 2532"/>
              <a:gd name="T5" fmla="*/ 2 h 723"/>
              <a:gd name="T6" fmla="*/ 4 w 2532"/>
              <a:gd name="T7" fmla="*/ 2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9" name="Freeform 1084">
            <a:extLst>
              <a:ext uri="{FF2B5EF4-FFF2-40B4-BE49-F238E27FC236}">
                <a16:creationId xmlns:a16="http://schemas.microsoft.com/office/drawing/2014/main" id="{D2A296F6-56E0-0141-8E63-F209F1106F23}"/>
              </a:ext>
            </a:extLst>
          </p:cNvPr>
          <p:cNvSpPr>
            <a:spLocks/>
          </p:cNvSpPr>
          <p:nvPr/>
        </p:nvSpPr>
        <p:spPr bwMode="auto">
          <a:xfrm>
            <a:off x="6912609" y="4566914"/>
            <a:ext cx="1440" cy="8465"/>
          </a:xfrm>
          <a:custGeom>
            <a:avLst/>
            <a:gdLst>
              <a:gd name="T0" fmla="*/ 1 w 26"/>
              <a:gd name="T1" fmla="*/ 1 h 147"/>
              <a:gd name="T2" fmla="*/ 1 w 26"/>
              <a:gd name="T3" fmla="*/ 1 h 147"/>
              <a:gd name="T4" fmla="*/ 0 w 26"/>
              <a:gd name="T5" fmla="*/ 1 h 147"/>
              <a:gd name="T6" fmla="*/ 1 w 26"/>
              <a:gd name="T7" fmla="*/ 0 h 147"/>
              <a:gd name="T8" fmla="*/ 1 w 26"/>
              <a:gd name="T9" fmla="*/ 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60" name="Freeform 1085">
            <a:extLst>
              <a:ext uri="{FF2B5EF4-FFF2-40B4-BE49-F238E27FC236}">
                <a16:creationId xmlns:a16="http://schemas.microsoft.com/office/drawing/2014/main" id="{06824F88-EE84-D347-A023-F053DA4B2B28}"/>
              </a:ext>
            </a:extLst>
          </p:cNvPr>
          <p:cNvSpPr>
            <a:spLocks/>
          </p:cNvSpPr>
          <p:nvPr/>
        </p:nvSpPr>
        <p:spPr bwMode="auto">
          <a:xfrm>
            <a:off x="6912694" y="4532433"/>
            <a:ext cx="61823" cy="35016"/>
          </a:xfrm>
          <a:custGeom>
            <a:avLst/>
            <a:gdLst>
              <a:gd name="T0" fmla="*/ 1 w 1176"/>
              <a:gd name="T1" fmla="*/ 0 h 606"/>
              <a:gd name="T2" fmla="*/ 0 w 1176"/>
              <a:gd name="T3" fmla="*/ 1 h 606"/>
              <a:gd name="T4" fmla="*/ 1 w 1176"/>
              <a:gd name="T5" fmla="*/ 1 h 606"/>
              <a:gd name="T6" fmla="*/ 1 w 1176"/>
              <a:gd name="T7" fmla="*/ 1 h 606"/>
              <a:gd name="T8" fmla="*/ 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61" name="Freeform 1086">
            <a:extLst>
              <a:ext uri="{FF2B5EF4-FFF2-40B4-BE49-F238E27FC236}">
                <a16:creationId xmlns:a16="http://schemas.microsoft.com/office/drawing/2014/main" id="{36F4BB90-D696-0945-AC5D-7CBFD97A9624}"/>
              </a:ext>
            </a:extLst>
          </p:cNvPr>
          <p:cNvSpPr>
            <a:spLocks/>
          </p:cNvSpPr>
          <p:nvPr/>
        </p:nvSpPr>
        <p:spPr bwMode="auto">
          <a:xfrm>
            <a:off x="6916844" y="4568696"/>
            <a:ext cx="126186" cy="40184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1 w 2532"/>
              <a:gd name="T5" fmla="*/ 1 h 723"/>
              <a:gd name="T6" fmla="*/ 1 w 2532"/>
              <a:gd name="T7" fmla="*/ 1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62" name="Freeform 1087">
            <a:extLst>
              <a:ext uri="{FF2B5EF4-FFF2-40B4-BE49-F238E27FC236}">
                <a16:creationId xmlns:a16="http://schemas.microsoft.com/office/drawing/2014/main" id="{9FC45AEE-F94E-2C41-BB56-2055DE618B24}"/>
              </a:ext>
            </a:extLst>
          </p:cNvPr>
          <p:cNvSpPr>
            <a:spLocks/>
          </p:cNvSpPr>
          <p:nvPr/>
        </p:nvSpPr>
        <p:spPr bwMode="auto">
          <a:xfrm flipV="1">
            <a:off x="7042860" y="4565845"/>
            <a:ext cx="51491" cy="41609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2 h 723"/>
              <a:gd name="T6" fmla="*/ 0 w 2532"/>
              <a:gd name="T7" fmla="*/ 2 h 723"/>
              <a:gd name="T8" fmla="*/ 0 w 2532"/>
              <a:gd name="T9" fmla="*/ 1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15432" y="4128493"/>
            <a:ext cx="259223" cy="240227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14100" y="4144597"/>
            <a:ext cx="259223" cy="240227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pic>
        <p:nvPicPr>
          <p:cNvPr id="498" name="Picture 1066" descr="laptop_keyboard">
            <a:extLst>
              <a:ext uri="{FF2B5EF4-FFF2-40B4-BE49-F238E27FC236}">
                <a16:creationId xmlns:a16="http://schemas.microsoft.com/office/drawing/2014/main" id="{2D71707C-83CA-1C4B-8508-67E56E2AD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7162565" y="4462091"/>
            <a:ext cx="195690" cy="74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9" name="Freeform 1067">
            <a:extLst>
              <a:ext uri="{FF2B5EF4-FFF2-40B4-BE49-F238E27FC236}">
                <a16:creationId xmlns:a16="http://schemas.microsoft.com/office/drawing/2014/main" id="{73F0FEB4-8393-CC4E-8318-ED16B301B6DC}"/>
              </a:ext>
            </a:extLst>
          </p:cNvPr>
          <p:cNvSpPr>
            <a:spLocks/>
          </p:cNvSpPr>
          <p:nvPr/>
        </p:nvSpPr>
        <p:spPr bwMode="auto">
          <a:xfrm>
            <a:off x="7227418" y="4389993"/>
            <a:ext cx="157511" cy="96961"/>
          </a:xfrm>
          <a:custGeom>
            <a:avLst/>
            <a:gdLst>
              <a:gd name="T0" fmla="*/ 1 w 2982"/>
              <a:gd name="T1" fmla="*/ 0 h 2442"/>
              <a:gd name="T2" fmla="*/ 0 w 2982"/>
              <a:gd name="T3" fmla="*/ 1 h 2442"/>
              <a:gd name="T4" fmla="*/ 2 w 2982"/>
              <a:gd name="T5" fmla="*/ 1 h 2442"/>
              <a:gd name="T6" fmla="*/ 2 w 2982"/>
              <a:gd name="T7" fmla="*/ 1 h 2442"/>
              <a:gd name="T8" fmla="*/ 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500" name="Picture 1068" descr="screen">
            <a:extLst>
              <a:ext uri="{FF2B5EF4-FFF2-40B4-BE49-F238E27FC236}">
                <a16:creationId xmlns:a16="http://schemas.microsoft.com/office/drawing/2014/main" id="{7FE7C88C-9EAD-8349-A46B-E909AEA65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176" y="4392487"/>
            <a:ext cx="143129" cy="88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" name="Freeform 1069">
            <a:extLst>
              <a:ext uri="{FF2B5EF4-FFF2-40B4-BE49-F238E27FC236}">
                <a16:creationId xmlns:a16="http://schemas.microsoft.com/office/drawing/2014/main" id="{0DBCF6AD-8352-3C40-B68E-0383519D20A4}"/>
              </a:ext>
            </a:extLst>
          </p:cNvPr>
          <p:cNvSpPr>
            <a:spLocks/>
          </p:cNvSpPr>
          <p:nvPr/>
        </p:nvSpPr>
        <p:spPr bwMode="auto">
          <a:xfrm>
            <a:off x="7256096" y="4387133"/>
            <a:ext cx="133453" cy="18043"/>
          </a:xfrm>
          <a:custGeom>
            <a:avLst/>
            <a:gdLst>
              <a:gd name="T0" fmla="*/ 1 w 2528"/>
              <a:gd name="T1" fmla="*/ 0 h 455"/>
              <a:gd name="T2" fmla="*/ 2 w 2528"/>
              <a:gd name="T3" fmla="*/ 1 h 455"/>
              <a:gd name="T4" fmla="*/ 2 w 2528"/>
              <a:gd name="T5" fmla="*/ 1 h 455"/>
              <a:gd name="T6" fmla="*/ 0 w 2528"/>
              <a:gd name="T7" fmla="*/ 1 h 455"/>
              <a:gd name="T8" fmla="*/ 1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2" name="Freeform 1070">
            <a:extLst>
              <a:ext uri="{FF2B5EF4-FFF2-40B4-BE49-F238E27FC236}">
                <a16:creationId xmlns:a16="http://schemas.microsoft.com/office/drawing/2014/main" id="{3C23673E-599F-5241-B844-C8F96A051D11}"/>
              </a:ext>
            </a:extLst>
          </p:cNvPr>
          <p:cNvSpPr>
            <a:spLocks/>
          </p:cNvSpPr>
          <p:nvPr/>
        </p:nvSpPr>
        <p:spPr bwMode="auto">
          <a:xfrm>
            <a:off x="7226024" y="4386987"/>
            <a:ext cx="37046" cy="75104"/>
          </a:xfrm>
          <a:custGeom>
            <a:avLst/>
            <a:gdLst>
              <a:gd name="T0" fmla="*/ 1 w 702"/>
              <a:gd name="T1" fmla="*/ 0 h 1893"/>
              <a:gd name="T2" fmla="*/ 0 w 702"/>
              <a:gd name="T3" fmla="*/ 1 h 1893"/>
              <a:gd name="T4" fmla="*/ 1 w 702"/>
              <a:gd name="T5" fmla="*/ 1 h 1893"/>
              <a:gd name="T6" fmla="*/ 1 w 702"/>
              <a:gd name="T7" fmla="*/ 1 h 1893"/>
              <a:gd name="T8" fmla="*/ 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3" name="Freeform 1071">
            <a:extLst>
              <a:ext uri="{FF2B5EF4-FFF2-40B4-BE49-F238E27FC236}">
                <a16:creationId xmlns:a16="http://schemas.microsoft.com/office/drawing/2014/main" id="{4D502A0C-8868-2C4E-B6B7-F46718640A2A}"/>
              </a:ext>
            </a:extLst>
          </p:cNvPr>
          <p:cNvSpPr>
            <a:spLocks/>
          </p:cNvSpPr>
          <p:nvPr/>
        </p:nvSpPr>
        <p:spPr bwMode="auto">
          <a:xfrm>
            <a:off x="7348667" y="4400408"/>
            <a:ext cx="39923" cy="86693"/>
          </a:xfrm>
          <a:custGeom>
            <a:avLst/>
            <a:gdLst>
              <a:gd name="T0" fmla="*/ 1 w 756"/>
              <a:gd name="T1" fmla="*/ 0 h 2184"/>
              <a:gd name="T2" fmla="*/ 1 w 756"/>
              <a:gd name="T3" fmla="*/ 1 h 2184"/>
              <a:gd name="T4" fmla="*/ 0 w 756"/>
              <a:gd name="T5" fmla="*/ 1 h 2184"/>
              <a:gd name="T6" fmla="*/ 1 w 756"/>
              <a:gd name="T7" fmla="*/ 1 h 2184"/>
              <a:gd name="T8" fmla="*/ 1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4" name="Freeform 1072">
            <a:extLst>
              <a:ext uri="{FF2B5EF4-FFF2-40B4-BE49-F238E27FC236}">
                <a16:creationId xmlns:a16="http://schemas.microsoft.com/office/drawing/2014/main" id="{154DEECF-C451-B140-A650-9DB9DCC41786}"/>
              </a:ext>
            </a:extLst>
          </p:cNvPr>
          <p:cNvSpPr>
            <a:spLocks/>
          </p:cNvSpPr>
          <p:nvPr/>
        </p:nvSpPr>
        <p:spPr bwMode="auto">
          <a:xfrm>
            <a:off x="7225587" y="4458277"/>
            <a:ext cx="146441" cy="29264"/>
          </a:xfrm>
          <a:custGeom>
            <a:avLst/>
            <a:gdLst>
              <a:gd name="T0" fmla="*/ 1 w 2773"/>
              <a:gd name="T1" fmla="*/ 0 h 738"/>
              <a:gd name="T2" fmla="*/ 0 w 2773"/>
              <a:gd name="T3" fmla="*/ 1 h 738"/>
              <a:gd name="T4" fmla="*/ 2 w 2773"/>
              <a:gd name="T5" fmla="*/ 1 h 738"/>
              <a:gd name="T6" fmla="*/ 2 w 2773"/>
              <a:gd name="T7" fmla="*/ 1 h 738"/>
              <a:gd name="T8" fmla="*/ 1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5" name="Freeform 1073">
            <a:extLst>
              <a:ext uri="{FF2B5EF4-FFF2-40B4-BE49-F238E27FC236}">
                <a16:creationId xmlns:a16="http://schemas.microsoft.com/office/drawing/2014/main" id="{61C09639-BDA6-1848-86B4-033F9F9979D9}"/>
              </a:ext>
            </a:extLst>
          </p:cNvPr>
          <p:cNvSpPr>
            <a:spLocks/>
          </p:cNvSpPr>
          <p:nvPr/>
        </p:nvSpPr>
        <p:spPr bwMode="auto">
          <a:xfrm>
            <a:off x="7353113" y="4401142"/>
            <a:ext cx="37395" cy="87059"/>
          </a:xfrm>
          <a:custGeom>
            <a:avLst/>
            <a:gdLst>
              <a:gd name="T0" fmla="*/ 2 w 637"/>
              <a:gd name="T1" fmla="*/ 0 h 1659"/>
              <a:gd name="T2" fmla="*/ 2 w 637"/>
              <a:gd name="T3" fmla="*/ 0 h 1659"/>
              <a:gd name="T4" fmla="*/ 1 w 637"/>
              <a:gd name="T5" fmla="*/ 15 h 1659"/>
              <a:gd name="T6" fmla="*/ 0 w 637"/>
              <a:gd name="T7" fmla="*/ 15 h 1659"/>
              <a:gd name="T8" fmla="*/ 2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6" name="Freeform 1074">
            <a:extLst>
              <a:ext uri="{FF2B5EF4-FFF2-40B4-BE49-F238E27FC236}">
                <a16:creationId xmlns:a16="http://schemas.microsoft.com/office/drawing/2014/main" id="{BBF9A35C-4B4A-604C-BCA3-20BC6C3D2D8B}"/>
              </a:ext>
            </a:extLst>
          </p:cNvPr>
          <p:cNvSpPr>
            <a:spLocks/>
          </p:cNvSpPr>
          <p:nvPr/>
        </p:nvSpPr>
        <p:spPr bwMode="auto">
          <a:xfrm>
            <a:off x="7225762" y="4462164"/>
            <a:ext cx="130228" cy="28898"/>
          </a:xfrm>
          <a:custGeom>
            <a:avLst/>
            <a:gdLst>
              <a:gd name="T0" fmla="*/ 0 w 2216"/>
              <a:gd name="T1" fmla="*/ 0 h 550"/>
              <a:gd name="T2" fmla="*/ 1 w 2216"/>
              <a:gd name="T3" fmla="*/ 1 h 550"/>
              <a:gd name="T4" fmla="*/ 9 w 2216"/>
              <a:gd name="T5" fmla="*/ 5 h 550"/>
              <a:gd name="T6" fmla="*/ 9 w 2216"/>
              <a:gd name="T7" fmla="*/ 4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507" name="Group 1075">
            <a:extLst>
              <a:ext uri="{FF2B5EF4-FFF2-40B4-BE49-F238E27FC236}">
                <a16:creationId xmlns:a16="http://schemas.microsoft.com/office/drawing/2014/main" id="{C228B10E-0BB1-8D40-9DB1-545E285C7600}"/>
              </a:ext>
            </a:extLst>
          </p:cNvPr>
          <p:cNvGrpSpPr>
            <a:grpSpLocks/>
          </p:cNvGrpSpPr>
          <p:nvPr/>
        </p:nvGrpSpPr>
        <p:grpSpPr bwMode="auto">
          <a:xfrm>
            <a:off x="7223583" y="4493042"/>
            <a:ext cx="44194" cy="17162"/>
            <a:chOff x="1740" y="2642"/>
            <a:chExt cx="752" cy="327"/>
          </a:xfrm>
        </p:grpSpPr>
        <p:sp>
          <p:nvSpPr>
            <p:cNvPr id="514" name="Freeform 1076">
              <a:extLst>
                <a:ext uri="{FF2B5EF4-FFF2-40B4-BE49-F238E27FC236}">
                  <a16:creationId xmlns:a16="http://schemas.microsoft.com/office/drawing/2014/main" id="{DBE93115-3362-AE4D-A30A-337520C73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5" name="Freeform 1077">
              <a:extLst>
                <a:ext uri="{FF2B5EF4-FFF2-40B4-BE49-F238E27FC236}">
                  <a16:creationId xmlns:a16="http://schemas.microsoft.com/office/drawing/2014/main" id="{E980EACA-94CF-194A-AC7A-1415DBB4C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6" name="Freeform 1078">
              <a:extLst>
                <a:ext uri="{FF2B5EF4-FFF2-40B4-BE49-F238E27FC236}">
                  <a16:creationId xmlns:a16="http://schemas.microsoft.com/office/drawing/2014/main" id="{67C8CECC-A4D3-D543-A1C2-92A3DDD60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7" name="Freeform 1079">
              <a:extLst>
                <a:ext uri="{FF2B5EF4-FFF2-40B4-BE49-F238E27FC236}">
                  <a16:creationId xmlns:a16="http://schemas.microsoft.com/office/drawing/2014/main" id="{DF7F90DA-E9FF-E64E-979A-F2C4CF6F2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8" name="Freeform 1080">
              <a:extLst>
                <a:ext uri="{FF2B5EF4-FFF2-40B4-BE49-F238E27FC236}">
                  <a16:creationId xmlns:a16="http://schemas.microsoft.com/office/drawing/2014/main" id="{1FB7CFF5-5312-6B45-B1C9-1E8019D9A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9" name="Freeform 1081">
              <a:extLst>
                <a:ext uri="{FF2B5EF4-FFF2-40B4-BE49-F238E27FC236}">
                  <a16:creationId xmlns:a16="http://schemas.microsoft.com/office/drawing/2014/main" id="{F6743163-40E8-634F-BDA5-FD850E9C9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508" name="Freeform 1082">
            <a:extLst>
              <a:ext uri="{FF2B5EF4-FFF2-40B4-BE49-F238E27FC236}">
                <a16:creationId xmlns:a16="http://schemas.microsoft.com/office/drawing/2014/main" id="{5C688E93-8024-AF4A-9FAE-F872353A70E6}"/>
              </a:ext>
            </a:extLst>
          </p:cNvPr>
          <p:cNvSpPr>
            <a:spLocks/>
          </p:cNvSpPr>
          <p:nvPr/>
        </p:nvSpPr>
        <p:spPr bwMode="auto">
          <a:xfrm>
            <a:off x="7299244" y="4495609"/>
            <a:ext cx="53521" cy="37699"/>
          </a:xfrm>
          <a:custGeom>
            <a:avLst/>
            <a:gdLst>
              <a:gd name="T0" fmla="*/ 1 w 990"/>
              <a:gd name="T1" fmla="*/ 2 h 792"/>
              <a:gd name="T2" fmla="*/ 1 w 990"/>
              <a:gd name="T3" fmla="*/ 0 h 792"/>
              <a:gd name="T4" fmla="*/ 1 w 990"/>
              <a:gd name="T5" fmla="*/ 1 h 792"/>
              <a:gd name="T6" fmla="*/ 0 w 990"/>
              <a:gd name="T7" fmla="*/ 2 h 792"/>
              <a:gd name="T8" fmla="*/ 1 w 990"/>
              <a:gd name="T9" fmla="*/ 2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9" name="Freeform 1083">
            <a:extLst>
              <a:ext uri="{FF2B5EF4-FFF2-40B4-BE49-F238E27FC236}">
                <a16:creationId xmlns:a16="http://schemas.microsoft.com/office/drawing/2014/main" id="{E2D8B864-6DD1-D042-9409-8862ACC1AADF}"/>
              </a:ext>
            </a:extLst>
          </p:cNvPr>
          <p:cNvSpPr>
            <a:spLocks/>
          </p:cNvSpPr>
          <p:nvPr/>
        </p:nvSpPr>
        <p:spPr bwMode="auto">
          <a:xfrm>
            <a:off x="7162653" y="4498616"/>
            <a:ext cx="136940" cy="3439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4 w 2532"/>
              <a:gd name="T5" fmla="*/ 2 h 723"/>
              <a:gd name="T6" fmla="*/ 4 w 2532"/>
              <a:gd name="T7" fmla="*/ 2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0" name="Freeform 1084">
            <a:extLst>
              <a:ext uri="{FF2B5EF4-FFF2-40B4-BE49-F238E27FC236}">
                <a16:creationId xmlns:a16="http://schemas.microsoft.com/office/drawing/2014/main" id="{CC7A3F9E-B0BC-2945-B124-91C53102EAF2}"/>
              </a:ext>
            </a:extLst>
          </p:cNvPr>
          <p:cNvSpPr>
            <a:spLocks/>
          </p:cNvSpPr>
          <p:nvPr/>
        </p:nvSpPr>
        <p:spPr bwMode="auto">
          <a:xfrm>
            <a:off x="7162740" y="4492308"/>
            <a:ext cx="1482" cy="6968"/>
          </a:xfrm>
          <a:custGeom>
            <a:avLst/>
            <a:gdLst>
              <a:gd name="T0" fmla="*/ 1 w 26"/>
              <a:gd name="T1" fmla="*/ 1 h 147"/>
              <a:gd name="T2" fmla="*/ 1 w 26"/>
              <a:gd name="T3" fmla="*/ 1 h 147"/>
              <a:gd name="T4" fmla="*/ 0 w 26"/>
              <a:gd name="T5" fmla="*/ 1 h 147"/>
              <a:gd name="T6" fmla="*/ 1 w 26"/>
              <a:gd name="T7" fmla="*/ 0 h 147"/>
              <a:gd name="T8" fmla="*/ 1 w 26"/>
              <a:gd name="T9" fmla="*/ 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1" name="Freeform 1085">
            <a:extLst>
              <a:ext uri="{FF2B5EF4-FFF2-40B4-BE49-F238E27FC236}">
                <a16:creationId xmlns:a16="http://schemas.microsoft.com/office/drawing/2014/main" id="{B8E20EA9-88B9-0A42-A470-7AF9E8810568}"/>
              </a:ext>
            </a:extLst>
          </p:cNvPr>
          <p:cNvSpPr>
            <a:spLocks/>
          </p:cNvSpPr>
          <p:nvPr/>
        </p:nvSpPr>
        <p:spPr bwMode="auto">
          <a:xfrm>
            <a:off x="7162828" y="4463924"/>
            <a:ext cx="63632" cy="28824"/>
          </a:xfrm>
          <a:custGeom>
            <a:avLst/>
            <a:gdLst>
              <a:gd name="T0" fmla="*/ 1 w 1176"/>
              <a:gd name="T1" fmla="*/ 0 h 606"/>
              <a:gd name="T2" fmla="*/ 0 w 1176"/>
              <a:gd name="T3" fmla="*/ 1 h 606"/>
              <a:gd name="T4" fmla="*/ 1 w 1176"/>
              <a:gd name="T5" fmla="*/ 1 h 606"/>
              <a:gd name="T6" fmla="*/ 1 w 1176"/>
              <a:gd name="T7" fmla="*/ 1 h 606"/>
              <a:gd name="T8" fmla="*/ 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2" name="Freeform 1086">
            <a:extLst>
              <a:ext uri="{FF2B5EF4-FFF2-40B4-BE49-F238E27FC236}">
                <a16:creationId xmlns:a16="http://schemas.microsoft.com/office/drawing/2014/main" id="{A9D04135-B045-A743-95D7-CA5EF36EE738}"/>
              </a:ext>
            </a:extLst>
          </p:cNvPr>
          <p:cNvSpPr>
            <a:spLocks/>
          </p:cNvSpPr>
          <p:nvPr/>
        </p:nvSpPr>
        <p:spPr bwMode="auto">
          <a:xfrm>
            <a:off x="7167098" y="4493775"/>
            <a:ext cx="129879" cy="3307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1 w 2532"/>
              <a:gd name="T5" fmla="*/ 1 h 723"/>
              <a:gd name="T6" fmla="*/ 1 w 2532"/>
              <a:gd name="T7" fmla="*/ 1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3" name="Freeform 1087">
            <a:extLst>
              <a:ext uri="{FF2B5EF4-FFF2-40B4-BE49-F238E27FC236}">
                <a16:creationId xmlns:a16="http://schemas.microsoft.com/office/drawing/2014/main" id="{C0583F57-71B7-B142-BC2A-15444A0CF4E5}"/>
              </a:ext>
            </a:extLst>
          </p:cNvPr>
          <p:cNvSpPr>
            <a:spLocks/>
          </p:cNvSpPr>
          <p:nvPr/>
        </p:nvSpPr>
        <p:spPr bwMode="auto">
          <a:xfrm flipV="1">
            <a:off x="7296804" y="4491429"/>
            <a:ext cx="52997" cy="34252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2 h 723"/>
              <a:gd name="T6" fmla="*/ 0 w 2532"/>
              <a:gd name="T7" fmla="*/ 2 h 723"/>
              <a:gd name="T8" fmla="*/ 0 w 2532"/>
              <a:gd name="T9" fmla="*/ 1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72" name="Group 983">
            <a:extLst>
              <a:ext uri="{FF2B5EF4-FFF2-40B4-BE49-F238E27FC236}">
                <a16:creationId xmlns:a16="http://schemas.microsoft.com/office/drawing/2014/main" id="{105B6396-94AE-3641-98AD-7B23024BF303}"/>
              </a:ext>
            </a:extLst>
          </p:cNvPr>
          <p:cNvGrpSpPr>
            <a:grpSpLocks/>
          </p:cNvGrpSpPr>
          <p:nvPr/>
        </p:nvGrpSpPr>
        <p:grpSpPr bwMode="auto">
          <a:xfrm>
            <a:off x="7513408" y="4227291"/>
            <a:ext cx="128588" cy="261708"/>
            <a:chOff x="4140" y="429"/>
            <a:chExt cx="1425" cy="2396"/>
          </a:xfrm>
        </p:grpSpPr>
        <p:sp>
          <p:nvSpPr>
            <p:cNvPr id="175" name="Freeform 984">
              <a:extLst>
                <a:ext uri="{FF2B5EF4-FFF2-40B4-BE49-F238E27FC236}">
                  <a16:creationId xmlns:a16="http://schemas.microsoft.com/office/drawing/2014/main" id="{69921432-2526-D74B-B1B3-EF4990D57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6" name="Rectangle 985">
              <a:extLst>
                <a:ext uri="{FF2B5EF4-FFF2-40B4-BE49-F238E27FC236}">
                  <a16:creationId xmlns:a16="http://schemas.microsoft.com/office/drawing/2014/main" id="{372674DE-08A1-7340-A835-CB738EF1A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7" name="Freeform 986">
              <a:extLst>
                <a:ext uri="{FF2B5EF4-FFF2-40B4-BE49-F238E27FC236}">
                  <a16:creationId xmlns:a16="http://schemas.microsoft.com/office/drawing/2014/main" id="{210AB56E-8E3A-464C-BA90-E5EE13DE1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8" name="Freeform 987">
              <a:extLst>
                <a:ext uri="{FF2B5EF4-FFF2-40B4-BE49-F238E27FC236}">
                  <a16:creationId xmlns:a16="http://schemas.microsoft.com/office/drawing/2014/main" id="{4B6304D8-37E4-9743-9663-D2140A337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9" name="Rectangle 988">
              <a:extLst>
                <a:ext uri="{FF2B5EF4-FFF2-40B4-BE49-F238E27FC236}">
                  <a16:creationId xmlns:a16="http://schemas.microsoft.com/office/drawing/2014/main" id="{01DA0D94-4858-4748-835A-0A295C76D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0" name="Group 989">
              <a:extLst>
                <a:ext uri="{FF2B5EF4-FFF2-40B4-BE49-F238E27FC236}">
                  <a16:creationId xmlns:a16="http://schemas.microsoft.com/office/drawing/2014/main" id="{653C7E87-1F7F-B94B-970F-8043BE6AD4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5" name="AutoShape 990">
                <a:extLst>
                  <a:ext uri="{FF2B5EF4-FFF2-40B4-BE49-F238E27FC236}">
                    <a16:creationId xmlns:a16="http://schemas.microsoft.com/office/drawing/2014/main" id="{9E8BF054-B12E-C746-9DCC-FFC0FBE11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AutoShape 991">
                <a:extLst>
                  <a:ext uri="{FF2B5EF4-FFF2-40B4-BE49-F238E27FC236}">
                    <a16:creationId xmlns:a16="http://schemas.microsoft.com/office/drawing/2014/main" id="{60A26098-3AC3-5F48-AF12-0376133BA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" name="Rectangle 992">
              <a:extLst>
                <a:ext uri="{FF2B5EF4-FFF2-40B4-BE49-F238E27FC236}">
                  <a16:creationId xmlns:a16="http://schemas.microsoft.com/office/drawing/2014/main" id="{AB0AE9A0-AEC6-B542-BAA1-AD6A9E257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2" name="Group 993">
              <a:extLst>
                <a:ext uri="{FF2B5EF4-FFF2-40B4-BE49-F238E27FC236}">
                  <a16:creationId xmlns:a16="http://schemas.microsoft.com/office/drawing/2014/main" id="{2E23BBDE-93A3-014A-8AD9-509F2B1333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03" name="AutoShape 994">
                <a:extLst>
                  <a:ext uri="{FF2B5EF4-FFF2-40B4-BE49-F238E27FC236}">
                    <a16:creationId xmlns:a16="http://schemas.microsoft.com/office/drawing/2014/main" id="{CF10A6D2-6E36-BA46-8AB3-2A153E9EC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4" name="AutoShape 995">
                <a:extLst>
                  <a:ext uri="{FF2B5EF4-FFF2-40B4-BE49-F238E27FC236}">
                    <a16:creationId xmlns:a16="http://schemas.microsoft.com/office/drawing/2014/main" id="{964D14B2-2639-5A46-B2D5-48A8B0C31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3" name="Rectangle 996">
              <a:extLst>
                <a:ext uri="{FF2B5EF4-FFF2-40B4-BE49-F238E27FC236}">
                  <a16:creationId xmlns:a16="http://schemas.microsoft.com/office/drawing/2014/main" id="{426E7337-36DD-B64A-88F7-00D5A742F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4" name="Rectangle 997">
              <a:extLst>
                <a:ext uri="{FF2B5EF4-FFF2-40B4-BE49-F238E27FC236}">
                  <a16:creationId xmlns:a16="http://schemas.microsoft.com/office/drawing/2014/main" id="{BE4D7353-7D2D-9F42-8A6A-65BAA6259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5" name="Group 998">
              <a:extLst>
                <a:ext uri="{FF2B5EF4-FFF2-40B4-BE49-F238E27FC236}">
                  <a16:creationId xmlns:a16="http://schemas.microsoft.com/office/drawing/2014/main" id="{10644FFB-BF70-614B-94F5-58CB99D12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1" name="AutoShape 999">
                <a:extLst>
                  <a:ext uri="{FF2B5EF4-FFF2-40B4-BE49-F238E27FC236}">
                    <a16:creationId xmlns:a16="http://schemas.microsoft.com/office/drawing/2014/main" id="{2EEDFBCE-8402-0442-A96B-A6412C51C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2" name="AutoShape 1000">
                <a:extLst>
                  <a:ext uri="{FF2B5EF4-FFF2-40B4-BE49-F238E27FC236}">
                    <a16:creationId xmlns:a16="http://schemas.microsoft.com/office/drawing/2014/main" id="{5BBF678C-8365-374C-8592-2F4010918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6" name="Freeform 1001">
              <a:extLst>
                <a:ext uri="{FF2B5EF4-FFF2-40B4-BE49-F238E27FC236}">
                  <a16:creationId xmlns:a16="http://schemas.microsoft.com/office/drawing/2014/main" id="{43320BBC-6D3F-CE4C-AE57-EE45F3319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187" name="Group 1002">
              <a:extLst>
                <a:ext uri="{FF2B5EF4-FFF2-40B4-BE49-F238E27FC236}">
                  <a16:creationId xmlns:a16="http://schemas.microsoft.com/office/drawing/2014/main" id="{4ED748C4-471F-B74E-9328-2437DB94B8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9" name="AutoShape 1003">
                <a:extLst>
                  <a:ext uri="{FF2B5EF4-FFF2-40B4-BE49-F238E27FC236}">
                    <a16:creationId xmlns:a16="http://schemas.microsoft.com/office/drawing/2014/main" id="{DE163CA4-FABE-9B4C-973B-7160FB0CA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0" name="AutoShape 1004">
                <a:extLst>
                  <a:ext uri="{FF2B5EF4-FFF2-40B4-BE49-F238E27FC236}">
                    <a16:creationId xmlns:a16="http://schemas.microsoft.com/office/drawing/2014/main" id="{D50A283A-2FFB-A24F-A406-2910EEA8C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8" name="Rectangle 1005">
              <a:extLst>
                <a:ext uri="{FF2B5EF4-FFF2-40B4-BE49-F238E27FC236}">
                  <a16:creationId xmlns:a16="http://schemas.microsoft.com/office/drawing/2014/main" id="{42659E43-E287-8942-BD23-94141CB4B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9" name="Freeform 1006">
              <a:extLst>
                <a:ext uri="{FF2B5EF4-FFF2-40B4-BE49-F238E27FC236}">
                  <a16:creationId xmlns:a16="http://schemas.microsoft.com/office/drawing/2014/main" id="{48DEF8E3-26E3-0E48-88EA-BAB435AE5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0" name="Freeform 1007">
              <a:extLst>
                <a:ext uri="{FF2B5EF4-FFF2-40B4-BE49-F238E27FC236}">
                  <a16:creationId xmlns:a16="http://schemas.microsoft.com/office/drawing/2014/main" id="{7869EB64-11F6-624E-9B28-6986DD9D0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1" name="Oval 1008">
              <a:extLst>
                <a:ext uri="{FF2B5EF4-FFF2-40B4-BE49-F238E27FC236}">
                  <a16:creationId xmlns:a16="http://schemas.microsoft.com/office/drawing/2014/main" id="{322E0F0C-40A1-7E43-B9BC-A271C641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2" name="Freeform 1009">
              <a:extLst>
                <a:ext uri="{FF2B5EF4-FFF2-40B4-BE49-F238E27FC236}">
                  <a16:creationId xmlns:a16="http://schemas.microsoft.com/office/drawing/2014/main" id="{2C34A91D-8DF1-DE40-8F88-B7AB2BE63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3" name="AutoShape 1010">
              <a:extLst>
                <a:ext uri="{FF2B5EF4-FFF2-40B4-BE49-F238E27FC236}">
                  <a16:creationId xmlns:a16="http://schemas.microsoft.com/office/drawing/2014/main" id="{C10585A3-5046-F44C-A720-1B5360D1A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4" name="AutoShape 1011">
              <a:extLst>
                <a:ext uri="{FF2B5EF4-FFF2-40B4-BE49-F238E27FC236}">
                  <a16:creationId xmlns:a16="http://schemas.microsoft.com/office/drawing/2014/main" id="{0F1CC371-A8A5-1146-9D54-06BA5783B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5" name="Oval 1012">
              <a:extLst>
                <a:ext uri="{FF2B5EF4-FFF2-40B4-BE49-F238E27FC236}">
                  <a16:creationId xmlns:a16="http://schemas.microsoft.com/office/drawing/2014/main" id="{165ACFDB-EB0A-EF4A-A53B-E952BF38B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6" name="Oval 1013">
              <a:extLst>
                <a:ext uri="{FF2B5EF4-FFF2-40B4-BE49-F238E27FC236}">
                  <a16:creationId xmlns:a16="http://schemas.microsoft.com/office/drawing/2014/main" id="{8E1C86F1-E8A5-AB43-9FBE-05329F11F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7" name="Oval 1014">
              <a:extLst>
                <a:ext uri="{FF2B5EF4-FFF2-40B4-BE49-F238E27FC236}">
                  <a16:creationId xmlns:a16="http://schemas.microsoft.com/office/drawing/2014/main" id="{0C189499-8A09-3E4B-B216-1DBC5D3CD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8" name="Rectangle 1015">
              <a:extLst>
                <a:ext uri="{FF2B5EF4-FFF2-40B4-BE49-F238E27FC236}">
                  <a16:creationId xmlns:a16="http://schemas.microsoft.com/office/drawing/2014/main" id="{F801E0C5-03DC-4947-89BB-24F841D73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30486" y="3960795"/>
            <a:ext cx="259223" cy="240227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4483029-0B46-154F-9CA3-FEA06875B8DB}"/>
              </a:ext>
            </a:extLst>
          </p:cNvPr>
          <p:cNvSpPr/>
          <p:nvPr/>
        </p:nvSpPr>
        <p:spPr>
          <a:xfrm>
            <a:off x="4853269" y="1088663"/>
            <a:ext cx="4019550" cy="3715971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12210B-AFA0-C747-B0D5-6E0D32FFEF07}"/>
              </a:ext>
            </a:extLst>
          </p:cNvPr>
          <p:cNvGrpSpPr/>
          <p:nvPr/>
        </p:nvGrpSpPr>
        <p:grpSpPr>
          <a:xfrm>
            <a:off x="5579306" y="1394794"/>
            <a:ext cx="3108241" cy="3095608"/>
            <a:chOff x="7439074" y="1859725"/>
            <a:chExt cx="4144321" cy="41274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DBD1858-2E40-9545-88AD-AAD37777C13D}"/>
                </a:ext>
              </a:extLst>
            </p:cNvPr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id="242" name="Picture 799" descr="cell_tower_radiation copy">
                <a:extLst>
                  <a:ext uri="{FF2B5EF4-FFF2-40B4-BE49-F238E27FC236}">
                    <a16:creationId xmlns:a16="http://schemas.microsoft.com/office/drawing/2014/main" id="{B5B28CD6-3076-384D-8180-86543C59B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9" name="Line 426">
                <a:extLst>
                  <a:ext uri="{FF2B5EF4-FFF2-40B4-BE49-F238E27FC236}">
                    <a16:creationId xmlns:a16="http://schemas.microsoft.com/office/drawing/2014/main" id="{DDAEB50C-98DD-DA43-B9C4-9AB7F9ED5B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07860" y="2700359"/>
                <a:ext cx="227964" cy="1743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241" name="Group 783">
                <a:extLst>
                  <a:ext uri="{FF2B5EF4-FFF2-40B4-BE49-F238E27FC236}">
                    <a16:creationId xmlns:a16="http://schemas.microsoft.com/office/drawing/2014/main" id="{02FEAFB4-9831-B64A-9F54-92C532E8F3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50698" y="2309376"/>
                <a:ext cx="298450" cy="464008"/>
                <a:chOff x="3130" y="3288"/>
                <a:chExt cx="410" cy="742"/>
              </a:xfrm>
            </p:grpSpPr>
            <p:sp>
              <p:nvSpPr>
                <p:cNvPr id="244" name="Line 270">
                  <a:extLst>
                    <a:ext uri="{FF2B5EF4-FFF2-40B4-BE49-F238E27FC236}">
                      <a16:creationId xmlns:a16="http://schemas.microsoft.com/office/drawing/2014/main" id="{A9300902-94F3-8949-9A54-8B95986ACB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5" name="Line 271">
                  <a:extLst>
                    <a:ext uri="{FF2B5EF4-FFF2-40B4-BE49-F238E27FC236}">
                      <a16:creationId xmlns:a16="http://schemas.microsoft.com/office/drawing/2014/main" id="{B93F32E3-8690-BD4B-B848-94E1FAAB5E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6" name="Line 272">
                  <a:extLst>
                    <a:ext uri="{FF2B5EF4-FFF2-40B4-BE49-F238E27FC236}">
                      <a16:creationId xmlns:a16="http://schemas.microsoft.com/office/drawing/2014/main" id="{AB0BEDC3-F0F0-4E42-A55F-57AC0548D5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7" name="Line 273">
                  <a:extLst>
                    <a:ext uri="{FF2B5EF4-FFF2-40B4-BE49-F238E27FC236}">
                      <a16:creationId xmlns:a16="http://schemas.microsoft.com/office/drawing/2014/main" id="{3AF299DE-8F54-D84C-B398-5B3B44C53A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8" name="Line 274">
                  <a:extLst>
                    <a:ext uri="{FF2B5EF4-FFF2-40B4-BE49-F238E27FC236}">
                      <a16:creationId xmlns:a16="http://schemas.microsoft.com/office/drawing/2014/main" id="{C2005C3C-C4BA-FD44-A127-E5C4FE594D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9" name="Line 275">
                  <a:extLst>
                    <a:ext uri="{FF2B5EF4-FFF2-40B4-BE49-F238E27FC236}">
                      <a16:creationId xmlns:a16="http://schemas.microsoft.com/office/drawing/2014/main" id="{948DF918-9246-AF45-A55F-C5B743663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0" name="Line 276">
                  <a:extLst>
                    <a:ext uri="{FF2B5EF4-FFF2-40B4-BE49-F238E27FC236}">
                      <a16:creationId xmlns:a16="http://schemas.microsoft.com/office/drawing/2014/main" id="{3D1534AB-9253-A140-B4C5-81F085C45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1" name="Line 277">
                  <a:extLst>
                    <a:ext uri="{FF2B5EF4-FFF2-40B4-BE49-F238E27FC236}">
                      <a16:creationId xmlns:a16="http://schemas.microsoft.com/office/drawing/2014/main" id="{3BA377A2-6A51-F64B-AA8B-4FB90FAA7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2" name="Line 278">
                  <a:extLst>
                    <a:ext uri="{FF2B5EF4-FFF2-40B4-BE49-F238E27FC236}">
                      <a16:creationId xmlns:a16="http://schemas.microsoft.com/office/drawing/2014/main" id="{FA310FA6-4B1E-0047-8066-8AF44673F2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3" name="Line 279">
                  <a:extLst>
                    <a:ext uri="{FF2B5EF4-FFF2-40B4-BE49-F238E27FC236}">
                      <a16:creationId xmlns:a16="http://schemas.microsoft.com/office/drawing/2014/main" id="{254B094E-F3D3-0F46-BF4E-A226644B01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4" name="Line 280">
                  <a:extLst>
                    <a:ext uri="{FF2B5EF4-FFF2-40B4-BE49-F238E27FC236}">
                      <a16:creationId xmlns:a16="http://schemas.microsoft.com/office/drawing/2014/main" id="{9805319A-9CA5-7340-811A-8DBCB5A2BA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5" name="Line 281">
                  <a:extLst>
                    <a:ext uri="{FF2B5EF4-FFF2-40B4-BE49-F238E27FC236}">
                      <a16:creationId xmlns:a16="http://schemas.microsoft.com/office/drawing/2014/main" id="{6042C4DF-7427-904B-A064-26708AF480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6" name="Line 282">
                  <a:extLst>
                    <a:ext uri="{FF2B5EF4-FFF2-40B4-BE49-F238E27FC236}">
                      <a16:creationId xmlns:a16="http://schemas.microsoft.com/office/drawing/2014/main" id="{21FF36A4-E56F-C94A-8E67-9A6E4DA844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7" name="Line 283">
                  <a:extLst>
                    <a:ext uri="{FF2B5EF4-FFF2-40B4-BE49-F238E27FC236}">
                      <a16:creationId xmlns:a16="http://schemas.microsoft.com/office/drawing/2014/main" id="{C6A0831D-FA2C-E744-8FE0-FDFDDB5FDD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8" name="Line 284">
                  <a:extLst>
                    <a:ext uri="{FF2B5EF4-FFF2-40B4-BE49-F238E27FC236}">
                      <a16:creationId xmlns:a16="http://schemas.microsoft.com/office/drawing/2014/main" id="{65548550-729A-4849-9DC4-127F8FE86B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</p:grpSp>
          <p:grpSp>
            <p:nvGrpSpPr>
              <p:cNvPr id="407" name="Group 406">
                <a:extLst>
                  <a:ext uri="{FF2B5EF4-FFF2-40B4-BE49-F238E27FC236}">
                    <a16:creationId xmlns:a16="http://schemas.microsoft.com/office/drawing/2014/main" id="{CBD7A282-C22D-714A-88F1-C7D4EDD107F8}"/>
                  </a:ext>
                </a:extLst>
              </p:cNvPr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408" name="Freeform 407">
                  <a:extLst>
                    <a:ext uri="{FF2B5EF4-FFF2-40B4-BE49-F238E27FC236}">
                      <a16:creationId xmlns:a16="http://schemas.microsoft.com/office/drawing/2014/main" id="{3C206862-9269-EE48-877D-EE261101A443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9B69A2C6-F31C-E749-B77A-1818B15E1B36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410" name="Group 409">
                  <a:extLst>
                    <a:ext uri="{FF2B5EF4-FFF2-40B4-BE49-F238E27FC236}">
                      <a16:creationId xmlns:a16="http://schemas.microsoft.com/office/drawing/2014/main" id="{08BE9AB8-F5DA-4D4A-9621-9AB05D691F0C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11" name="Freeform 410">
                    <a:extLst>
                      <a:ext uri="{FF2B5EF4-FFF2-40B4-BE49-F238E27FC236}">
                        <a16:creationId xmlns:a16="http://schemas.microsoft.com/office/drawing/2014/main" id="{56E730F0-5BB3-6446-9D5B-82D51B9EDAF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12" name="Freeform 411">
                    <a:extLst>
                      <a:ext uri="{FF2B5EF4-FFF2-40B4-BE49-F238E27FC236}">
                        <a16:creationId xmlns:a16="http://schemas.microsoft.com/office/drawing/2014/main" id="{5BA37E27-2FC6-BA43-8A97-14171CB51FDD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13" name="Freeform 412">
                    <a:extLst>
                      <a:ext uri="{FF2B5EF4-FFF2-40B4-BE49-F238E27FC236}">
                        <a16:creationId xmlns:a16="http://schemas.microsoft.com/office/drawing/2014/main" id="{CCB37CB3-304F-6144-85D0-8B420BDD0880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14" name="Freeform 413">
                    <a:extLst>
                      <a:ext uri="{FF2B5EF4-FFF2-40B4-BE49-F238E27FC236}">
                        <a16:creationId xmlns:a16="http://schemas.microsoft.com/office/drawing/2014/main" id="{BD0CA8E5-A033-834A-A402-E2EFB2FBBFC4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" name="Picture 1017" descr="antenna_stylized">
                <a:extLst>
                  <a:ext uri="{FF2B5EF4-FFF2-40B4-BE49-F238E27FC236}">
                    <a16:creationId xmlns:a16="http://schemas.microsoft.com/office/drawing/2014/main" id="{27A537F5-5D99-BF4C-9B11-E9782673F1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1" name="Picture 1017" descr="antenna_stylized">
                <a:extLst>
                  <a:ext uri="{FF2B5EF4-FFF2-40B4-BE49-F238E27FC236}">
                    <a16:creationId xmlns:a16="http://schemas.microsoft.com/office/drawing/2014/main" id="{F4E4C4C0-89A6-D74D-B25C-228CE5BC1D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" name="Picture 1017" descr="antenna_stylized">
                <a:extLst>
                  <a:ext uri="{FF2B5EF4-FFF2-40B4-BE49-F238E27FC236}">
                    <a16:creationId xmlns:a16="http://schemas.microsoft.com/office/drawing/2014/main" id="{F0886BE8-9B0B-F046-92AA-1AC818378E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C0639A7-533B-6644-A560-40B5151A7BE4}"/>
                </a:ext>
              </a:extLst>
            </p:cNvPr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id="261" name="Picture 777" descr="access_point_stylized_small">
                <a:extLst>
                  <a:ext uri="{FF2B5EF4-FFF2-40B4-BE49-F238E27FC236}">
                    <a16:creationId xmlns:a16="http://schemas.microsoft.com/office/drawing/2014/main" id="{FA9A412B-D725-D449-8707-A3626DCB48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FFCC6D2-A029-1E45-9C4D-1FF4453F0EB7}"/>
                  </a:ext>
                </a:extLst>
              </p:cNvPr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sp>
              <p:nvSpPr>
                <p:cNvPr id="33" name="Line 443">
                  <a:extLst>
                    <a:ext uri="{FF2B5EF4-FFF2-40B4-BE49-F238E27FC236}">
                      <a16:creationId xmlns:a16="http://schemas.microsoft.com/office/drawing/2014/main" id="{BCDF073B-F330-A345-A512-B85DFD399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47778" y="3829970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9" name="Line 449">
                  <a:extLst>
                    <a:ext uri="{FF2B5EF4-FFF2-40B4-BE49-F238E27FC236}">
                      <a16:creationId xmlns:a16="http://schemas.microsoft.com/office/drawing/2014/main" id="{53CD988A-3515-7242-9C29-87AF28108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57253" y="4041107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pic>
              <p:nvPicPr>
                <p:cNvPr id="262" name="Picture 778" descr="antenna_radiation_stylized">
                  <a:extLst>
                    <a:ext uri="{FF2B5EF4-FFF2-40B4-BE49-F238E27FC236}">
                      <a16:creationId xmlns:a16="http://schemas.microsoft.com/office/drawing/2014/main" id="{B73E5F98-BC74-DB47-BA02-5F29DC67572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415" name="Group 414">
                  <a:extLst>
                    <a:ext uri="{FF2B5EF4-FFF2-40B4-BE49-F238E27FC236}">
                      <a16:creationId xmlns:a16="http://schemas.microsoft.com/office/drawing/2014/main" id="{F0DE4078-0801-A244-9A82-F7502B8B24A0}"/>
                    </a:ext>
                  </a:extLst>
                </p:cNvPr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416" name="Freeform 415">
                    <a:extLst>
                      <a:ext uri="{FF2B5EF4-FFF2-40B4-BE49-F238E27FC236}">
                        <a16:creationId xmlns:a16="http://schemas.microsoft.com/office/drawing/2014/main" id="{EA784F43-D793-4342-92F3-EBC3632212A6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17" name="Oval 416">
                    <a:extLst>
                      <a:ext uri="{FF2B5EF4-FFF2-40B4-BE49-F238E27FC236}">
                        <a16:creationId xmlns:a16="http://schemas.microsoft.com/office/drawing/2014/main" id="{75841943-4184-5D4E-AAD4-8FEAC9D7330F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18" name="Group 417">
                    <a:extLst>
                      <a:ext uri="{FF2B5EF4-FFF2-40B4-BE49-F238E27FC236}">
                        <a16:creationId xmlns:a16="http://schemas.microsoft.com/office/drawing/2014/main" id="{23FBC748-DCBA-AA41-A6F7-895374D50CDF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19" name="Freeform 418">
                      <a:extLst>
                        <a:ext uri="{FF2B5EF4-FFF2-40B4-BE49-F238E27FC236}">
                          <a16:creationId xmlns:a16="http://schemas.microsoft.com/office/drawing/2014/main" id="{96DA1F2B-2063-8C40-BF46-086C20D317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20" name="Freeform 419">
                      <a:extLst>
                        <a:ext uri="{FF2B5EF4-FFF2-40B4-BE49-F238E27FC236}">
                          <a16:creationId xmlns:a16="http://schemas.microsoft.com/office/drawing/2014/main" id="{8A1EF987-02EE-DA4D-8224-02537D5034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21" name="Freeform 420">
                      <a:extLst>
                        <a:ext uri="{FF2B5EF4-FFF2-40B4-BE49-F238E27FC236}">
                          <a16:creationId xmlns:a16="http://schemas.microsoft.com/office/drawing/2014/main" id="{1FC5854A-AF8F-6841-92AD-B18DDAF1E9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22" name="Freeform 421">
                      <a:extLst>
                        <a:ext uri="{FF2B5EF4-FFF2-40B4-BE49-F238E27FC236}">
                          <a16:creationId xmlns:a16="http://schemas.microsoft.com/office/drawing/2014/main" id="{A510FA68-BEB6-B54A-A1D4-984168F857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pic>
              <p:nvPicPr>
                <p:cNvPr id="91" name="Picture 1115" descr="antenna_stylized">
                  <a:extLst>
                    <a:ext uri="{FF2B5EF4-FFF2-40B4-BE49-F238E27FC236}">
                      <a16:creationId xmlns:a16="http://schemas.microsoft.com/office/drawing/2014/main" id="{1821BC3E-6137-D844-92B9-4BA4CFF41F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1115" descr="antenna_stylized">
                  <a:extLst>
                    <a:ext uri="{FF2B5EF4-FFF2-40B4-BE49-F238E27FC236}">
                      <a16:creationId xmlns:a16="http://schemas.microsoft.com/office/drawing/2014/main" id="{C1A64F68-4D16-AE4F-AB60-09D2C0CF0E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43A22F9-CEFC-E64E-9231-138462077C83}"/>
                </a:ext>
              </a:extLst>
            </p:cNvPr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52B7B73B-1125-084D-8669-C68CC371DDC6}"/>
                  </a:ext>
                </a:extLst>
              </p:cNvPr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456" name="Freeform 455">
                  <a:extLst>
                    <a:ext uri="{FF2B5EF4-FFF2-40B4-BE49-F238E27FC236}">
                      <a16:creationId xmlns:a16="http://schemas.microsoft.com/office/drawing/2014/main" id="{3196A4F9-B139-4D4B-B210-0318216604FE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1D1C7F3A-BE45-014B-AF9C-58CA77DA029D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458" name="Group 457">
                  <a:extLst>
                    <a:ext uri="{FF2B5EF4-FFF2-40B4-BE49-F238E27FC236}">
                      <a16:creationId xmlns:a16="http://schemas.microsoft.com/office/drawing/2014/main" id="{83DFFE47-64E8-F54C-8ABC-E896DA957F0D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9" name="Freeform 458">
                    <a:extLst>
                      <a:ext uri="{FF2B5EF4-FFF2-40B4-BE49-F238E27FC236}">
                        <a16:creationId xmlns:a16="http://schemas.microsoft.com/office/drawing/2014/main" id="{2A9F0EE2-8F99-EB4D-9331-7AE3BDCBE9C6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60" name="Freeform 459">
                    <a:extLst>
                      <a:ext uri="{FF2B5EF4-FFF2-40B4-BE49-F238E27FC236}">
                        <a16:creationId xmlns:a16="http://schemas.microsoft.com/office/drawing/2014/main" id="{2E314A90-8DB8-2A49-8BB6-D51C2DAE9CF7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61" name="Freeform 460">
                    <a:extLst>
                      <a:ext uri="{FF2B5EF4-FFF2-40B4-BE49-F238E27FC236}">
                        <a16:creationId xmlns:a16="http://schemas.microsoft.com/office/drawing/2014/main" id="{7D8C0277-204E-2B4D-B954-94739B9DE720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62" name="Freeform 461">
                    <a:extLst>
                      <a:ext uri="{FF2B5EF4-FFF2-40B4-BE49-F238E27FC236}">
                        <a16:creationId xmlns:a16="http://schemas.microsoft.com/office/drawing/2014/main" id="{69955D3C-6D1B-EA40-8228-73DF01564152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710FDFDB-5658-6346-883B-53F72A0E1C90}"/>
                  </a:ext>
                </a:extLst>
              </p:cNvPr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21121473-8384-8944-A0B5-DD441780262C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11366773-360A-0449-911A-80462659C660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96" name="Picture 395" descr="server_rack.png">
                    <a:extLst>
                      <a:ext uri="{FF2B5EF4-FFF2-40B4-BE49-F238E27FC236}">
                        <a16:creationId xmlns:a16="http://schemas.microsoft.com/office/drawing/2014/main" id="{361EFF3D-6A1F-2646-B975-1FACB4284F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7" name="Picture 396" descr="server_rack.png">
                    <a:extLst>
                      <a:ext uri="{FF2B5EF4-FFF2-40B4-BE49-F238E27FC236}">
                        <a16:creationId xmlns:a16="http://schemas.microsoft.com/office/drawing/2014/main" id="{E83F8942-DE11-A747-A5A4-EDFBB17BFC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8" name="Picture 397" descr="server_rack.png">
                    <a:extLst>
                      <a:ext uri="{FF2B5EF4-FFF2-40B4-BE49-F238E27FC236}">
                        <a16:creationId xmlns:a16="http://schemas.microsoft.com/office/drawing/2014/main" id="{300ED1AC-F5EE-3C49-B963-42178C2434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94C1D3C-A4C3-8F43-933A-1DDD15B3AD09}"/>
                </a:ext>
              </a:extLst>
            </p:cNvPr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789609" y="5251739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10207" y="5117334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 dirty="0"/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59425" y="5036562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C4C54689-4DDC-6D45-8526-2BC60244FA39}"/>
                  </a:ext>
                </a:extLst>
              </p:cNvPr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sp>
              <p:nvSpPr>
                <p:cNvPr id="24" name="Line 430">
                  <a:extLst>
                    <a:ext uri="{FF2B5EF4-FFF2-40B4-BE49-F238E27FC236}">
                      <a16:creationId xmlns:a16="http://schemas.microsoft.com/office/drawing/2014/main" id="{3188928B-5976-7142-B509-B67C32631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09926" y="5405286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25" name="Line 431">
                  <a:extLst>
                    <a:ext uri="{FF2B5EF4-FFF2-40B4-BE49-F238E27FC236}">
                      <a16:creationId xmlns:a16="http://schemas.microsoft.com/office/drawing/2014/main" id="{B61C3274-819B-1A4B-9892-BC7A0AB4B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32959" y="4838517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6" name="Line 432">
                  <a:extLst>
                    <a:ext uri="{FF2B5EF4-FFF2-40B4-BE49-F238E27FC236}">
                      <a16:creationId xmlns:a16="http://schemas.microsoft.com/office/drawing/2014/main" id="{6434324A-C183-F645-84E8-7170D215D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50066" y="4838517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7" name="Line 433">
                  <a:extLst>
                    <a:ext uri="{FF2B5EF4-FFF2-40B4-BE49-F238E27FC236}">
                      <a16:creationId xmlns:a16="http://schemas.microsoft.com/office/drawing/2014/main" id="{4326369B-7050-F54A-9B61-51FBE9831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21744" y="5108876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9" name="Line 436">
                  <a:extLst>
                    <a:ext uri="{FF2B5EF4-FFF2-40B4-BE49-F238E27FC236}">
                      <a16:creationId xmlns:a16="http://schemas.microsoft.com/office/drawing/2014/main" id="{CAD2281A-59A4-DA4C-A9DC-E37CA4991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48367" y="5290470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0" name="Line 439">
                  <a:extLst>
                    <a:ext uri="{FF2B5EF4-FFF2-40B4-BE49-F238E27FC236}">
                      <a16:creationId xmlns:a16="http://schemas.microsoft.com/office/drawing/2014/main" id="{59746900-72D7-BF46-8B59-62F2A5D47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73817" y="5282252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1" name="Line 440">
                  <a:extLst>
                    <a:ext uri="{FF2B5EF4-FFF2-40B4-BE49-F238E27FC236}">
                      <a16:creationId xmlns:a16="http://schemas.microsoft.com/office/drawing/2014/main" id="{76AA107C-4028-5D4D-B986-E7C4D7058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488731" y="5307931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2" name="Line 441">
                  <a:extLst>
                    <a:ext uri="{FF2B5EF4-FFF2-40B4-BE49-F238E27FC236}">
                      <a16:creationId xmlns:a16="http://schemas.microsoft.com/office/drawing/2014/main" id="{AF797424-05E8-8345-847C-94DA81395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88731" y="5258048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528" name="Line 428">
                  <a:extLst>
                    <a:ext uri="{FF2B5EF4-FFF2-40B4-BE49-F238E27FC236}">
                      <a16:creationId xmlns:a16="http://schemas.microsoft.com/office/drawing/2014/main" id="{538963BA-E603-D94F-A908-92C50EC39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85545" y="5583471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pic>
              <p:nvPicPr>
                <p:cNvPr id="260" name="Picture 781" descr="antenna_radiation_stylized">
                  <a:extLst>
                    <a:ext uri="{FF2B5EF4-FFF2-40B4-BE49-F238E27FC236}">
                      <a16:creationId xmlns:a16="http://schemas.microsoft.com/office/drawing/2014/main" id="{5F858A2F-D0F0-7E47-8EF1-4C37898F9C1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59" name="Picture 780" descr="access_point_stylized_small">
                  <a:extLst>
                    <a:ext uri="{FF2B5EF4-FFF2-40B4-BE49-F238E27FC236}">
                      <a16:creationId xmlns:a16="http://schemas.microsoft.com/office/drawing/2014/main" id="{AC22920E-0555-BA45-9B6A-B76172153C8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471" name="Group 470">
                  <a:extLst>
                    <a:ext uri="{FF2B5EF4-FFF2-40B4-BE49-F238E27FC236}">
                      <a16:creationId xmlns:a16="http://schemas.microsoft.com/office/drawing/2014/main" id="{DE035BC7-2762-3044-BE80-C91EC827E65C}"/>
                    </a:ext>
                  </a:extLst>
                </p:cNvPr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72" name="Freeform 471">
                    <a:extLst>
                      <a:ext uri="{FF2B5EF4-FFF2-40B4-BE49-F238E27FC236}">
                        <a16:creationId xmlns:a16="http://schemas.microsoft.com/office/drawing/2014/main" id="{BEE06200-7AF9-4A43-9447-2349DCBFF947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73" name="Oval 472">
                    <a:extLst>
                      <a:ext uri="{FF2B5EF4-FFF2-40B4-BE49-F238E27FC236}">
                        <a16:creationId xmlns:a16="http://schemas.microsoft.com/office/drawing/2014/main" id="{3340A80C-5091-6D49-89E5-375F02E94864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74" name="Group 473">
                    <a:extLst>
                      <a:ext uri="{FF2B5EF4-FFF2-40B4-BE49-F238E27FC236}">
                        <a16:creationId xmlns:a16="http://schemas.microsoft.com/office/drawing/2014/main" id="{B2821126-95C5-B044-AEBC-BA333FAF6B2D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75" name="Freeform 474">
                      <a:extLst>
                        <a:ext uri="{FF2B5EF4-FFF2-40B4-BE49-F238E27FC236}">
                          <a16:creationId xmlns:a16="http://schemas.microsoft.com/office/drawing/2014/main" id="{B76A81D4-5DC8-C241-B209-B819BC6D7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6" name="Freeform 475">
                      <a:extLst>
                        <a:ext uri="{FF2B5EF4-FFF2-40B4-BE49-F238E27FC236}">
                          <a16:creationId xmlns:a16="http://schemas.microsoft.com/office/drawing/2014/main" id="{6F6ED06A-086C-754C-BE82-59E2830CF0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7" name="Freeform 476">
                      <a:extLst>
                        <a:ext uri="{FF2B5EF4-FFF2-40B4-BE49-F238E27FC236}">
                          <a16:creationId xmlns:a16="http://schemas.microsoft.com/office/drawing/2014/main" id="{A32340AB-4CC3-5442-987B-A47EF2040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8" name="Freeform 477">
                      <a:extLst>
                        <a:ext uri="{FF2B5EF4-FFF2-40B4-BE49-F238E27FC236}">
                          <a16:creationId xmlns:a16="http://schemas.microsoft.com/office/drawing/2014/main" id="{AC0AB71B-FD2B-9C4A-AE22-B586FC3356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520" name="Group 519">
                  <a:extLst>
                    <a:ext uri="{FF2B5EF4-FFF2-40B4-BE49-F238E27FC236}">
                      <a16:creationId xmlns:a16="http://schemas.microsoft.com/office/drawing/2014/main" id="{60B6F784-668B-5D4B-A622-66CCE6350B84}"/>
                    </a:ext>
                  </a:extLst>
                </p:cNvPr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21" name="Rectangle 520">
                    <a:extLst>
                      <a:ext uri="{FF2B5EF4-FFF2-40B4-BE49-F238E27FC236}">
                        <a16:creationId xmlns:a16="http://schemas.microsoft.com/office/drawing/2014/main" id="{275B9F34-60F1-4A43-AAD4-D58802DAAC8F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522" name="Freeform 521">
                    <a:extLst>
                      <a:ext uri="{FF2B5EF4-FFF2-40B4-BE49-F238E27FC236}">
                        <a16:creationId xmlns:a16="http://schemas.microsoft.com/office/drawing/2014/main" id="{778A1510-2C69-F848-B6B3-6C73FF163690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grpSp>
                <p:nvGrpSpPr>
                  <p:cNvPr id="523" name="Group 522">
                    <a:extLst>
                      <a:ext uri="{FF2B5EF4-FFF2-40B4-BE49-F238E27FC236}">
                        <a16:creationId xmlns:a16="http://schemas.microsoft.com/office/drawing/2014/main" id="{85BFF772-B3A6-F548-BDE0-8AEB95F33FBE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24" name="Freeform 523">
                      <a:extLst>
                        <a:ext uri="{FF2B5EF4-FFF2-40B4-BE49-F238E27FC236}">
                          <a16:creationId xmlns:a16="http://schemas.microsoft.com/office/drawing/2014/main" id="{B37A32DB-8119-5447-A58C-87AD1FDF0E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25" name="Freeform 524">
                      <a:extLst>
                        <a:ext uri="{FF2B5EF4-FFF2-40B4-BE49-F238E27FC236}">
                          <a16:creationId xmlns:a16="http://schemas.microsoft.com/office/drawing/2014/main" id="{58EF4D92-6D83-864D-92A9-A126405368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26" name="Freeform 525">
                      <a:extLst>
                        <a:ext uri="{FF2B5EF4-FFF2-40B4-BE49-F238E27FC236}">
                          <a16:creationId xmlns:a16="http://schemas.microsoft.com/office/drawing/2014/main" id="{79E03014-7882-0546-B7FE-50715AB535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27" name="Freeform 526">
                      <a:extLst>
                        <a:ext uri="{FF2B5EF4-FFF2-40B4-BE49-F238E27FC236}">
                          <a16:creationId xmlns:a16="http://schemas.microsoft.com/office/drawing/2014/main" id="{530508B2-B7B9-B347-8151-5F7967C6BE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479" name="Group 478">
                  <a:extLst>
                    <a:ext uri="{FF2B5EF4-FFF2-40B4-BE49-F238E27FC236}">
                      <a16:creationId xmlns:a16="http://schemas.microsoft.com/office/drawing/2014/main" id="{11A03BFE-097D-3B42-AA2B-11FFEA70FF5B}"/>
                    </a:ext>
                  </a:extLst>
                </p:cNvPr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80" name="Freeform 479">
                    <a:extLst>
                      <a:ext uri="{FF2B5EF4-FFF2-40B4-BE49-F238E27FC236}">
                        <a16:creationId xmlns:a16="http://schemas.microsoft.com/office/drawing/2014/main" id="{89B10910-D4AF-3246-860A-25F1D908938B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81" name="Oval 480">
                    <a:extLst>
                      <a:ext uri="{FF2B5EF4-FFF2-40B4-BE49-F238E27FC236}">
                        <a16:creationId xmlns:a16="http://schemas.microsoft.com/office/drawing/2014/main" id="{F9BAB47F-DDD3-BE44-9A9E-FC2F67051936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82" name="Group 481">
                    <a:extLst>
                      <a:ext uri="{FF2B5EF4-FFF2-40B4-BE49-F238E27FC236}">
                        <a16:creationId xmlns:a16="http://schemas.microsoft.com/office/drawing/2014/main" id="{753018A5-48AB-6D40-BB99-E6281192F8DD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83" name="Freeform 482">
                      <a:extLst>
                        <a:ext uri="{FF2B5EF4-FFF2-40B4-BE49-F238E27FC236}">
                          <a16:creationId xmlns:a16="http://schemas.microsoft.com/office/drawing/2014/main" id="{BD7DB5A0-40AC-504F-93F8-89A5617E2A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84" name="Freeform 483">
                      <a:extLst>
                        <a:ext uri="{FF2B5EF4-FFF2-40B4-BE49-F238E27FC236}">
                          <a16:creationId xmlns:a16="http://schemas.microsoft.com/office/drawing/2014/main" id="{DBEBB83D-40BF-8849-BAAA-59AB22EA08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85" name="Freeform 484">
                      <a:extLst>
                        <a:ext uri="{FF2B5EF4-FFF2-40B4-BE49-F238E27FC236}">
                          <a16:creationId xmlns:a16="http://schemas.microsoft.com/office/drawing/2014/main" id="{18930CC0-2525-0C49-9555-463122A4F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86" name="Freeform 485">
                      <a:extLst>
                        <a:ext uri="{FF2B5EF4-FFF2-40B4-BE49-F238E27FC236}">
                          <a16:creationId xmlns:a16="http://schemas.microsoft.com/office/drawing/2014/main" id="{0C651989-7B8A-F043-A1B6-F47D8764FC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529" name="Group 528">
                  <a:extLst>
                    <a:ext uri="{FF2B5EF4-FFF2-40B4-BE49-F238E27FC236}">
                      <a16:creationId xmlns:a16="http://schemas.microsoft.com/office/drawing/2014/main" id="{DE45D3AB-47E3-364E-81D6-324D69CE101C}"/>
                    </a:ext>
                  </a:extLst>
                </p:cNvPr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30" name="Rectangle 529">
                    <a:extLst>
                      <a:ext uri="{FF2B5EF4-FFF2-40B4-BE49-F238E27FC236}">
                        <a16:creationId xmlns:a16="http://schemas.microsoft.com/office/drawing/2014/main" id="{72425686-3D93-0646-A923-6ADF75485CDC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531" name="Freeform 530">
                    <a:extLst>
                      <a:ext uri="{FF2B5EF4-FFF2-40B4-BE49-F238E27FC236}">
                        <a16:creationId xmlns:a16="http://schemas.microsoft.com/office/drawing/2014/main" id="{6ADFF160-CF04-7049-A6D4-1C789FDD39AE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grpSp>
                <p:nvGrpSpPr>
                  <p:cNvPr id="532" name="Group 531">
                    <a:extLst>
                      <a:ext uri="{FF2B5EF4-FFF2-40B4-BE49-F238E27FC236}">
                        <a16:creationId xmlns:a16="http://schemas.microsoft.com/office/drawing/2014/main" id="{AFDD9D33-8D17-F840-A9A5-3807DD3BA314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33" name="Freeform 532">
                      <a:extLst>
                        <a:ext uri="{FF2B5EF4-FFF2-40B4-BE49-F238E27FC236}">
                          <a16:creationId xmlns:a16="http://schemas.microsoft.com/office/drawing/2014/main" id="{3AF3452D-972F-6944-8123-ECA4288786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34" name="Freeform 533">
                      <a:extLst>
                        <a:ext uri="{FF2B5EF4-FFF2-40B4-BE49-F238E27FC236}">
                          <a16:creationId xmlns:a16="http://schemas.microsoft.com/office/drawing/2014/main" id="{BA43E42C-CD9B-1744-BEEC-9E664114AC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35" name="Freeform 534">
                      <a:extLst>
                        <a:ext uri="{FF2B5EF4-FFF2-40B4-BE49-F238E27FC236}">
                          <a16:creationId xmlns:a16="http://schemas.microsoft.com/office/drawing/2014/main" id="{42EF7BB0-4257-F646-805E-AFBA92B62F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36" name="Freeform 535">
                      <a:extLst>
                        <a:ext uri="{FF2B5EF4-FFF2-40B4-BE49-F238E27FC236}">
                          <a16:creationId xmlns:a16="http://schemas.microsoft.com/office/drawing/2014/main" id="{95AEC175-56C0-C14B-9DC5-693400B124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463" name="Group 462">
                  <a:extLst>
                    <a:ext uri="{FF2B5EF4-FFF2-40B4-BE49-F238E27FC236}">
                      <a16:creationId xmlns:a16="http://schemas.microsoft.com/office/drawing/2014/main" id="{A8C4B740-B92E-8942-8EF4-347710C32F2C}"/>
                    </a:ext>
                  </a:extLst>
                </p:cNvPr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64" name="Freeform 463">
                    <a:extLst>
                      <a:ext uri="{FF2B5EF4-FFF2-40B4-BE49-F238E27FC236}">
                        <a16:creationId xmlns:a16="http://schemas.microsoft.com/office/drawing/2014/main" id="{71A9C1C2-E4A0-D74C-8C05-2AD307E7B3ED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65" name="Oval 464">
                    <a:extLst>
                      <a:ext uri="{FF2B5EF4-FFF2-40B4-BE49-F238E27FC236}">
                        <a16:creationId xmlns:a16="http://schemas.microsoft.com/office/drawing/2014/main" id="{0F366A03-D9E7-9F45-99D3-1CAC10EE2C74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66" name="Group 465">
                    <a:extLst>
                      <a:ext uri="{FF2B5EF4-FFF2-40B4-BE49-F238E27FC236}">
                        <a16:creationId xmlns:a16="http://schemas.microsoft.com/office/drawing/2014/main" id="{10CB8A50-A713-2549-9F44-B792D2C30CA4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67" name="Freeform 466">
                      <a:extLst>
                        <a:ext uri="{FF2B5EF4-FFF2-40B4-BE49-F238E27FC236}">
                          <a16:creationId xmlns:a16="http://schemas.microsoft.com/office/drawing/2014/main" id="{DC4E3153-8354-1145-82FC-C287EF5FE6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68" name="Freeform 467">
                      <a:extLst>
                        <a:ext uri="{FF2B5EF4-FFF2-40B4-BE49-F238E27FC236}">
                          <a16:creationId xmlns:a16="http://schemas.microsoft.com/office/drawing/2014/main" id="{99B3C81B-87BA-1A4F-BCAD-DF0EF9C582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69" name="Freeform 468">
                      <a:extLst>
                        <a:ext uri="{FF2B5EF4-FFF2-40B4-BE49-F238E27FC236}">
                          <a16:creationId xmlns:a16="http://schemas.microsoft.com/office/drawing/2014/main" id="{DEEA64E4-A29A-E742-B32E-C111E6BF42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0" name="Freeform 469">
                      <a:extLst>
                        <a:ext uri="{FF2B5EF4-FFF2-40B4-BE49-F238E27FC236}">
                          <a16:creationId xmlns:a16="http://schemas.microsoft.com/office/drawing/2014/main" id="{43676372-2E7B-9445-80AD-B31686FE67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pic>
              <p:nvPicPr>
                <p:cNvPr id="146" name="Picture 1065" descr="antenna_stylized">
                  <a:extLst>
                    <a:ext uri="{FF2B5EF4-FFF2-40B4-BE49-F238E27FC236}">
                      <a16:creationId xmlns:a16="http://schemas.microsoft.com/office/drawing/2014/main" id="{EC1E8FF9-A5AB-904A-91B8-DF493826053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97" name="Picture 1065" descr="antenna_stylized">
                  <a:extLst>
                    <a:ext uri="{FF2B5EF4-FFF2-40B4-BE49-F238E27FC236}">
                      <a16:creationId xmlns:a16="http://schemas.microsoft.com/office/drawing/2014/main" id="{87938519-94DB-D545-A29A-7EDE5E412B2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A6A6CC5-7ABD-A145-ADF0-F2AD445BC11E}"/>
                </a:ext>
              </a:extLst>
            </p:cNvPr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433FEDDB-405E-DB4E-815F-55EE9E62EF1A}"/>
                  </a:ext>
                </a:extLst>
              </p:cNvPr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1D164102-BE0D-AF40-9A7B-7F2B261B2C20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8" name="Group 377">
                  <a:extLst>
                    <a:ext uri="{FF2B5EF4-FFF2-40B4-BE49-F238E27FC236}">
                      <a16:creationId xmlns:a16="http://schemas.microsoft.com/office/drawing/2014/main" id="{9018E7EF-EB96-424D-962A-FEB80B43946F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79" name="Picture 378" descr="server_rack.png">
                    <a:extLst>
                      <a:ext uri="{FF2B5EF4-FFF2-40B4-BE49-F238E27FC236}">
                        <a16:creationId xmlns:a16="http://schemas.microsoft.com/office/drawing/2014/main" id="{C865CB27-BCE1-654B-9519-9B39D4CB58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0" name="Picture 379" descr="server_rack.png">
                    <a:extLst>
                      <a:ext uri="{FF2B5EF4-FFF2-40B4-BE49-F238E27FC236}">
                        <a16:creationId xmlns:a16="http://schemas.microsoft.com/office/drawing/2014/main" id="{41D005B5-0BAE-3E48-A2D4-576E4F7B94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1" name="Picture 380" descr="server_rack.png">
                    <a:extLst>
                      <a:ext uri="{FF2B5EF4-FFF2-40B4-BE49-F238E27FC236}">
                        <a16:creationId xmlns:a16="http://schemas.microsoft.com/office/drawing/2014/main" id="{89060F4D-6C40-724C-BD1E-F12A5CA65D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447" name="Group 446">
                <a:extLst>
                  <a:ext uri="{FF2B5EF4-FFF2-40B4-BE49-F238E27FC236}">
                    <a16:creationId xmlns:a16="http://schemas.microsoft.com/office/drawing/2014/main" id="{314E0C43-2359-9440-BEF9-9E1924BED605}"/>
                  </a:ext>
                </a:extLst>
              </p:cNvPr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448" name="Freeform 447">
                  <a:extLst>
                    <a:ext uri="{FF2B5EF4-FFF2-40B4-BE49-F238E27FC236}">
                      <a16:creationId xmlns:a16="http://schemas.microsoft.com/office/drawing/2014/main" id="{9737FFD7-2DCB-A148-A405-977351501C2B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9739DB09-38E5-A347-93BF-13C80AD84539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450" name="Group 449">
                  <a:extLst>
                    <a:ext uri="{FF2B5EF4-FFF2-40B4-BE49-F238E27FC236}">
                      <a16:creationId xmlns:a16="http://schemas.microsoft.com/office/drawing/2014/main" id="{04079280-378E-384D-9681-BF41B82BF6CB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1" name="Freeform 450">
                    <a:extLst>
                      <a:ext uri="{FF2B5EF4-FFF2-40B4-BE49-F238E27FC236}">
                        <a16:creationId xmlns:a16="http://schemas.microsoft.com/office/drawing/2014/main" id="{914AA044-3657-1448-A5E9-2F003DC03F6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52" name="Freeform 451">
                    <a:extLst>
                      <a:ext uri="{FF2B5EF4-FFF2-40B4-BE49-F238E27FC236}">
                        <a16:creationId xmlns:a16="http://schemas.microsoft.com/office/drawing/2014/main" id="{29FDF0B8-7E9A-1F4D-8C99-CE1C68A134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53" name="Freeform 452">
                    <a:extLst>
                      <a:ext uri="{FF2B5EF4-FFF2-40B4-BE49-F238E27FC236}">
                        <a16:creationId xmlns:a16="http://schemas.microsoft.com/office/drawing/2014/main" id="{49A96193-2E73-4C43-843C-2C8C4DCEE478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54" name="Freeform 453">
                    <a:extLst>
                      <a:ext uri="{FF2B5EF4-FFF2-40B4-BE49-F238E27FC236}">
                        <a16:creationId xmlns:a16="http://schemas.microsoft.com/office/drawing/2014/main" id="{F5358318-953E-E249-9021-E0B5DF66E3B3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4D09F97-D3D9-764B-B75B-ED7B4816D5B9}"/>
              </a:ext>
            </a:extLst>
          </p:cNvPr>
          <p:cNvGrpSpPr/>
          <p:nvPr/>
        </p:nvGrpSpPr>
        <p:grpSpPr>
          <a:xfrm>
            <a:off x="5535360" y="1348985"/>
            <a:ext cx="3242236" cy="2905835"/>
            <a:chOff x="11448552" y="1676017"/>
            <a:chExt cx="4322981" cy="3874447"/>
          </a:xfrm>
        </p:grpSpPr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8000236D-4FCB-8E42-8443-B60A47AB111C}"/>
                </a:ext>
              </a:extLst>
            </p:cNvPr>
            <p:cNvSpPr/>
            <p:nvPr/>
          </p:nvSpPr>
          <p:spPr>
            <a:xfrm>
              <a:off x="11548524" y="3627656"/>
              <a:ext cx="1007401" cy="448210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D2A0E321-E076-5E4B-B83B-757AFB1A4CEA}"/>
                </a:ext>
              </a:extLst>
            </p:cNvPr>
            <p:cNvSpPr/>
            <p:nvPr/>
          </p:nvSpPr>
          <p:spPr>
            <a:xfrm rot="1622536">
              <a:off x="12634901" y="5270789"/>
              <a:ext cx="887739" cy="161724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13" name="Oval 612">
              <a:extLst>
                <a:ext uri="{FF2B5EF4-FFF2-40B4-BE49-F238E27FC236}">
                  <a16:creationId xmlns:a16="http://schemas.microsoft.com/office/drawing/2014/main" id="{651092E3-127F-B747-AC6B-A506BBC80C9F}"/>
                </a:ext>
              </a:extLst>
            </p:cNvPr>
            <p:cNvSpPr/>
            <p:nvPr/>
          </p:nvSpPr>
          <p:spPr>
            <a:xfrm>
              <a:off x="12775958" y="1847944"/>
              <a:ext cx="473396" cy="24421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3" name="Oval 632">
              <a:extLst>
                <a:ext uri="{FF2B5EF4-FFF2-40B4-BE49-F238E27FC236}">
                  <a16:creationId xmlns:a16="http://schemas.microsoft.com/office/drawing/2014/main" id="{C302BF23-8204-FB46-A78D-495CB59FC0FB}"/>
                </a:ext>
              </a:extLst>
            </p:cNvPr>
            <p:cNvSpPr/>
            <p:nvPr/>
          </p:nvSpPr>
          <p:spPr>
            <a:xfrm>
              <a:off x="12669374" y="4563454"/>
              <a:ext cx="1698836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12239699" y="4881027"/>
              <a:ext cx="660040" cy="553827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6" name="Oval 635">
              <a:extLst>
                <a:ext uri="{FF2B5EF4-FFF2-40B4-BE49-F238E27FC236}">
                  <a16:creationId xmlns:a16="http://schemas.microsoft.com/office/drawing/2014/main" id="{33196CF4-E8B7-C748-AEBE-BE1C069588D5}"/>
                </a:ext>
              </a:extLst>
            </p:cNvPr>
            <p:cNvSpPr/>
            <p:nvPr/>
          </p:nvSpPr>
          <p:spPr>
            <a:xfrm>
              <a:off x="12638017" y="2106713"/>
              <a:ext cx="503074" cy="24332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7" name="Oval 636">
              <a:extLst>
                <a:ext uri="{FF2B5EF4-FFF2-40B4-BE49-F238E27FC236}">
                  <a16:creationId xmlns:a16="http://schemas.microsoft.com/office/drawing/2014/main" id="{B8AA2F12-9606-F944-8D71-78704F4F02AC}"/>
                </a:ext>
              </a:extLst>
            </p:cNvPr>
            <p:cNvSpPr/>
            <p:nvPr/>
          </p:nvSpPr>
          <p:spPr>
            <a:xfrm>
              <a:off x="13837524" y="5040395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C1E7801D-A747-164C-BE12-1FDEB3DFE743}"/>
                </a:ext>
              </a:extLst>
            </p:cNvPr>
            <p:cNvSpPr/>
            <p:nvPr/>
          </p:nvSpPr>
          <p:spPr>
            <a:xfrm rot="2528345">
              <a:off x="12297976" y="2504847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9" name="Oval 638">
              <a:extLst>
                <a:ext uri="{FF2B5EF4-FFF2-40B4-BE49-F238E27FC236}">
                  <a16:creationId xmlns:a16="http://schemas.microsoft.com/office/drawing/2014/main" id="{DF73A1CD-668E-B544-868D-FCFA8CE79DB9}"/>
                </a:ext>
              </a:extLst>
            </p:cNvPr>
            <p:cNvSpPr/>
            <p:nvPr/>
          </p:nvSpPr>
          <p:spPr>
            <a:xfrm>
              <a:off x="11972286" y="1972003"/>
              <a:ext cx="612303" cy="754264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500940CE-3A4B-8544-8F75-20D608AFFFB0}"/>
                </a:ext>
              </a:extLst>
            </p:cNvPr>
            <p:cNvSpPr/>
            <p:nvPr/>
          </p:nvSpPr>
          <p:spPr>
            <a:xfrm>
              <a:off x="11792971" y="1676017"/>
              <a:ext cx="473396" cy="24421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E74C110B-4F40-B84E-93CB-C30BF30DDED9}"/>
                </a:ext>
              </a:extLst>
            </p:cNvPr>
            <p:cNvSpPr/>
            <p:nvPr/>
          </p:nvSpPr>
          <p:spPr>
            <a:xfrm>
              <a:off x="11448552" y="2167072"/>
              <a:ext cx="473396" cy="24421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75" name="Oval 574">
              <a:extLst>
                <a:ext uri="{FF2B5EF4-FFF2-40B4-BE49-F238E27FC236}">
                  <a16:creationId xmlns:a16="http://schemas.microsoft.com/office/drawing/2014/main" id="{2CC4CBCD-9D3E-664B-9A59-A12E27F46392}"/>
                </a:ext>
              </a:extLst>
            </p:cNvPr>
            <p:cNvSpPr/>
            <p:nvPr/>
          </p:nvSpPr>
          <p:spPr>
            <a:xfrm>
              <a:off x="11807613" y="3089587"/>
              <a:ext cx="473396" cy="24421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76" name="Oval 575">
              <a:extLst>
                <a:ext uri="{FF2B5EF4-FFF2-40B4-BE49-F238E27FC236}">
                  <a16:creationId xmlns:a16="http://schemas.microsoft.com/office/drawing/2014/main" id="{F26C818D-F631-C04E-9F69-A6D978B05150}"/>
                </a:ext>
              </a:extLst>
            </p:cNvPr>
            <p:cNvSpPr/>
            <p:nvPr/>
          </p:nvSpPr>
          <p:spPr>
            <a:xfrm>
              <a:off x="11461856" y="3203435"/>
              <a:ext cx="473396" cy="24421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67287325-A3CF-3F47-9A8A-8C7EE2AD7C46}"/>
                </a:ext>
              </a:extLst>
            </p:cNvPr>
            <p:cNvSpPr/>
            <p:nvPr/>
          </p:nvSpPr>
          <p:spPr>
            <a:xfrm>
              <a:off x="14880961" y="3246013"/>
              <a:ext cx="81304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41" name="Oval 640">
              <a:extLst>
                <a:ext uri="{FF2B5EF4-FFF2-40B4-BE49-F238E27FC236}">
                  <a16:creationId xmlns:a16="http://schemas.microsoft.com/office/drawing/2014/main" id="{0F5FBC8A-7824-B94D-A922-EFEF1B35EA37}"/>
                </a:ext>
              </a:extLst>
            </p:cNvPr>
            <p:cNvSpPr/>
            <p:nvPr/>
          </p:nvSpPr>
          <p:spPr>
            <a:xfrm>
              <a:off x="14958490" y="4026029"/>
              <a:ext cx="81304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642" name="Content Placeholder 2">
            <a:extLst>
              <a:ext uri="{FF2B5EF4-FFF2-40B4-BE49-F238E27FC236}">
                <a16:creationId xmlns:a16="http://schemas.microsoft.com/office/drawing/2014/main" id="{42E83185-879F-5940-902F-C059E5776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9464" y="1068002"/>
            <a:ext cx="4367923" cy="1976413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450"/>
              </a:spcBef>
              <a:buNone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Q: How to connect end systems to edge router?</a:t>
            </a:r>
          </a:p>
          <a:p>
            <a:pPr>
              <a:spcBef>
                <a:spcPts val="450"/>
              </a:spcBef>
              <a:buSzPct val="75000"/>
            </a:pPr>
            <a:r>
              <a:rPr lang="en-US" altLang="en-US" sz="1800" dirty="0">
                <a:ea typeface="ＭＳ Ｐゴシック" panose="020B0600070205080204" pitchFamily="34" charset="-128"/>
              </a:rPr>
              <a:t>residential access nets</a:t>
            </a:r>
          </a:p>
          <a:p>
            <a:pPr>
              <a:spcBef>
                <a:spcPts val="450"/>
              </a:spcBef>
              <a:buSzPct val="75000"/>
            </a:pPr>
            <a:r>
              <a:rPr lang="en-US" altLang="en-US" sz="1800" dirty="0">
                <a:ea typeface="ＭＳ Ｐゴシック" panose="020B0600070205080204" pitchFamily="34" charset="-128"/>
              </a:rPr>
              <a:t>institutional access networks (school, company)</a:t>
            </a:r>
          </a:p>
          <a:p>
            <a:pPr>
              <a:spcBef>
                <a:spcPts val="450"/>
              </a:spcBef>
              <a:spcAft>
                <a:spcPct val="30000"/>
              </a:spcAft>
              <a:buSzPct val="75000"/>
            </a:pPr>
            <a:r>
              <a:rPr lang="en-US" altLang="en-US" sz="1800" dirty="0">
                <a:ea typeface="ＭＳ Ｐゴシック" panose="020B0600070205080204" pitchFamily="34" charset="-128"/>
              </a:rPr>
              <a:t>mobile access networks (</a:t>
            </a:r>
            <a:r>
              <a:rPr lang="en-US" altLang="en-US" sz="1800" dirty="0" err="1">
                <a:ea typeface="ＭＳ Ｐゴシック" panose="020B0600070205080204" pitchFamily="34" charset="-128"/>
              </a:rPr>
              <a:t>WiFi</a:t>
            </a:r>
            <a:r>
              <a:rPr lang="en-US" altLang="en-US" sz="1800" dirty="0">
                <a:ea typeface="ＭＳ Ｐゴシック" panose="020B0600070205080204" pitchFamily="34" charset="-128"/>
              </a:rPr>
              <a:t>, 4G/5G)</a:t>
            </a:r>
            <a:endParaRPr lang="en-US" altLang="en-US" sz="18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marL="130969" indent="0">
              <a:buSzPct val="75000"/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96" name="Content Placeholder 2">
            <a:extLst>
              <a:ext uri="{FF2B5EF4-FFF2-40B4-BE49-F238E27FC236}">
                <a16:creationId xmlns:a16="http://schemas.microsoft.com/office/drawing/2014/main" id="{75FB7291-DE91-BB43-84BC-D0298124FC57}"/>
              </a:ext>
            </a:extLst>
          </p:cNvPr>
          <p:cNvSpPr txBox="1">
            <a:spLocks/>
          </p:cNvSpPr>
          <p:nvPr/>
        </p:nvSpPr>
        <p:spPr>
          <a:xfrm>
            <a:off x="569668" y="3115711"/>
            <a:ext cx="4871981" cy="114347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What to look for: </a:t>
            </a:r>
          </a:p>
          <a:p>
            <a:pPr>
              <a:buSzPct val="75000"/>
            </a:pPr>
            <a:r>
              <a:rPr lang="en-US" altLang="en-US" sz="1800" dirty="0">
                <a:ea typeface="ＭＳ Ｐゴシック" panose="020B0600070205080204" pitchFamily="34" charset="-128"/>
              </a:rPr>
              <a:t>transmission rate  (bits per second) of access network?</a:t>
            </a:r>
          </a:p>
          <a:p>
            <a:pPr>
              <a:buSzPct val="75000"/>
            </a:pPr>
            <a:r>
              <a:rPr lang="en-US" altLang="en-US" sz="1800" dirty="0">
                <a:ea typeface="ＭＳ Ｐゴシック" panose="020B0600070205080204" pitchFamily="34" charset="-128"/>
              </a:rPr>
              <a:t>shared or dedicated access among users?</a:t>
            </a:r>
          </a:p>
          <a:p>
            <a:pPr marL="130969" indent="0">
              <a:buSzPct val="75000"/>
              <a:buNone/>
            </a:pPr>
            <a:endParaRPr lang="en-US" altLang="en-US" sz="2100" dirty="0"/>
          </a:p>
          <a:p>
            <a:endParaRPr lang="en-US" sz="2100" dirty="0"/>
          </a:p>
        </p:txBody>
      </p:sp>
      <p:sp>
        <p:nvSpPr>
          <p:cNvPr id="6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6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20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FE7365B-0CF2-6D4E-8662-17C5789974A9}"/>
              </a:ext>
            </a:extLst>
          </p:cNvPr>
          <p:cNvGrpSpPr/>
          <p:nvPr/>
        </p:nvGrpSpPr>
        <p:grpSpPr>
          <a:xfrm>
            <a:off x="5058760" y="2210560"/>
            <a:ext cx="1643498" cy="860822"/>
            <a:chOff x="6634372" y="2940623"/>
            <a:chExt cx="2191330" cy="1147763"/>
          </a:xfrm>
        </p:grpSpPr>
        <p:sp>
          <p:nvSpPr>
            <p:cNvPr id="158" name="Freeform 129">
              <a:extLst>
                <a:ext uri="{FF2B5EF4-FFF2-40B4-BE49-F238E27FC236}">
                  <a16:creationId xmlns:a16="http://schemas.microsoft.com/office/drawing/2014/main" id="{40DE505F-8692-0345-9DB0-E86A6C74F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372" y="2940623"/>
              <a:ext cx="2178050" cy="1147763"/>
            </a:xfrm>
            <a:custGeom>
              <a:avLst/>
              <a:gdLst>
                <a:gd name="T0" fmla="*/ 1509012 w 765"/>
                <a:gd name="T1" fmla="*/ 5729 h 459"/>
                <a:gd name="T2" fmla="*/ 1027025 w 765"/>
                <a:gd name="T3" fmla="*/ 40395 h 459"/>
                <a:gd name="T4" fmla="*/ 340902 w 765"/>
                <a:gd name="T5" fmla="*/ 58024 h 459"/>
                <a:gd name="T6" fmla="*/ 49874 w 765"/>
                <a:gd name="T7" fmla="*/ 194383 h 459"/>
                <a:gd name="T8" fmla="*/ 640932 w 765"/>
                <a:gd name="T9" fmla="*/ 256788 h 459"/>
                <a:gd name="T10" fmla="*/ 1233656 w 765"/>
                <a:gd name="T11" fmla="*/ 246677 h 459"/>
                <a:gd name="T12" fmla="*/ 2079640 w 765"/>
                <a:gd name="T13" fmla="*/ 256788 h 459"/>
                <a:gd name="T14" fmla="*/ 2485867 w 765"/>
                <a:gd name="T15" fmla="*/ 251149 h 459"/>
                <a:gd name="T16" fmla="*/ 2678580 w 765"/>
                <a:gd name="T17" fmla="*/ 215337 h 459"/>
                <a:gd name="T18" fmla="*/ 2671282 w 765"/>
                <a:gd name="T19" fmla="*/ 91397 h 459"/>
                <a:gd name="T20" fmla="*/ 2357408 w 765"/>
                <a:gd name="T21" fmla="*/ 19830 h 459"/>
                <a:gd name="T22" fmla="*/ 1509012 w 765"/>
                <a:gd name="T23" fmla="*/ 5729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9CDFF9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Line 130">
              <a:extLst>
                <a:ext uri="{FF2B5EF4-FFF2-40B4-BE49-F238E27FC236}">
                  <a16:creationId xmlns:a16="http://schemas.microsoft.com/office/drawing/2014/main" id="{CC1BFC25-D727-AD4D-932D-8009CE2F7F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4635" y="3294636"/>
              <a:ext cx="168275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Line 131">
              <a:extLst>
                <a:ext uri="{FF2B5EF4-FFF2-40B4-BE49-F238E27FC236}">
                  <a16:creationId xmlns:a16="http://schemas.microsoft.com/office/drawing/2014/main" id="{61F57A9F-0CD0-5C4E-86E8-ADC53B557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1272" y="3534348"/>
              <a:ext cx="0" cy="114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Line 132">
              <a:extLst>
                <a:ext uri="{FF2B5EF4-FFF2-40B4-BE49-F238E27FC236}">
                  <a16:creationId xmlns:a16="http://schemas.microsoft.com/office/drawing/2014/main" id="{1718B686-5972-DA46-8450-6B2CB8980D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4635" y="3391473"/>
              <a:ext cx="358775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Line 133">
              <a:extLst>
                <a:ext uri="{FF2B5EF4-FFF2-40B4-BE49-F238E27FC236}">
                  <a16:creationId xmlns:a16="http://schemas.microsoft.com/office/drawing/2014/main" id="{B42FEC22-AB27-0D42-869D-64B05CD22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1522" y="3389886"/>
              <a:ext cx="0" cy="271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Line 134">
              <a:extLst>
                <a:ext uri="{FF2B5EF4-FFF2-40B4-BE49-F238E27FC236}">
                  <a16:creationId xmlns:a16="http://schemas.microsoft.com/office/drawing/2014/main" id="{CAD79659-4AA7-BF43-AA32-59993085B2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0035" y="3813748"/>
              <a:ext cx="2571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Line 135">
              <a:extLst>
                <a:ext uri="{FF2B5EF4-FFF2-40B4-BE49-F238E27FC236}">
                  <a16:creationId xmlns:a16="http://schemas.microsoft.com/office/drawing/2014/main" id="{F7F9DB5C-1752-3341-B2E8-C273BF7864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5685" y="3801048"/>
              <a:ext cx="241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Line 172">
              <a:extLst>
                <a:ext uri="{FF2B5EF4-FFF2-40B4-BE49-F238E27FC236}">
                  <a16:creationId xmlns:a16="http://schemas.microsoft.com/office/drawing/2014/main" id="{FFC4002F-4477-624F-8ED5-E93EA6CC0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10797" y="3797873"/>
              <a:ext cx="24288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Text Box 580">
              <a:extLst>
                <a:ext uri="{FF2B5EF4-FFF2-40B4-BE49-F238E27FC236}">
                  <a16:creationId xmlns:a16="http://schemas.microsoft.com/office/drawing/2014/main" id="{ACBE8DF7-D16E-E14B-90B6-558C55C0D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7585" y="3191448"/>
              <a:ext cx="61811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r>
                <a:rPr lang="en-US" altLang="en-US" sz="1350" kern="1200">
                  <a:solidFill>
                    <a:prstClr val="black"/>
                  </a:solidFill>
                  <a:cs typeface="+mn-cs"/>
                </a:rPr>
                <a:t>ISP</a:t>
              </a:r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4F16207F-582A-1640-9758-D1D4AB63C1AD}"/>
                </a:ext>
              </a:extLst>
            </p:cNvPr>
            <p:cNvGrpSpPr/>
            <p:nvPr/>
          </p:nvGrpSpPr>
          <p:grpSpPr>
            <a:xfrm>
              <a:off x="6972551" y="3193191"/>
              <a:ext cx="576221" cy="330754"/>
              <a:chOff x="7493876" y="2774731"/>
              <a:chExt cx="1481958" cy="894622"/>
            </a:xfrm>
          </p:grpSpPr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8CB87AD0-1F5F-CC48-8F7E-433D23860E6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6529692B-F269-C243-BA24-E4BF8FDA899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351E7744-7123-6D4B-85E6-B3A507AE763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5" name="Freeform 194">
                  <a:extLst>
                    <a:ext uri="{FF2B5EF4-FFF2-40B4-BE49-F238E27FC236}">
                      <a16:creationId xmlns:a16="http://schemas.microsoft.com/office/drawing/2014/main" id="{D1029CA6-C2F3-FF45-91EF-15AF0F20C04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6" name="Freeform 195">
                  <a:extLst>
                    <a:ext uri="{FF2B5EF4-FFF2-40B4-BE49-F238E27FC236}">
                      <a16:creationId xmlns:a16="http://schemas.microsoft.com/office/drawing/2014/main" id="{51839164-1EE5-804A-8D25-CC2C5B88859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7" name="Freeform 196">
                  <a:extLst>
                    <a:ext uri="{FF2B5EF4-FFF2-40B4-BE49-F238E27FC236}">
                      <a16:creationId xmlns:a16="http://schemas.microsoft.com/office/drawing/2014/main" id="{FF2ADE02-E4B7-1F42-A6D9-9E518AE7455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8" name="Freeform 197">
                  <a:extLst>
                    <a:ext uri="{FF2B5EF4-FFF2-40B4-BE49-F238E27FC236}">
                      <a16:creationId xmlns:a16="http://schemas.microsoft.com/office/drawing/2014/main" id="{6B699C31-703A-E049-8445-0251EF0EC7E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112657C9-2B1C-464C-B664-009C9B87C46E}"/>
                </a:ext>
              </a:extLst>
            </p:cNvPr>
            <p:cNvGrpSpPr/>
            <p:nvPr/>
          </p:nvGrpSpPr>
          <p:grpSpPr>
            <a:xfrm>
              <a:off x="6955883" y="3598924"/>
              <a:ext cx="576221" cy="330754"/>
              <a:chOff x="7493876" y="2774731"/>
              <a:chExt cx="1481958" cy="894622"/>
            </a:xfrm>
          </p:grpSpPr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45B05C36-2E4E-394B-9F08-B52E1B9FCEC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81F630B3-D1BF-5942-81D4-51DE1AA6E5A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EEB78467-07B5-234D-87F6-94C3F198E0D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8" name="Freeform 187">
                  <a:extLst>
                    <a:ext uri="{FF2B5EF4-FFF2-40B4-BE49-F238E27FC236}">
                      <a16:creationId xmlns:a16="http://schemas.microsoft.com/office/drawing/2014/main" id="{9D366415-ABBC-F44B-9A8C-EF997C48DA7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9" name="Freeform 188">
                  <a:extLst>
                    <a:ext uri="{FF2B5EF4-FFF2-40B4-BE49-F238E27FC236}">
                      <a16:creationId xmlns:a16="http://schemas.microsoft.com/office/drawing/2014/main" id="{F661368A-D1A5-BD4D-8014-E42D38154A2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0" name="Freeform 189">
                  <a:extLst>
                    <a:ext uri="{FF2B5EF4-FFF2-40B4-BE49-F238E27FC236}">
                      <a16:creationId xmlns:a16="http://schemas.microsoft.com/office/drawing/2014/main" id="{88992003-9DD6-FB4A-A6B8-C981B5A1B08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1" name="Freeform 190">
                  <a:extLst>
                    <a:ext uri="{FF2B5EF4-FFF2-40B4-BE49-F238E27FC236}">
                      <a16:creationId xmlns:a16="http://schemas.microsoft.com/office/drawing/2014/main" id="{D51EB078-6D1B-A34F-BC6D-1132156447F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2BCDF68D-C756-C842-A015-6B56DEF238B7}"/>
                </a:ext>
              </a:extLst>
            </p:cNvPr>
            <p:cNvGrpSpPr/>
            <p:nvPr/>
          </p:nvGrpSpPr>
          <p:grpSpPr>
            <a:xfrm>
              <a:off x="7720114" y="3593282"/>
              <a:ext cx="576221" cy="330754"/>
              <a:chOff x="7493876" y="2774731"/>
              <a:chExt cx="1481958" cy="894622"/>
            </a:xfrm>
          </p:grpSpPr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50934850-2B02-CD47-ABA0-24759729C11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35B062D7-BF74-C14E-B1E8-702BA91D5CA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E0C6A5ED-08F2-4749-9658-C573A2633D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1" name="Freeform 180">
                  <a:extLst>
                    <a:ext uri="{FF2B5EF4-FFF2-40B4-BE49-F238E27FC236}">
                      <a16:creationId xmlns:a16="http://schemas.microsoft.com/office/drawing/2014/main" id="{59DBE865-2695-8A45-82F3-DEE52966AF3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E3EEAA19-E572-7347-A807-3E19B649573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A5912A8E-8AC5-0A40-B58C-7A1236AB745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4" name="Freeform 183">
                  <a:extLst>
                    <a:ext uri="{FF2B5EF4-FFF2-40B4-BE49-F238E27FC236}">
                      <a16:creationId xmlns:a16="http://schemas.microsoft.com/office/drawing/2014/main" id="{84AC52AA-A89D-A548-9B8A-36C520B687A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451DCC0B-CF83-FE4A-B66E-827D2B24DBF9}"/>
                </a:ext>
              </a:extLst>
            </p:cNvPr>
            <p:cNvGrpSpPr/>
            <p:nvPr/>
          </p:nvGrpSpPr>
          <p:grpSpPr>
            <a:xfrm>
              <a:off x="7618622" y="3082478"/>
              <a:ext cx="576221" cy="330754"/>
              <a:chOff x="7493876" y="2774731"/>
              <a:chExt cx="1481958" cy="894622"/>
            </a:xfrm>
          </p:grpSpPr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00331BBA-EC67-F64D-BF3C-96A5FBF3D89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863117E0-75B3-714A-8A78-456DB99C2113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2E22C89F-90E0-564A-B49C-2943AA77A86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74" name="Freeform 173">
                  <a:extLst>
                    <a:ext uri="{FF2B5EF4-FFF2-40B4-BE49-F238E27FC236}">
                      <a16:creationId xmlns:a16="http://schemas.microsoft.com/office/drawing/2014/main" id="{79344540-AE9B-F845-B49C-C25ABD4D096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75" name="Freeform 174">
                  <a:extLst>
                    <a:ext uri="{FF2B5EF4-FFF2-40B4-BE49-F238E27FC236}">
                      <a16:creationId xmlns:a16="http://schemas.microsoft.com/office/drawing/2014/main" id="{46CF243F-7407-9A46-B12E-221427A59A7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76" name="Freeform 175">
                  <a:extLst>
                    <a:ext uri="{FF2B5EF4-FFF2-40B4-BE49-F238E27FC236}">
                      <a16:creationId xmlns:a16="http://schemas.microsoft.com/office/drawing/2014/main" id="{1A40EBD6-E642-D14B-AA50-184636F20A0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77" name="Freeform 176">
                  <a:extLst>
                    <a:ext uri="{FF2B5EF4-FFF2-40B4-BE49-F238E27FC236}">
                      <a16:creationId xmlns:a16="http://schemas.microsoft.com/office/drawing/2014/main" id="{ED79DD0B-A70A-4649-9BE9-2ACD3F88BC0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ea typeface="ＭＳ Ｐゴシック" panose="020B0600070205080204" pitchFamily="34" charset="-128"/>
              </a:rPr>
              <a:t>Access networks: digital subscriber line (DSL)</a:t>
            </a:r>
            <a:endParaRPr lang="en-US" sz="2800" dirty="0"/>
          </a:p>
        </p:txBody>
      </p:sp>
      <p:sp>
        <p:nvSpPr>
          <p:cNvPr id="95" name="Freeform 3">
            <a:extLst>
              <a:ext uri="{FF2B5EF4-FFF2-40B4-BE49-F238E27FC236}">
                <a16:creationId xmlns:a16="http://schemas.microsoft.com/office/drawing/2014/main" id="{2CC01EB9-754B-CE41-8582-3B2E9CE9F114}"/>
              </a:ext>
            </a:extLst>
          </p:cNvPr>
          <p:cNvSpPr>
            <a:spLocks/>
          </p:cNvSpPr>
          <p:nvPr/>
        </p:nvSpPr>
        <p:spPr bwMode="auto">
          <a:xfrm>
            <a:off x="4427155" y="1083469"/>
            <a:ext cx="1662113" cy="1108472"/>
          </a:xfrm>
          <a:custGeom>
            <a:avLst/>
            <a:gdLst>
              <a:gd name="T0" fmla="*/ 2147483647 w 1396"/>
              <a:gd name="T1" fmla="*/ 2147483647 h 931"/>
              <a:gd name="T2" fmla="*/ 2147483647 w 1396"/>
              <a:gd name="T3" fmla="*/ 2147483647 h 931"/>
              <a:gd name="T4" fmla="*/ 2147483647 w 1396"/>
              <a:gd name="T5" fmla="*/ 2147483647 h 931"/>
              <a:gd name="T6" fmla="*/ 2147483647 w 1396"/>
              <a:gd name="T7" fmla="*/ 2147483647 h 931"/>
              <a:gd name="T8" fmla="*/ 2147483647 w 1396"/>
              <a:gd name="T9" fmla="*/ 2147483647 h 931"/>
              <a:gd name="T10" fmla="*/ 2147483647 w 1396"/>
              <a:gd name="T11" fmla="*/ 2147483647 h 931"/>
              <a:gd name="T12" fmla="*/ 2147483647 w 1396"/>
              <a:gd name="T13" fmla="*/ 2147483647 h 931"/>
              <a:gd name="T14" fmla="*/ 2147483647 w 1396"/>
              <a:gd name="T15" fmla="*/ 2147483647 h 931"/>
              <a:gd name="T16" fmla="*/ 2147483647 w 1396"/>
              <a:gd name="T17" fmla="*/ 2147483647 h 931"/>
              <a:gd name="T18" fmla="*/ 2147483647 w 1396"/>
              <a:gd name="T19" fmla="*/ 2147483647 h 931"/>
              <a:gd name="T20" fmla="*/ 2147483647 w 1396"/>
              <a:gd name="T21" fmla="*/ 2147483647 h 931"/>
              <a:gd name="T22" fmla="*/ 2147483647 w 1396"/>
              <a:gd name="T23" fmla="*/ 2147483647 h 931"/>
              <a:gd name="T24" fmla="*/ 2147483647 w 1396"/>
              <a:gd name="T25" fmla="*/ 2147483647 h 931"/>
              <a:gd name="T26" fmla="*/ 2147483647 w 1396"/>
              <a:gd name="T27" fmla="*/ 2147483647 h 931"/>
              <a:gd name="T28" fmla="*/ 2147483647 w 1396"/>
              <a:gd name="T29" fmla="*/ 2147483647 h 931"/>
              <a:gd name="T30" fmla="*/ 2147483647 w 1396"/>
              <a:gd name="T31" fmla="*/ 2147483647 h 93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396"/>
              <a:gd name="T49" fmla="*/ 0 h 931"/>
              <a:gd name="T50" fmla="*/ 1396 w 1396"/>
              <a:gd name="T51" fmla="*/ 931 h 93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396" h="931">
                <a:moveTo>
                  <a:pt x="873" y="18"/>
                </a:moveTo>
                <a:cubicBezTo>
                  <a:pt x="787" y="32"/>
                  <a:pt x="625" y="55"/>
                  <a:pt x="526" y="89"/>
                </a:cubicBezTo>
                <a:cubicBezTo>
                  <a:pt x="426" y="122"/>
                  <a:pt x="346" y="184"/>
                  <a:pt x="278" y="216"/>
                </a:cubicBezTo>
                <a:cubicBezTo>
                  <a:pt x="210" y="248"/>
                  <a:pt x="159" y="236"/>
                  <a:pt x="118" y="283"/>
                </a:cubicBezTo>
                <a:cubicBezTo>
                  <a:pt x="77" y="330"/>
                  <a:pt x="46" y="416"/>
                  <a:pt x="30" y="497"/>
                </a:cubicBezTo>
                <a:cubicBezTo>
                  <a:pt x="14" y="578"/>
                  <a:pt x="0" y="714"/>
                  <a:pt x="24" y="768"/>
                </a:cubicBezTo>
                <a:cubicBezTo>
                  <a:pt x="49" y="821"/>
                  <a:pt x="112" y="796"/>
                  <a:pt x="178" y="818"/>
                </a:cubicBezTo>
                <a:cubicBezTo>
                  <a:pt x="244" y="840"/>
                  <a:pt x="318" y="886"/>
                  <a:pt x="421" y="902"/>
                </a:cubicBezTo>
                <a:cubicBezTo>
                  <a:pt x="524" y="918"/>
                  <a:pt x="681" y="916"/>
                  <a:pt x="793" y="916"/>
                </a:cubicBezTo>
                <a:cubicBezTo>
                  <a:pt x="905" y="916"/>
                  <a:pt x="1004" y="931"/>
                  <a:pt x="1095" y="902"/>
                </a:cubicBezTo>
                <a:cubicBezTo>
                  <a:pt x="1186" y="873"/>
                  <a:pt x="1291" y="813"/>
                  <a:pt x="1337" y="744"/>
                </a:cubicBezTo>
                <a:cubicBezTo>
                  <a:pt x="1383" y="675"/>
                  <a:pt x="1365" y="580"/>
                  <a:pt x="1372" y="487"/>
                </a:cubicBezTo>
                <a:cubicBezTo>
                  <a:pt x="1378" y="393"/>
                  <a:pt x="1396" y="256"/>
                  <a:pt x="1377" y="179"/>
                </a:cubicBezTo>
                <a:cubicBezTo>
                  <a:pt x="1358" y="102"/>
                  <a:pt x="1314" y="57"/>
                  <a:pt x="1259" y="28"/>
                </a:cubicBezTo>
                <a:cubicBezTo>
                  <a:pt x="1203" y="0"/>
                  <a:pt x="1110" y="7"/>
                  <a:pt x="1046" y="5"/>
                </a:cubicBezTo>
                <a:cubicBezTo>
                  <a:pt x="981" y="3"/>
                  <a:pt x="959" y="5"/>
                  <a:pt x="873" y="18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">
            <a:extLst>
              <a:ext uri="{FF2B5EF4-FFF2-40B4-BE49-F238E27FC236}">
                <a16:creationId xmlns:a16="http://schemas.microsoft.com/office/drawing/2014/main" id="{B627A3EE-6F93-284A-83BB-FE4EAD9D5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7249" y="1613298"/>
            <a:ext cx="145256" cy="14525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97" name="Oval 12">
            <a:extLst>
              <a:ext uri="{FF2B5EF4-FFF2-40B4-BE49-F238E27FC236}">
                <a16:creationId xmlns:a16="http://schemas.microsoft.com/office/drawing/2014/main" id="{C57B5EF8-F77C-1B42-AB82-725292966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999" y="1334692"/>
            <a:ext cx="145256" cy="14525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98" name="Line 15">
            <a:extLst>
              <a:ext uri="{FF2B5EF4-FFF2-40B4-BE49-F238E27FC236}">
                <a16:creationId xmlns:a16="http://schemas.microsoft.com/office/drawing/2014/main" id="{61C37BF6-4477-1B43-8E1D-3D1B221EC6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42733" y="1440656"/>
            <a:ext cx="238125" cy="252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Line 16">
            <a:extLst>
              <a:ext uri="{FF2B5EF4-FFF2-40B4-BE49-F238E27FC236}">
                <a16:creationId xmlns:a16="http://schemas.microsoft.com/office/drawing/2014/main" id="{8B677416-ACBA-BE49-99D1-9E00AF65AB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8008" y="1422797"/>
            <a:ext cx="300038" cy="4429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Rectangle 44">
            <a:extLst>
              <a:ext uri="{FF2B5EF4-FFF2-40B4-BE49-F238E27FC236}">
                <a16:creationId xmlns:a16="http://schemas.microsoft.com/office/drawing/2014/main" id="{8C3CA799-9994-7B4C-A236-0CBDAF9C4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6705" y="1425179"/>
            <a:ext cx="716756" cy="52506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01" name="Text Box 45">
            <a:extLst>
              <a:ext uri="{FF2B5EF4-FFF2-40B4-BE49-F238E27FC236}">
                <a16:creationId xmlns:a16="http://schemas.microsoft.com/office/drawing/2014/main" id="{ABC0609F-F95A-6A4D-ACAE-3A0EAA895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8321" y="1064419"/>
            <a:ext cx="1444228" cy="24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200" kern="1200">
                <a:solidFill>
                  <a:prstClr val="black"/>
                </a:solidFill>
                <a:cs typeface="+mn-cs"/>
              </a:rPr>
              <a:t>central office</a:t>
            </a:r>
          </a:p>
        </p:txBody>
      </p:sp>
      <p:sp>
        <p:nvSpPr>
          <p:cNvPr id="102" name="Line 14">
            <a:extLst>
              <a:ext uri="{FF2B5EF4-FFF2-40B4-BE49-F238E27FC236}">
                <a16:creationId xmlns:a16="http://schemas.microsoft.com/office/drawing/2014/main" id="{C86E3CF4-AAAA-074D-BAA4-B02F477DCD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16290" y="1729979"/>
            <a:ext cx="14537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Text Box 17">
            <a:extLst>
              <a:ext uri="{FF2B5EF4-FFF2-40B4-BE49-F238E27FC236}">
                <a16:creationId xmlns:a16="http://schemas.microsoft.com/office/drawing/2014/main" id="{840DC24E-DBCB-E94C-8975-B46FBD3E0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690" y="1104900"/>
            <a:ext cx="856325" cy="406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buClrTx/>
              <a:defRPr/>
            </a:pPr>
            <a:r>
              <a:rPr lang="en-US" altLang="en-US" sz="1200" kern="1200">
                <a:solidFill>
                  <a:prstClr val="black"/>
                </a:solidFill>
                <a:cs typeface="+mn-cs"/>
              </a:rPr>
              <a:t>telephone</a:t>
            </a:r>
          </a:p>
          <a:p>
            <a:pPr defTabSz="685800">
              <a:lnSpc>
                <a:spcPct val="85000"/>
              </a:lnSpc>
              <a:buClrTx/>
              <a:defRPr/>
            </a:pPr>
            <a:r>
              <a:rPr lang="en-US" altLang="en-US" sz="1200" kern="1200">
                <a:solidFill>
                  <a:prstClr val="black"/>
                </a:solidFill>
                <a:cs typeface="+mn-cs"/>
              </a:rPr>
              <a:t>network</a:t>
            </a:r>
          </a:p>
        </p:txBody>
      </p:sp>
      <p:grpSp>
        <p:nvGrpSpPr>
          <p:cNvPr id="104" name="Group 108">
            <a:extLst>
              <a:ext uri="{FF2B5EF4-FFF2-40B4-BE49-F238E27FC236}">
                <a16:creationId xmlns:a16="http://schemas.microsoft.com/office/drawing/2014/main" id="{218A2C9E-40B0-5943-B5FF-D927729FA1FA}"/>
              </a:ext>
            </a:extLst>
          </p:cNvPr>
          <p:cNvGrpSpPr>
            <a:grpSpLocks/>
          </p:cNvGrpSpPr>
          <p:nvPr/>
        </p:nvGrpSpPr>
        <p:grpSpPr bwMode="auto">
          <a:xfrm>
            <a:off x="4679567" y="1513285"/>
            <a:ext cx="276225" cy="389334"/>
            <a:chOff x="1852" y="2562"/>
            <a:chExt cx="355" cy="471"/>
          </a:xfrm>
        </p:grpSpPr>
        <p:sp>
          <p:nvSpPr>
            <p:cNvPr id="105" name="Freeform 109">
              <a:extLst>
                <a:ext uri="{FF2B5EF4-FFF2-40B4-BE49-F238E27FC236}">
                  <a16:creationId xmlns:a16="http://schemas.microsoft.com/office/drawing/2014/main" id="{45B8912E-0D7C-E043-A9BD-224FD05B1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621"/>
              <a:ext cx="318" cy="412"/>
            </a:xfrm>
            <a:custGeom>
              <a:avLst/>
              <a:gdLst>
                <a:gd name="T0" fmla="*/ 0 w 318"/>
                <a:gd name="T1" fmla="*/ 412 h 412"/>
                <a:gd name="T2" fmla="*/ 3 w 318"/>
                <a:gd name="T3" fmla="*/ 1 h 412"/>
                <a:gd name="T4" fmla="*/ 74 w 318"/>
                <a:gd name="T5" fmla="*/ 0 h 412"/>
                <a:gd name="T6" fmla="*/ 254 w 318"/>
                <a:gd name="T7" fmla="*/ 111 h 412"/>
                <a:gd name="T8" fmla="*/ 318 w 318"/>
                <a:gd name="T9" fmla="*/ 115 h 412"/>
                <a:gd name="T10" fmla="*/ 318 w 318"/>
                <a:gd name="T11" fmla="*/ 308 h 412"/>
                <a:gd name="T12" fmla="*/ 246 w 318"/>
                <a:gd name="T13" fmla="*/ 308 h 412"/>
                <a:gd name="T14" fmla="*/ 74 w 318"/>
                <a:gd name="T15" fmla="*/ 412 h 412"/>
                <a:gd name="T16" fmla="*/ 0 w 318"/>
                <a:gd name="T17" fmla="*/ 412 h 4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8"/>
                <a:gd name="T28" fmla="*/ 0 h 412"/>
                <a:gd name="T29" fmla="*/ 318 w 318"/>
                <a:gd name="T30" fmla="*/ 412 h 4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8" h="412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110">
              <a:extLst>
                <a:ext uri="{FF2B5EF4-FFF2-40B4-BE49-F238E27FC236}">
                  <a16:creationId xmlns:a16="http://schemas.microsoft.com/office/drawing/2014/main" id="{C648ABA8-AD4C-7045-B95D-4AFA6789E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2562"/>
              <a:ext cx="353" cy="369"/>
            </a:xfrm>
            <a:custGeom>
              <a:avLst/>
              <a:gdLst>
                <a:gd name="T0" fmla="*/ 0 w 353"/>
                <a:gd name="T1" fmla="*/ 59 h 369"/>
                <a:gd name="T2" fmla="*/ 32 w 353"/>
                <a:gd name="T3" fmla="*/ 0 h 369"/>
                <a:gd name="T4" fmla="*/ 105 w 353"/>
                <a:gd name="T5" fmla="*/ 0 h 369"/>
                <a:gd name="T6" fmla="*/ 276 w 353"/>
                <a:gd name="T7" fmla="*/ 113 h 369"/>
                <a:gd name="T8" fmla="*/ 353 w 353"/>
                <a:gd name="T9" fmla="*/ 113 h 369"/>
                <a:gd name="T10" fmla="*/ 353 w 353"/>
                <a:gd name="T11" fmla="*/ 315 h 369"/>
                <a:gd name="T12" fmla="*/ 318 w 353"/>
                <a:gd name="T13" fmla="*/ 369 h 369"/>
                <a:gd name="T14" fmla="*/ 315 w 353"/>
                <a:gd name="T15" fmla="*/ 173 h 369"/>
                <a:gd name="T16" fmla="*/ 254 w 353"/>
                <a:gd name="T17" fmla="*/ 173 h 369"/>
                <a:gd name="T18" fmla="*/ 75 w 353"/>
                <a:gd name="T19" fmla="*/ 60 h 369"/>
                <a:gd name="T20" fmla="*/ 0 w 353"/>
                <a:gd name="T21" fmla="*/ 59 h 3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3"/>
                <a:gd name="T34" fmla="*/ 0 h 369"/>
                <a:gd name="T35" fmla="*/ 353 w 353"/>
                <a:gd name="T36" fmla="*/ 369 h 3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3" h="369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Line 111">
              <a:extLst>
                <a:ext uri="{FF2B5EF4-FFF2-40B4-BE49-F238E27FC236}">
                  <a16:creationId xmlns:a16="http://schemas.microsoft.com/office/drawing/2014/main" id="{880C7F42-24AB-BE42-A8D4-BCF7622D4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7" y="2674"/>
              <a:ext cx="34" cy="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Line 112">
              <a:extLst>
                <a:ext uri="{FF2B5EF4-FFF2-40B4-BE49-F238E27FC236}">
                  <a16:creationId xmlns:a16="http://schemas.microsoft.com/office/drawing/2014/main" id="{CB4756AB-EF1F-9E4A-8E5F-FC03EF7B6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0" y="283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113">
              <a:extLst>
                <a:ext uri="{FF2B5EF4-FFF2-40B4-BE49-F238E27FC236}">
                  <a16:creationId xmlns:a16="http://schemas.microsoft.com/office/drawing/2014/main" id="{F4FDFC8D-7497-0B4E-BB98-EC6A2F919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2670"/>
              <a:ext cx="264" cy="105"/>
            </a:xfrm>
            <a:custGeom>
              <a:avLst/>
              <a:gdLst>
                <a:gd name="T0" fmla="*/ 0 w 264"/>
                <a:gd name="T1" fmla="*/ 0 h 105"/>
                <a:gd name="T2" fmla="*/ 52 w 264"/>
                <a:gd name="T3" fmla="*/ 0 h 105"/>
                <a:gd name="T4" fmla="*/ 207 w 264"/>
                <a:gd name="T5" fmla="*/ 105 h 105"/>
                <a:gd name="T6" fmla="*/ 264 w 264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114">
              <a:extLst>
                <a:ext uri="{FF2B5EF4-FFF2-40B4-BE49-F238E27FC236}">
                  <a16:creationId xmlns:a16="http://schemas.microsoft.com/office/drawing/2014/main" id="{59F7FFFC-6804-A54D-A576-FA1FEBB9A13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74" y="2884"/>
              <a:ext cx="264" cy="105"/>
            </a:xfrm>
            <a:custGeom>
              <a:avLst/>
              <a:gdLst>
                <a:gd name="T0" fmla="*/ 0 w 264"/>
                <a:gd name="T1" fmla="*/ 0 h 105"/>
                <a:gd name="T2" fmla="*/ 52 w 264"/>
                <a:gd name="T3" fmla="*/ 0 h 105"/>
                <a:gd name="T4" fmla="*/ 207 w 264"/>
                <a:gd name="T5" fmla="*/ 105 h 105"/>
                <a:gd name="T6" fmla="*/ 264 w 264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1" name="Text Box 115">
            <a:extLst>
              <a:ext uri="{FF2B5EF4-FFF2-40B4-BE49-F238E27FC236}">
                <a16:creationId xmlns:a16="http://schemas.microsoft.com/office/drawing/2014/main" id="{C49B2571-785F-8141-BD4A-B30372BAB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061" y="1921669"/>
            <a:ext cx="7131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r>
              <a:rPr lang="en-US" altLang="en-US" sz="1200" kern="1200">
                <a:solidFill>
                  <a:prstClr val="black"/>
                </a:solidFill>
                <a:cs typeface="+mn-cs"/>
              </a:rPr>
              <a:t>DSLAM</a:t>
            </a:r>
          </a:p>
        </p:txBody>
      </p:sp>
      <p:grpSp>
        <p:nvGrpSpPr>
          <p:cNvPr id="112" name="Group 118">
            <a:extLst>
              <a:ext uri="{FF2B5EF4-FFF2-40B4-BE49-F238E27FC236}">
                <a16:creationId xmlns:a16="http://schemas.microsoft.com/office/drawing/2014/main" id="{C9BAF3DB-0084-0642-AE8F-E48499FC4E61}"/>
              </a:ext>
            </a:extLst>
          </p:cNvPr>
          <p:cNvGrpSpPr>
            <a:grpSpLocks/>
          </p:cNvGrpSpPr>
          <p:nvPr/>
        </p:nvGrpSpPr>
        <p:grpSpPr bwMode="auto">
          <a:xfrm>
            <a:off x="3735402" y="978694"/>
            <a:ext cx="597694" cy="494110"/>
            <a:chOff x="1671" y="1861"/>
            <a:chExt cx="502" cy="415"/>
          </a:xfrm>
        </p:grpSpPr>
        <p:sp>
          <p:nvSpPr>
            <p:cNvPr id="113" name="Rectangle 116">
              <a:extLst>
                <a:ext uri="{FF2B5EF4-FFF2-40B4-BE49-F238E27FC236}">
                  <a16:creationId xmlns:a16="http://schemas.microsoft.com/office/drawing/2014/main" id="{BF2CCE2C-7318-3F45-89ED-AC0CE601E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2" y="1966"/>
              <a:ext cx="360" cy="31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14" name="AutoShape 117">
              <a:extLst>
                <a:ext uri="{FF2B5EF4-FFF2-40B4-BE49-F238E27FC236}">
                  <a16:creationId xmlns:a16="http://schemas.microsoft.com/office/drawing/2014/main" id="{7F3ACC6C-EF23-B844-A225-435E1C02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1861"/>
              <a:ext cx="502" cy="129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</p:grpSp>
      <p:sp>
        <p:nvSpPr>
          <p:cNvPr id="115" name="Freeform 119">
            <a:extLst>
              <a:ext uri="{FF2B5EF4-FFF2-40B4-BE49-F238E27FC236}">
                <a16:creationId xmlns:a16="http://schemas.microsoft.com/office/drawing/2014/main" id="{AE2A4503-59F8-EE45-A067-8713395B9C4D}"/>
              </a:ext>
            </a:extLst>
          </p:cNvPr>
          <p:cNvSpPr>
            <a:spLocks/>
          </p:cNvSpPr>
          <p:nvPr/>
        </p:nvSpPr>
        <p:spPr bwMode="auto">
          <a:xfrm>
            <a:off x="4187840" y="1420416"/>
            <a:ext cx="506015" cy="179784"/>
          </a:xfrm>
          <a:custGeom>
            <a:avLst/>
            <a:gdLst>
              <a:gd name="T0" fmla="*/ 0 w 425"/>
              <a:gd name="T1" fmla="*/ 0 h 151"/>
              <a:gd name="T2" fmla="*/ 0 w 425"/>
              <a:gd name="T3" fmla="*/ 2147483647 h 151"/>
              <a:gd name="T4" fmla="*/ 2147483647 w 425"/>
              <a:gd name="T5" fmla="*/ 2147483647 h 151"/>
              <a:gd name="T6" fmla="*/ 0 60000 65536"/>
              <a:gd name="T7" fmla="*/ 0 60000 65536"/>
              <a:gd name="T8" fmla="*/ 0 60000 65536"/>
              <a:gd name="T9" fmla="*/ 0 w 425"/>
              <a:gd name="T10" fmla="*/ 0 h 151"/>
              <a:gd name="T11" fmla="*/ 425 w 425"/>
              <a:gd name="T12" fmla="*/ 151 h 1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5" h="151">
                <a:moveTo>
                  <a:pt x="0" y="0"/>
                </a:moveTo>
                <a:lnTo>
                  <a:pt x="0" y="151"/>
                </a:lnTo>
                <a:lnTo>
                  <a:pt x="425" y="151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Line 120">
            <a:extLst>
              <a:ext uri="{FF2B5EF4-FFF2-40B4-BE49-F238E27FC236}">
                <a16:creationId xmlns:a16="http://schemas.microsoft.com/office/drawing/2014/main" id="{D69F4117-7839-1943-A5FE-926B01D84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9365" y="1694260"/>
            <a:ext cx="28336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Freeform 123">
            <a:extLst>
              <a:ext uri="{FF2B5EF4-FFF2-40B4-BE49-F238E27FC236}">
                <a16:creationId xmlns:a16="http://schemas.microsoft.com/office/drawing/2014/main" id="{71A3F73C-866C-2049-9C1B-445DBD854DB4}"/>
              </a:ext>
            </a:extLst>
          </p:cNvPr>
          <p:cNvSpPr>
            <a:spLocks/>
          </p:cNvSpPr>
          <p:nvPr/>
        </p:nvSpPr>
        <p:spPr bwMode="auto">
          <a:xfrm>
            <a:off x="4959364" y="1745456"/>
            <a:ext cx="347663" cy="757238"/>
          </a:xfrm>
          <a:custGeom>
            <a:avLst/>
            <a:gdLst>
              <a:gd name="T0" fmla="*/ 0 w 292"/>
              <a:gd name="T1" fmla="*/ 0 h 636"/>
              <a:gd name="T2" fmla="*/ 2147483647 w 292"/>
              <a:gd name="T3" fmla="*/ 0 h 636"/>
              <a:gd name="T4" fmla="*/ 2147483647 w 292"/>
              <a:gd name="T5" fmla="*/ 2147483647 h 636"/>
              <a:gd name="T6" fmla="*/ 2147483647 w 292"/>
              <a:gd name="T7" fmla="*/ 2147483647 h 636"/>
              <a:gd name="T8" fmla="*/ 0 60000 65536"/>
              <a:gd name="T9" fmla="*/ 0 60000 65536"/>
              <a:gd name="T10" fmla="*/ 0 60000 65536"/>
              <a:gd name="T11" fmla="*/ 0 60000 65536"/>
              <a:gd name="T12" fmla="*/ 0 w 292"/>
              <a:gd name="T13" fmla="*/ 0 h 636"/>
              <a:gd name="T14" fmla="*/ 292 w 292"/>
              <a:gd name="T15" fmla="*/ 636 h 6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" h="636">
                <a:moveTo>
                  <a:pt x="0" y="0"/>
                </a:moveTo>
                <a:lnTo>
                  <a:pt x="130" y="0"/>
                </a:lnTo>
                <a:lnTo>
                  <a:pt x="130" y="636"/>
                </a:lnTo>
                <a:lnTo>
                  <a:pt x="292" y="6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8" name="Group 135">
            <a:extLst>
              <a:ext uri="{FF2B5EF4-FFF2-40B4-BE49-F238E27FC236}">
                <a16:creationId xmlns:a16="http://schemas.microsoft.com/office/drawing/2014/main" id="{7DC11D2E-7EFC-264E-9DA3-A2DC76738630}"/>
              </a:ext>
            </a:extLst>
          </p:cNvPr>
          <p:cNvGrpSpPr>
            <a:grpSpLocks/>
          </p:cNvGrpSpPr>
          <p:nvPr/>
        </p:nvGrpSpPr>
        <p:grpSpPr bwMode="auto">
          <a:xfrm>
            <a:off x="1720864" y="1788319"/>
            <a:ext cx="2399110" cy="1234679"/>
            <a:chOff x="439" y="1538"/>
            <a:chExt cx="2015" cy="1037"/>
          </a:xfrm>
        </p:grpSpPr>
        <p:sp>
          <p:nvSpPr>
            <p:cNvPr id="119" name="Text Box 124">
              <a:extLst>
                <a:ext uri="{FF2B5EF4-FFF2-40B4-BE49-F238E27FC236}">
                  <a16:creationId xmlns:a16="http://schemas.microsoft.com/office/drawing/2014/main" id="{F820F6C6-093F-9C4E-AB3B-6C47EF093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" y="2102"/>
              <a:ext cx="1860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>
                <a:lnSpc>
                  <a:spcPct val="85000"/>
                </a:lnSpc>
                <a:buClrTx/>
                <a:defRPr/>
              </a:pPr>
              <a:r>
                <a:rPr lang="en-US" altLang="en-US" sz="1200" i="1" kern="1200">
                  <a:solidFill>
                    <a:prstClr val="black"/>
                  </a:solidFill>
                  <a:cs typeface="+mn-cs"/>
                </a:rPr>
                <a:t>voice, data transmitted</a:t>
              </a:r>
            </a:p>
            <a:p>
              <a:pPr algn="r" defTabSz="685800">
                <a:lnSpc>
                  <a:spcPct val="85000"/>
                </a:lnSpc>
                <a:buClrTx/>
                <a:defRPr/>
              </a:pPr>
              <a:r>
                <a:rPr lang="en-US" altLang="en-US" sz="1200" i="1" kern="1200">
                  <a:solidFill>
                    <a:prstClr val="black"/>
                  </a:solidFill>
                  <a:cs typeface="+mn-cs"/>
                </a:rPr>
                <a:t>at different frequencies over</a:t>
              </a:r>
            </a:p>
            <a:p>
              <a:pPr algn="r" defTabSz="685800">
                <a:lnSpc>
                  <a:spcPct val="85000"/>
                </a:lnSpc>
                <a:buClrTx/>
                <a:defRPr/>
              </a:pPr>
              <a:r>
                <a:rPr lang="en-US" altLang="en-US" sz="1200" i="1" kern="1200">
                  <a:solidFill>
                    <a:srgbClr val="CC0000"/>
                  </a:solidFill>
                  <a:cs typeface="+mn-cs"/>
                </a:rPr>
                <a:t>dedicated </a:t>
              </a:r>
              <a:r>
                <a:rPr lang="en-US" altLang="en-US" sz="1200" i="1" kern="1200">
                  <a:solidFill>
                    <a:prstClr val="black"/>
                  </a:solidFill>
                  <a:cs typeface="+mn-cs"/>
                </a:rPr>
                <a:t>line to central office</a:t>
              </a:r>
            </a:p>
          </p:txBody>
        </p:sp>
        <p:sp>
          <p:nvSpPr>
            <p:cNvPr id="120" name="Line 125">
              <a:extLst>
                <a:ext uri="{FF2B5EF4-FFF2-40B4-BE49-F238E27FC236}">
                  <a16:creationId xmlns:a16="http://schemas.microsoft.com/office/drawing/2014/main" id="{B265F954-771D-354D-8226-0A3C1F05D9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93" y="1538"/>
              <a:ext cx="361" cy="58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1" name="Rectangle 52">
            <a:extLst>
              <a:ext uri="{FF2B5EF4-FFF2-40B4-BE49-F238E27FC236}">
                <a16:creationId xmlns:a16="http://schemas.microsoft.com/office/drawing/2014/main" id="{2727FB33-7506-E74E-B6C6-D1B4CA8AE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006" y="3003495"/>
            <a:ext cx="4595455" cy="1729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8188" indent="-2809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77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553641" lvl="1" indent="-164306" defTabSz="685800">
              <a:lnSpc>
                <a:spcPct val="9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1400" kern="1200" dirty="0" smtClean="0">
                <a:solidFill>
                  <a:prstClr val="black"/>
                </a:solidFill>
                <a:latin typeface="Calibri" panose="020F0502020204030204"/>
                <a:cs typeface="+mn-cs"/>
              </a:rPr>
              <a:t> One 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of the technology used for access N/W is DSL</a:t>
            </a:r>
          </a:p>
          <a:p>
            <a:pPr marL="389335" lvl="1" indent="0" defTabSz="685800">
              <a:lnSpc>
                <a:spcPct val="95000"/>
              </a:lnSpc>
              <a:buClr>
                <a:srgbClr val="000099"/>
              </a:buClr>
              <a:buSzPct val="100000"/>
              <a:defRPr/>
            </a:pPr>
            <a:r>
              <a:rPr lang="en-US" altLang="en-US" sz="1400" kern="1200" dirty="0" smtClean="0">
                <a:solidFill>
                  <a:prstClr val="black"/>
                </a:solidFill>
                <a:latin typeface="Calibri" panose="020F0502020204030204"/>
                <a:cs typeface="+mn-cs"/>
              </a:rPr>
              <a:t>Advantages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:</a:t>
            </a:r>
          </a:p>
          <a:p>
            <a:pPr marL="553641" lvl="1" indent="-164306" defTabSz="685800">
              <a:lnSpc>
                <a:spcPct val="9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 </a:t>
            </a:r>
            <a:r>
              <a:rPr lang="en-US" altLang="en-US" sz="1400" kern="1200" dirty="0" smtClean="0">
                <a:solidFill>
                  <a:prstClr val="black"/>
                </a:solidFill>
                <a:latin typeface="Calibri" panose="020F0502020204030204"/>
                <a:cs typeface="+mn-cs"/>
              </a:rPr>
              <a:t>Use 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existing telephone line to central office DSLAM</a:t>
            </a:r>
          </a:p>
          <a:p>
            <a:pPr marL="389335" lvl="1" indent="0" defTabSz="685800">
              <a:lnSpc>
                <a:spcPct val="95000"/>
              </a:lnSpc>
              <a:buClr>
                <a:srgbClr val="000099"/>
              </a:buClr>
              <a:buSzPct val="100000"/>
              <a:defRPr/>
            </a:pPr>
            <a:r>
              <a:rPr lang="en-US" altLang="en-US" sz="1400" kern="1200" dirty="0" smtClean="0">
                <a:solidFill>
                  <a:prstClr val="black"/>
                </a:solidFill>
                <a:latin typeface="Calibri" panose="020F0502020204030204"/>
                <a:cs typeface="+mn-cs"/>
              </a:rPr>
              <a:t>	• 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data over DSL phone line goes to Internet</a:t>
            </a:r>
          </a:p>
          <a:p>
            <a:pPr marL="389335" lvl="1" indent="0" defTabSz="685800">
              <a:lnSpc>
                <a:spcPct val="95000"/>
              </a:lnSpc>
              <a:buClr>
                <a:srgbClr val="000099"/>
              </a:buClr>
              <a:buSzPct val="100000"/>
              <a:defRPr/>
            </a:pPr>
            <a:r>
              <a:rPr lang="en-US" altLang="en-US" sz="1400" kern="1200" dirty="0" smtClean="0">
                <a:solidFill>
                  <a:prstClr val="black"/>
                </a:solidFill>
                <a:latin typeface="Calibri" panose="020F0502020204030204"/>
                <a:cs typeface="+mn-cs"/>
              </a:rPr>
              <a:t>	• 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voice over DSL phone line goes to telephone net</a:t>
            </a:r>
          </a:p>
          <a:p>
            <a:pPr marL="553641" lvl="1" indent="-164306" defTabSz="685800">
              <a:lnSpc>
                <a:spcPct val="9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 </a:t>
            </a:r>
            <a:r>
              <a:rPr lang="en-US" altLang="en-US" sz="1400" kern="1200" dirty="0" smtClean="0">
                <a:solidFill>
                  <a:prstClr val="black"/>
                </a:solidFill>
                <a:latin typeface="Calibri" panose="020F0502020204030204"/>
                <a:cs typeface="+mn-cs"/>
              </a:rPr>
              <a:t>24-52 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Mbps dedicated downstream transmission rate </a:t>
            </a:r>
          </a:p>
          <a:p>
            <a:pPr marL="553641" lvl="1" indent="-164306" defTabSz="685800">
              <a:lnSpc>
                <a:spcPct val="9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1400" kern="1200" dirty="0" smtClean="0">
                <a:solidFill>
                  <a:prstClr val="black"/>
                </a:solidFill>
                <a:latin typeface="Calibri" panose="020F0502020204030204"/>
                <a:cs typeface="+mn-cs"/>
              </a:rPr>
              <a:t> 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3.5-16 Mbps dedicated upstream transmission rate</a:t>
            </a:r>
          </a:p>
        </p:txBody>
      </p:sp>
      <p:sp>
        <p:nvSpPr>
          <p:cNvPr id="122" name="Rectangle 90">
            <a:extLst>
              <a:ext uri="{FF2B5EF4-FFF2-40B4-BE49-F238E27FC236}">
                <a16:creationId xmlns:a16="http://schemas.microsoft.com/office/drawing/2014/main" id="{2B92D0F8-9673-174E-ABDD-490B4CD83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868" y="1318022"/>
            <a:ext cx="1483519" cy="1046559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123" name="Line 7">
            <a:extLst>
              <a:ext uri="{FF2B5EF4-FFF2-40B4-BE49-F238E27FC236}">
                <a16:creationId xmlns:a16="http://schemas.microsoft.com/office/drawing/2014/main" id="{C21251FC-E166-AC42-B133-BE3F95DBDF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91199" y="1731169"/>
            <a:ext cx="273844" cy="11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ext Box 39">
            <a:extLst>
              <a:ext uri="{FF2B5EF4-FFF2-40B4-BE49-F238E27FC236}">
                <a16:creationId xmlns:a16="http://schemas.microsoft.com/office/drawing/2014/main" id="{D8496936-8AB9-684C-9A18-7A7544551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0610" y="1810941"/>
            <a:ext cx="635110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050" kern="1200" dirty="0">
                <a:solidFill>
                  <a:prstClr val="black"/>
                </a:solidFill>
                <a:cs typeface="+mn-cs"/>
              </a:rPr>
              <a:t>DSL</a:t>
            </a:r>
          </a:p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050" kern="1200" dirty="0">
                <a:solidFill>
                  <a:prstClr val="black"/>
                </a:solidFill>
                <a:cs typeface="+mn-cs"/>
              </a:rPr>
              <a:t>modem</a:t>
            </a:r>
          </a:p>
        </p:txBody>
      </p:sp>
      <p:sp>
        <p:nvSpPr>
          <p:cNvPr id="125" name="Text Box 41">
            <a:extLst>
              <a:ext uri="{FF2B5EF4-FFF2-40B4-BE49-F238E27FC236}">
                <a16:creationId xmlns:a16="http://schemas.microsoft.com/office/drawing/2014/main" id="{EADDD86B-745F-024B-9185-ADF0A4057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9858" y="1828801"/>
            <a:ext cx="582211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050" kern="1200">
                <a:solidFill>
                  <a:prstClr val="black"/>
                </a:solidFill>
                <a:cs typeface="+mn-cs"/>
              </a:rPr>
              <a:t>splitter</a:t>
            </a:r>
          </a:p>
        </p:txBody>
      </p:sp>
      <p:grpSp>
        <p:nvGrpSpPr>
          <p:cNvPr id="126" name="Group 94">
            <a:extLst>
              <a:ext uri="{FF2B5EF4-FFF2-40B4-BE49-F238E27FC236}">
                <a16:creationId xmlns:a16="http://schemas.microsoft.com/office/drawing/2014/main" id="{B8E4BADE-83DB-6E48-8758-3C586A60214D}"/>
              </a:ext>
            </a:extLst>
          </p:cNvPr>
          <p:cNvGrpSpPr>
            <a:grpSpLocks/>
          </p:cNvGrpSpPr>
          <p:nvPr/>
        </p:nvGrpSpPr>
        <p:grpSpPr bwMode="auto">
          <a:xfrm>
            <a:off x="2757899" y="1646635"/>
            <a:ext cx="460772" cy="165497"/>
            <a:chOff x="322" y="890"/>
            <a:chExt cx="872" cy="339"/>
          </a:xfrm>
        </p:grpSpPr>
        <p:sp>
          <p:nvSpPr>
            <p:cNvPr id="127" name="Rectangle 95">
              <a:extLst>
                <a:ext uri="{FF2B5EF4-FFF2-40B4-BE49-F238E27FC236}">
                  <a16:creationId xmlns:a16="http://schemas.microsoft.com/office/drawing/2014/main" id="{EF4650A9-E136-A746-BBB1-8E2CB021F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28" name="Rectangle 96">
              <a:extLst>
                <a:ext uri="{FF2B5EF4-FFF2-40B4-BE49-F238E27FC236}">
                  <a16:creationId xmlns:a16="http://schemas.microsoft.com/office/drawing/2014/main" id="{D0CF841A-8554-624D-86A1-1E42B847F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29" name="Rectangle 97">
              <a:extLst>
                <a:ext uri="{FF2B5EF4-FFF2-40B4-BE49-F238E27FC236}">
                  <a16:creationId xmlns:a16="http://schemas.microsoft.com/office/drawing/2014/main" id="{3FD8358D-90D2-0B45-973D-DDA1E5D95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30" name="Rectangle 98">
              <a:extLst>
                <a:ext uri="{FF2B5EF4-FFF2-40B4-BE49-F238E27FC236}">
                  <a16:creationId xmlns:a16="http://schemas.microsoft.com/office/drawing/2014/main" id="{22A39A62-0617-DE41-B483-0B36601B1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31" name="Rectangle 99">
              <a:extLst>
                <a:ext uri="{FF2B5EF4-FFF2-40B4-BE49-F238E27FC236}">
                  <a16:creationId xmlns:a16="http://schemas.microsoft.com/office/drawing/2014/main" id="{70CBDBDE-EA6B-AD4F-9BBC-19A5D1E28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32" name="AutoShape 100">
              <a:extLst>
                <a:ext uri="{FF2B5EF4-FFF2-40B4-BE49-F238E27FC236}">
                  <a16:creationId xmlns:a16="http://schemas.microsoft.com/office/drawing/2014/main" id="{9E5FC757-6FA6-7344-948E-99FB53AF99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3" name="AutoShape 102">
            <a:extLst>
              <a:ext uri="{FF2B5EF4-FFF2-40B4-BE49-F238E27FC236}">
                <a16:creationId xmlns:a16="http://schemas.microsoft.com/office/drawing/2014/main" id="{CC195EEC-FB36-F24B-A858-23772E742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936" y="1009650"/>
            <a:ext cx="1874044" cy="351235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134" name="Rectangle 103">
            <a:extLst>
              <a:ext uri="{FF2B5EF4-FFF2-40B4-BE49-F238E27FC236}">
                <a16:creationId xmlns:a16="http://schemas.microsoft.com/office/drawing/2014/main" id="{E92D772C-9AFC-9349-9025-8376CFF02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455" y="1684735"/>
            <a:ext cx="125016" cy="108347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135" name="Freeform 104">
            <a:extLst>
              <a:ext uri="{FF2B5EF4-FFF2-40B4-BE49-F238E27FC236}">
                <a16:creationId xmlns:a16="http://schemas.microsoft.com/office/drawing/2014/main" id="{31C23065-7938-0F48-81C0-C7E9438F805C}"/>
              </a:ext>
            </a:extLst>
          </p:cNvPr>
          <p:cNvSpPr>
            <a:spLocks/>
          </p:cNvSpPr>
          <p:nvPr/>
        </p:nvSpPr>
        <p:spPr bwMode="auto">
          <a:xfrm>
            <a:off x="3005548" y="1351360"/>
            <a:ext cx="453629" cy="326231"/>
          </a:xfrm>
          <a:custGeom>
            <a:avLst/>
            <a:gdLst>
              <a:gd name="T0" fmla="*/ 2147483647 w 381"/>
              <a:gd name="T1" fmla="*/ 2147483647 h 274"/>
              <a:gd name="T2" fmla="*/ 2147483647 w 381"/>
              <a:gd name="T3" fmla="*/ 2147483647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36" name="Object 3">
            <a:extLst>
              <a:ext uri="{FF2B5EF4-FFF2-40B4-BE49-F238E27FC236}">
                <a16:creationId xmlns:a16="http://schemas.microsoft.com/office/drawing/2014/main" id="{5697AB3B-F080-8640-9CE2-419B33C50C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0755" y="1198960"/>
          <a:ext cx="367904" cy="277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Clip" r:id="rId4" imgW="9131300" imgH="6438900" progId="MS_ClipArt_Gallery.2">
                  <p:embed/>
                </p:oleObj>
              </mc:Choice>
              <mc:Fallback>
                <p:oleObj name="Clip" r:id="rId4" imgW="9131300" imgH="6438900" progId="MS_ClipArt_Gallery.2">
                  <p:embed/>
                  <p:pic>
                    <p:nvPicPr>
                      <p:cNvPr id="136" name="Object 3">
                        <a:extLst>
                          <a:ext uri="{FF2B5EF4-FFF2-40B4-BE49-F238E27FC236}">
                            <a16:creationId xmlns:a16="http://schemas.microsoft.com/office/drawing/2014/main" id="{5697AB3B-F080-8640-9CE2-419B33C50C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755" y="1198960"/>
                        <a:ext cx="367904" cy="277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" name="Line 130">
            <a:extLst>
              <a:ext uri="{FF2B5EF4-FFF2-40B4-BE49-F238E27FC236}">
                <a16:creationId xmlns:a16="http://schemas.microsoft.com/office/drawing/2014/main" id="{EB0812CC-AFEC-F147-B616-6659B4656A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21052" y="1731169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AutoShape 131">
            <a:extLst>
              <a:ext uri="{FF2B5EF4-FFF2-40B4-BE49-F238E27FC236}">
                <a16:creationId xmlns:a16="http://schemas.microsoft.com/office/drawing/2014/main" id="{4A782F57-90A1-0546-906A-779DD4684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930" y="1234679"/>
            <a:ext cx="904875" cy="196453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grpSp>
        <p:nvGrpSpPr>
          <p:cNvPr id="139" name="Group 136">
            <a:extLst>
              <a:ext uri="{FF2B5EF4-FFF2-40B4-BE49-F238E27FC236}">
                <a16:creationId xmlns:a16="http://schemas.microsoft.com/office/drawing/2014/main" id="{C3294CA0-A83A-DA46-8A62-EBF0F7BF323E}"/>
              </a:ext>
            </a:extLst>
          </p:cNvPr>
          <p:cNvGrpSpPr>
            <a:grpSpLocks/>
          </p:cNvGrpSpPr>
          <p:nvPr/>
        </p:nvGrpSpPr>
        <p:grpSpPr bwMode="auto">
          <a:xfrm>
            <a:off x="3905663" y="2107406"/>
            <a:ext cx="1044178" cy="906066"/>
            <a:chOff x="2274" y="1806"/>
            <a:chExt cx="877" cy="761"/>
          </a:xfrm>
        </p:grpSpPr>
        <p:sp>
          <p:nvSpPr>
            <p:cNvPr id="140" name="Line 132">
              <a:extLst>
                <a:ext uri="{FF2B5EF4-FFF2-40B4-BE49-F238E27FC236}">
                  <a16:creationId xmlns:a16="http://schemas.microsoft.com/office/drawing/2014/main" id="{7ACA0D7A-9A8B-164D-8196-0D58A33B10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1" y="1806"/>
              <a:ext cx="268" cy="43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" name="Text Box 133">
              <a:extLst>
                <a:ext uri="{FF2B5EF4-FFF2-40B4-BE49-F238E27FC236}">
                  <a16:creationId xmlns:a16="http://schemas.microsoft.com/office/drawing/2014/main" id="{217BB671-44AF-9E41-AB6C-D8AD58156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4" y="2226"/>
              <a:ext cx="877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>
                <a:lnSpc>
                  <a:spcPct val="85000"/>
                </a:lnSpc>
                <a:buClrTx/>
                <a:defRPr/>
              </a:pPr>
              <a:r>
                <a:rPr lang="en-US" altLang="en-US" sz="1200" i="1" kern="1200">
                  <a:solidFill>
                    <a:prstClr val="black"/>
                  </a:solidFill>
                  <a:cs typeface="+mn-cs"/>
                </a:rPr>
                <a:t>DSL access </a:t>
              </a:r>
            </a:p>
            <a:p>
              <a:pPr algn="r" defTabSz="685800">
                <a:lnSpc>
                  <a:spcPct val="85000"/>
                </a:lnSpc>
                <a:buClrTx/>
                <a:defRPr/>
              </a:pPr>
              <a:r>
                <a:rPr lang="en-US" altLang="en-US" sz="1200" i="1" kern="1200">
                  <a:solidFill>
                    <a:prstClr val="black"/>
                  </a:solidFill>
                  <a:cs typeface="+mn-cs"/>
                </a:rPr>
                <a:t>multiplexer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AAF6165-084E-AD4E-9369-2E1C7C7F794B}"/>
              </a:ext>
            </a:extLst>
          </p:cNvPr>
          <p:cNvGrpSpPr>
            <a:grpSpLocks/>
          </p:cNvGrpSpPr>
          <p:nvPr/>
        </p:nvGrpSpPr>
        <p:grpSpPr bwMode="auto">
          <a:xfrm>
            <a:off x="2055430" y="1489473"/>
            <a:ext cx="482204" cy="483394"/>
            <a:chOff x="-44" y="1473"/>
            <a:chExt cx="981" cy="1105"/>
          </a:xfrm>
        </p:grpSpPr>
        <p:pic>
          <p:nvPicPr>
            <p:cNvPr id="143" name="Picture 142" descr="desktop_computer_stylized_medium">
              <a:extLst>
                <a:ext uri="{FF2B5EF4-FFF2-40B4-BE49-F238E27FC236}">
                  <a16:creationId xmlns:a16="http://schemas.microsoft.com/office/drawing/2014/main" id="{AB8FFE91-63AE-D84F-86AA-964095AB9A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F37A1DB2-D794-F84F-AC85-6EB60FF36CD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2999" y="3223011"/>
            <a:ext cx="3482642" cy="1257409"/>
          </a:xfrm>
          <a:prstGeom prst="rect">
            <a:avLst/>
          </a:prstGeom>
        </p:spPr>
      </p:pic>
      <p:sp>
        <p:nvSpPr>
          <p:cNvPr id="14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7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51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FE7365B-0CF2-6D4E-8662-17C5789974A9}"/>
              </a:ext>
            </a:extLst>
          </p:cNvPr>
          <p:cNvGrpSpPr/>
          <p:nvPr/>
        </p:nvGrpSpPr>
        <p:grpSpPr>
          <a:xfrm>
            <a:off x="5058760" y="2210560"/>
            <a:ext cx="1643498" cy="860822"/>
            <a:chOff x="6634372" y="2940623"/>
            <a:chExt cx="2191330" cy="1147763"/>
          </a:xfrm>
        </p:grpSpPr>
        <p:sp>
          <p:nvSpPr>
            <p:cNvPr id="158" name="Freeform 129">
              <a:extLst>
                <a:ext uri="{FF2B5EF4-FFF2-40B4-BE49-F238E27FC236}">
                  <a16:creationId xmlns:a16="http://schemas.microsoft.com/office/drawing/2014/main" id="{40DE505F-8692-0345-9DB0-E86A6C74F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372" y="2940623"/>
              <a:ext cx="2178050" cy="1147763"/>
            </a:xfrm>
            <a:custGeom>
              <a:avLst/>
              <a:gdLst>
                <a:gd name="T0" fmla="*/ 1509012 w 765"/>
                <a:gd name="T1" fmla="*/ 5729 h 459"/>
                <a:gd name="T2" fmla="*/ 1027025 w 765"/>
                <a:gd name="T3" fmla="*/ 40395 h 459"/>
                <a:gd name="T4" fmla="*/ 340902 w 765"/>
                <a:gd name="T5" fmla="*/ 58024 h 459"/>
                <a:gd name="T6" fmla="*/ 49874 w 765"/>
                <a:gd name="T7" fmla="*/ 194383 h 459"/>
                <a:gd name="T8" fmla="*/ 640932 w 765"/>
                <a:gd name="T9" fmla="*/ 256788 h 459"/>
                <a:gd name="T10" fmla="*/ 1233656 w 765"/>
                <a:gd name="T11" fmla="*/ 246677 h 459"/>
                <a:gd name="T12" fmla="*/ 2079640 w 765"/>
                <a:gd name="T13" fmla="*/ 256788 h 459"/>
                <a:gd name="T14" fmla="*/ 2485867 w 765"/>
                <a:gd name="T15" fmla="*/ 251149 h 459"/>
                <a:gd name="T16" fmla="*/ 2678580 w 765"/>
                <a:gd name="T17" fmla="*/ 215337 h 459"/>
                <a:gd name="T18" fmla="*/ 2671282 w 765"/>
                <a:gd name="T19" fmla="*/ 91397 h 459"/>
                <a:gd name="T20" fmla="*/ 2357408 w 765"/>
                <a:gd name="T21" fmla="*/ 19830 h 459"/>
                <a:gd name="T22" fmla="*/ 1509012 w 765"/>
                <a:gd name="T23" fmla="*/ 5729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9CDFF9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Line 130">
              <a:extLst>
                <a:ext uri="{FF2B5EF4-FFF2-40B4-BE49-F238E27FC236}">
                  <a16:creationId xmlns:a16="http://schemas.microsoft.com/office/drawing/2014/main" id="{CC1BFC25-D727-AD4D-932D-8009CE2F7F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4635" y="3294636"/>
              <a:ext cx="168275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Line 131">
              <a:extLst>
                <a:ext uri="{FF2B5EF4-FFF2-40B4-BE49-F238E27FC236}">
                  <a16:creationId xmlns:a16="http://schemas.microsoft.com/office/drawing/2014/main" id="{61F57A9F-0CD0-5C4E-86E8-ADC53B557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1272" y="3534348"/>
              <a:ext cx="0" cy="114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Line 132">
              <a:extLst>
                <a:ext uri="{FF2B5EF4-FFF2-40B4-BE49-F238E27FC236}">
                  <a16:creationId xmlns:a16="http://schemas.microsoft.com/office/drawing/2014/main" id="{1718B686-5972-DA46-8450-6B2CB8980D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4635" y="3391473"/>
              <a:ext cx="358775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Line 133">
              <a:extLst>
                <a:ext uri="{FF2B5EF4-FFF2-40B4-BE49-F238E27FC236}">
                  <a16:creationId xmlns:a16="http://schemas.microsoft.com/office/drawing/2014/main" id="{B42FEC22-AB27-0D42-869D-64B05CD22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1522" y="3389886"/>
              <a:ext cx="0" cy="271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Line 134">
              <a:extLst>
                <a:ext uri="{FF2B5EF4-FFF2-40B4-BE49-F238E27FC236}">
                  <a16:creationId xmlns:a16="http://schemas.microsoft.com/office/drawing/2014/main" id="{CAD79659-4AA7-BF43-AA32-59993085B2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0035" y="3813748"/>
              <a:ext cx="2571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Line 135">
              <a:extLst>
                <a:ext uri="{FF2B5EF4-FFF2-40B4-BE49-F238E27FC236}">
                  <a16:creationId xmlns:a16="http://schemas.microsoft.com/office/drawing/2014/main" id="{F7F9DB5C-1752-3341-B2E8-C273BF7864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5685" y="3801048"/>
              <a:ext cx="241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Line 172">
              <a:extLst>
                <a:ext uri="{FF2B5EF4-FFF2-40B4-BE49-F238E27FC236}">
                  <a16:creationId xmlns:a16="http://schemas.microsoft.com/office/drawing/2014/main" id="{FFC4002F-4477-624F-8ED5-E93EA6CC0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10797" y="3797873"/>
              <a:ext cx="24288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Text Box 580">
              <a:extLst>
                <a:ext uri="{FF2B5EF4-FFF2-40B4-BE49-F238E27FC236}">
                  <a16:creationId xmlns:a16="http://schemas.microsoft.com/office/drawing/2014/main" id="{ACBE8DF7-D16E-E14B-90B6-558C55C0D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7585" y="3191448"/>
              <a:ext cx="61811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r>
                <a:rPr lang="en-US" altLang="en-US" sz="1350" kern="1200">
                  <a:solidFill>
                    <a:prstClr val="black"/>
                  </a:solidFill>
                  <a:cs typeface="+mn-cs"/>
                </a:rPr>
                <a:t>ISP</a:t>
              </a:r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4F16207F-582A-1640-9758-D1D4AB63C1AD}"/>
                </a:ext>
              </a:extLst>
            </p:cNvPr>
            <p:cNvGrpSpPr/>
            <p:nvPr/>
          </p:nvGrpSpPr>
          <p:grpSpPr>
            <a:xfrm>
              <a:off x="6972551" y="3193191"/>
              <a:ext cx="576221" cy="330754"/>
              <a:chOff x="7493876" y="2774731"/>
              <a:chExt cx="1481958" cy="894622"/>
            </a:xfrm>
          </p:grpSpPr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8CB87AD0-1F5F-CC48-8F7E-433D23860E6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6529692B-F269-C243-BA24-E4BF8FDA899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351E7744-7123-6D4B-85E6-B3A507AE763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5" name="Freeform 194">
                  <a:extLst>
                    <a:ext uri="{FF2B5EF4-FFF2-40B4-BE49-F238E27FC236}">
                      <a16:creationId xmlns:a16="http://schemas.microsoft.com/office/drawing/2014/main" id="{D1029CA6-C2F3-FF45-91EF-15AF0F20C04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6" name="Freeform 195">
                  <a:extLst>
                    <a:ext uri="{FF2B5EF4-FFF2-40B4-BE49-F238E27FC236}">
                      <a16:creationId xmlns:a16="http://schemas.microsoft.com/office/drawing/2014/main" id="{51839164-1EE5-804A-8D25-CC2C5B88859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7" name="Freeform 196">
                  <a:extLst>
                    <a:ext uri="{FF2B5EF4-FFF2-40B4-BE49-F238E27FC236}">
                      <a16:creationId xmlns:a16="http://schemas.microsoft.com/office/drawing/2014/main" id="{FF2ADE02-E4B7-1F42-A6D9-9E518AE7455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8" name="Freeform 197">
                  <a:extLst>
                    <a:ext uri="{FF2B5EF4-FFF2-40B4-BE49-F238E27FC236}">
                      <a16:creationId xmlns:a16="http://schemas.microsoft.com/office/drawing/2014/main" id="{6B699C31-703A-E049-8445-0251EF0EC7E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112657C9-2B1C-464C-B664-009C9B87C46E}"/>
                </a:ext>
              </a:extLst>
            </p:cNvPr>
            <p:cNvGrpSpPr/>
            <p:nvPr/>
          </p:nvGrpSpPr>
          <p:grpSpPr>
            <a:xfrm>
              <a:off x="6955883" y="3598924"/>
              <a:ext cx="576221" cy="330754"/>
              <a:chOff x="7493876" y="2774731"/>
              <a:chExt cx="1481958" cy="894622"/>
            </a:xfrm>
          </p:grpSpPr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45B05C36-2E4E-394B-9F08-B52E1B9FCEC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81F630B3-D1BF-5942-81D4-51DE1AA6E5A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EEB78467-07B5-234D-87F6-94C3F198E0D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8" name="Freeform 187">
                  <a:extLst>
                    <a:ext uri="{FF2B5EF4-FFF2-40B4-BE49-F238E27FC236}">
                      <a16:creationId xmlns:a16="http://schemas.microsoft.com/office/drawing/2014/main" id="{9D366415-ABBC-F44B-9A8C-EF997C48DA7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9" name="Freeform 188">
                  <a:extLst>
                    <a:ext uri="{FF2B5EF4-FFF2-40B4-BE49-F238E27FC236}">
                      <a16:creationId xmlns:a16="http://schemas.microsoft.com/office/drawing/2014/main" id="{F661368A-D1A5-BD4D-8014-E42D38154A2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0" name="Freeform 189">
                  <a:extLst>
                    <a:ext uri="{FF2B5EF4-FFF2-40B4-BE49-F238E27FC236}">
                      <a16:creationId xmlns:a16="http://schemas.microsoft.com/office/drawing/2014/main" id="{88992003-9DD6-FB4A-A6B8-C981B5A1B08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1" name="Freeform 190">
                  <a:extLst>
                    <a:ext uri="{FF2B5EF4-FFF2-40B4-BE49-F238E27FC236}">
                      <a16:creationId xmlns:a16="http://schemas.microsoft.com/office/drawing/2014/main" id="{D51EB078-6D1B-A34F-BC6D-1132156447F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2BCDF68D-C756-C842-A015-6B56DEF238B7}"/>
                </a:ext>
              </a:extLst>
            </p:cNvPr>
            <p:cNvGrpSpPr/>
            <p:nvPr/>
          </p:nvGrpSpPr>
          <p:grpSpPr>
            <a:xfrm>
              <a:off x="7720114" y="3593282"/>
              <a:ext cx="576221" cy="330754"/>
              <a:chOff x="7493876" y="2774731"/>
              <a:chExt cx="1481958" cy="894622"/>
            </a:xfrm>
          </p:grpSpPr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50934850-2B02-CD47-ABA0-24759729C11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35B062D7-BF74-C14E-B1E8-702BA91D5CA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E0C6A5ED-08F2-4749-9658-C573A2633D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1" name="Freeform 180">
                  <a:extLst>
                    <a:ext uri="{FF2B5EF4-FFF2-40B4-BE49-F238E27FC236}">
                      <a16:creationId xmlns:a16="http://schemas.microsoft.com/office/drawing/2014/main" id="{59DBE865-2695-8A45-82F3-DEE52966AF3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E3EEAA19-E572-7347-A807-3E19B649573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A5912A8E-8AC5-0A40-B58C-7A1236AB745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4" name="Freeform 183">
                  <a:extLst>
                    <a:ext uri="{FF2B5EF4-FFF2-40B4-BE49-F238E27FC236}">
                      <a16:creationId xmlns:a16="http://schemas.microsoft.com/office/drawing/2014/main" id="{84AC52AA-A89D-A548-9B8A-36C520B687A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451DCC0B-CF83-FE4A-B66E-827D2B24DBF9}"/>
                </a:ext>
              </a:extLst>
            </p:cNvPr>
            <p:cNvGrpSpPr/>
            <p:nvPr/>
          </p:nvGrpSpPr>
          <p:grpSpPr>
            <a:xfrm>
              <a:off x="7618622" y="3082478"/>
              <a:ext cx="576221" cy="330754"/>
              <a:chOff x="7493876" y="2774731"/>
              <a:chExt cx="1481958" cy="894622"/>
            </a:xfrm>
          </p:grpSpPr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00331BBA-EC67-F64D-BF3C-96A5FBF3D89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863117E0-75B3-714A-8A78-456DB99C2113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kern="120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2E22C89F-90E0-564A-B49C-2943AA77A86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74" name="Freeform 173">
                  <a:extLst>
                    <a:ext uri="{FF2B5EF4-FFF2-40B4-BE49-F238E27FC236}">
                      <a16:creationId xmlns:a16="http://schemas.microsoft.com/office/drawing/2014/main" id="{79344540-AE9B-F845-B49C-C25ABD4D096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75" name="Freeform 174">
                  <a:extLst>
                    <a:ext uri="{FF2B5EF4-FFF2-40B4-BE49-F238E27FC236}">
                      <a16:creationId xmlns:a16="http://schemas.microsoft.com/office/drawing/2014/main" id="{46CF243F-7407-9A46-B12E-221427A59A7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76" name="Freeform 175">
                  <a:extLst>
                    <a:ext uri="{FF2B5EF4-FFF2-40B4-BE49-F238E27FC236}">
                      <a16:creationId xmlns:a16="http://schemas.microsoft.com/office/drawing/2014/main" id="{1A40EBD6-E642-D14B-AA50-184636F20A0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77" name="Freeform 176">
                  <a:extLst>
                    <a:ext uri="{FF2B5EF4-FFF2-40B4-BE49-F238E27FC236}">
                      <a16:creationId xmlns:a16="http://schemas.microsoft.com/office/drawing/2014/main" id="{ED79DD0B-A70A-4649-9BE9-2ACD3F88BC0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endParaRPr lang="en-US" sz="1350" kern="12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ea typeface="ＭＳ Ｐゴシック" panose="020B0600070205080204" pitchFamily="34" charset="-128"/>
              </a:rPr>
              <a:t>Access networks: digital subscriber line (DSL)</a:t>
            </a:r>
            <a:endParaRPr lang="en-US" sz="2800" dirty="0"/>
          </a:p>
        </p:txBody>
      </p:sp>
      <p:sp>
        <p:nvSpPr>
          <p:cNvPr id="95" name="Freeform 3">
            <a:extLst>
              <a:ext uri="{FF2B5EF4-FFF2-40B4-BE49-F238E27FC236}">
                <a16:creationId xmlns:a16="http://schemas.microsoft.com/office/drawing/2014/main" id="{2CC01EB9-754B-CE41-8582-3B2E9CE9F114}"/>
              </a:ext>
            </a:extLst>
          </p:cNvPr>
          <p:cNvSpPr>
            <a:spLocks/>
          </p:cNvSpPr>
          <p:nvPr/>
        </p:nvSpPr>
        <p:spPr bwMode="auto">
          <a:xfrm>
            <a:off x="4427155" y="1083469"/>
            <a:ext cx="1662113" cy="1108472"/>
          </a:xfrm>
          <a:custGeom>
            <a:avLst/>
            <a:gdLst>
              <a:gd name="T0" fmla="*/ 2147483647 w 1396"/>
              <a:gd name="T1" fmla="*/ 2147483647 h 931"/>
              <a:gd name="T2" fmla="*/ 2147483647 w 1396"/>
              <a:gd name="T3" fmla="*/ 2147483647 h 931"/>
              <a:gd name="T4" fmla="*/ 2147483647 w 1396"/>
              <a:gd name="T5" fmla="*/ 2147483647 h 931"/>
              <a:gd name="T6" fmla="*/ 2147483647 w 1396"/>
              <a:gd name="T7" fmla="*/ 2147483647 h 931"/>
              <a:gd name="T8" fmla="*/ 2147483647 w 1396"/>
              <a:gd name="T9" fmla="*/ 2147483647 h 931"/>
              <a:gd name="T10" fmla="*/ 2147483647 w 1396"/>
              <a:gd name="T11" fmla="*/ 2147483647 h 931"/>
              <a:gd name="T12" fmla="*/ 2147483647 w 1396"/>
              <a:gd name="T13" fmla="*/ 2147483647 h 931"/>
              <a:gd name="T14" fmla="*/ 2147483647 w 1396"/>
              <a:gd name="T15" fmla="*/ 2147483647 h 931"/>
              <a:gd name="T16" fmla="*/ 2147483647 w 1396"/>
              <a:gd name="T17" fmla="*/ 2147483647 h 931"/>
              <a:gd name="T18" fmla="*/ 2147483647 w 1396"/>
              <a:gd name="T19" fmla="*/ 2147483647 h 931"/>
              <a:gd name="T20" fmla="*/ 2147483647 w 1396"/>
              <a:gd name="T21" fmla="*/ 2147483647 h 931"/>
              <a:gd name="T22" fmla="*/ 2147483647 w 1396"/>
              <a:gd name="T23" fmla="*/ 2147483647 h 931"/>
              <a:gd name="T24" fmla="*/ 2147483647 w 1396"/>
              <a:gd name="T25" fmla="*/ 2147483647 h 931"/>
              <a:gd name="T26" fmla="*/ 2147483647 w 1396"/>
              <a:gd name="T27" fmla="*/ 2147483647 h 931"/>
              <a:gd name="T28" fmla="*/ 2147483647 w 1396"/>
              <a:gd name="T29" fmla="*/ 2147483647 h 931"/>
              <a:gd name="T30" fmla="*/ 2147483647 w 1396"/>
              <a:gd name="T31" fmla="*/ 2147483647 h 93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396"/>
              <a:gd name="T49" fmla="*/ 0 h 931"/>
              <a:gd name="T50" fmla="*/ 1396 w 1396"/>
              <a:gd name="T51" fmla="*/ 931 h 93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396" h="931">
                <a:moveTo>
                  <a:pt x="873" y="18"/>
                </a:moveTo>
                <a:cubicBezTo>
                  <a:pt x="787" y="32"/>
                  <a:pt x="625" y="55"/>
                  <a:pt x="526" y="89"/>
                </a:cubicBezTo>
                <a:cubicBezTo>
                  <a:pt x="426" y="122"/>
                  <a:pt x="346" y="184"/>
                  <a:pt x="278" y="216"/>
                </a:cubicBezTo>
                <a:cubicBezTo>
                  <a:pt x="210" y="248"/>
                  <a:pt x="159" y="236"/>
                  <a:pt x="118" y="283"/>
                </a:cubicBezTo>
                <a:cubicBezTo>
                  <a:pt x="77" y="330"/>
                  <a:pt x="46" y="416"/>
                  <a:pt x="30" y="497"/>
                </a:cubicBezTo>
                <a:cubicBezTo>
                  <a:pt x="14" y="578"/>
                  <a:pt x="0" y="714"/>
                  <a:pt x="24" y="768"/>
                </a:cubicBezTo>
                <a:cubicBezTo>
                  <a:pt x="49" y="821"/>
                  <a:pt x="112" y="796"/>
                  <a:pt x="178" y="818"/>
                </a:cubicBezTo>
                <a:cubicBezTo>
                  <a:pt x="244" y="840"/>
                  <a:pt x="318" y="886"/>
                  <a:pt x="421" y="902"/>
                </a:cubicBezTo>
                <a:cubicBezTo>
                  <a:pt x="524" y="918"/>
                  <a:pt x="681" y="916"/>
                  <a:pt x="793" y="916"/>
                </a:cubicBezTo>
                <a:cubicBezTo>
                  <a:pt x="905" y="916"/>
                  <a:pt x="1004" y="931"/>
                  <a:pt x="1095" y="902"/>
                </a:cubicBezTo>
                <a:cubicBezTo>
                  <a:pt x="1186" y="873"/>
                  <a:pt x="1291" y="813"/>
                  <a:pt x="1337" y="744"/>
                </a:cubicBezTo>
                <a:cubicBezTo>
                  <a:pt x="1383" y="675"/>
                  <a:pt x="1365" y="580"/>
                  <a:pt x="1372" y="487"/>
                </a:cubicBezTo>
                <a:cubicBezTo>
                  <a:pt x="1378" y="393"/>
                  <a:pt x="1396" y="256"/>
                  <a:pt x="1377" y="179"/>
                </a:cubicBezTo>
                <a:cubicBezTo>
                  <a:pt x="1358" y="102"/>
                  <a:pt x="1314" y="57"/>
                  <a:pt x="1259" y="28"/>
                </a:cubicBezTo>
                <a:cubicBezTo>
                  <a:pt x="1203" y="0"/>
                  <a:pt x="1110" y="7"/>
                  <a:pt x="1046" y="5"/>
                </a:cubicBezTo>
                <a:cubicBezTo>
                  <a:pt x="981" y="3"/>
                  <a:pt x="959" y="5"/>
                  <a:pt x="873" y="18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">
            <a:extLst>
              <a:ext uri="{FF2B5EF4-FFF2-40B4-BE49-F238E27FC236}">
                <a16:creationId xmlns:a16="http://schemas.microsoft.com/office/drawing/2014/main" id="{B627A3EE-6F93-284A-83BB-FE4EAD9D5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7249" y="1613298"/>
            <a:ext cx="145256" cy="14525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97" name="Oval 12">
            <a:extLst>
              <a:ext uri="{FF2B5EF4-FFF2-40B4-BE49-F238E27FC236}">
                <a16:creationId xmlns:a16="http://schemas.microsoft.com/office/drawing/2014/main" id="{C57B5EF8-F77C-1B42-AB82-725292966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999" y="1334692"/>
            <a:ext cx="145256" cy="14525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98" name="Line 15">
            <a:extLst>
              <a:ext uri="{FF2B5EF4-FFF2-40B4-BE49-F238E27FC236}">
                <a16:creationId xmlns:a16="http://schemas.microsoft.com/office/drawing/2014/main" id="{61C37BF6-4477-1B43-8E1D-3D1B221EC6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42733" y="1440656"/>
            <a:ext cx="238125" cy="252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Line 16">
            <a:extLst>
              <a:ext uri="{FF2B5EF4-FFF2-40B4-BE49-F238E27FC236}">
                <a16:creationId xmlns:a16="http://schemas.microsoft.com/office/drawing/2014/main" id="{8B677416-ACBA-BE49-99D1-9E00AF65AB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8008" y="1422797"/>
            <a:ext cx="300038" cy="4429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Rectangle 44">
            <a:extLst>
              <a:ext uri="{FF2B5EF4-FFF2-40B4-BE49-F238E27FC236}">
                <a16:creationId xmlns:a16="http://schemas.microsoft.com/office/drawing/2014/main" id="{8C3CA799-9994-7B4C-A236-0CBDAF9C4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6705" y="1425179"/>
            <a:ext cx="716756" cy="52506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01" name="Text Box 45">
            <a:extLst>
              <a:ext uri="{FF2B5EF4-FFF2-40B4-BE49-F238E27FC236}">
                <a16:creationId xmlns:a16="http://schemas.microsoft.com/office/drawing/2014/main" id="{ABC0609F-F95A-6A4D-ACAE-3A0EAA895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8321" y="1064419"/>
            <a:ext cx="1444228" cy="24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200" kern="1200">
                <a:solidFill>
                  <a:prstClr val="black"/>
                </a:solidFill>
                <a:cs typeface="+mn-cs"/>
              </a:rPr>
              <a:t>central office</a:t>
            </a:r>
          </a:p>
        </p:txBody>
      </p:sp>
      <p:sp>
        <p:nvSpPr>
          <p:cNvPr id="102" name="Line 14">
            <a:extLst>
              <a:ext uri="{FF2B5EF4-FFF2-40B4-BE49-F238E27FC236}">
                <a16:creationId xmlns:a16="http://schemas.microsoft.com/office/drawing/2014/main" id="{C86E3CF4-AAAA-074D-BAA4-B02F477DCD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16290" y="1729979"/>
            <a:ext cx="14537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Text Box 17">
            <a:extLst>
              <a:ext uri="{FF2B5EF4-FFF2-40B4-BE49-F238E27FC236}">
                <a16:creationId xmlns:a16="http://schemas.microsoft.com/office/drawing/2014/main" id="{840DC24E-DBCB-E94C-8975-B46FBD3E0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690" y="1104900"/>
            <a:ext cx="856325" cy="406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buClrTx/>
              <a:defRPr/>
            </a:pPr>
            <a:r>
              <a:rPr lang="en-US" altLang="en-US" sz="1200" kern="1200">
                <a:solidFill>
                  <a:prstClr val="black"/>
                </a:solidFill>
                <a:cs typeface="+mn-cs"/>
              </a:rPr>
              <a:t>telephone</a:t>
            </a:r>
          </a:p>
          <a:p>
            <a:pPr defTabSz="685800">
              <a:lnSpc>
                <a:spcPct val="85000"/>
              </a:lnSpc>
              <a:buClrTx/>
              <a:defRPr/>
            </a:pPr>
            <a:r>
              <a:rPr lang="en-US" altLang="en-US" sz="1200" kern="1200">
                <a:solidFill>
                  <a:prstClr val="black"/>
                </a:solidFill>
                <a:cs typeface="+mn-cs"/>
              </a:rPr>
              <a:t>network</a:t>
            </a:r>
          </a:p>
        </p:txBody>
      </p:sp>
      <p:grpSp>
        <p:nvGrpSpPr>
          <p:cNvPr id="104" name="Group 108">
            <a:extLst>
              <a:ext uri="{FF2B5EF4-FFF2-40B4-BE49-F238E27FC236}">
                <a16:creationId xmlns:a16="http://schemas.microsoft.com/office/drawing/2014/main" id="{218A2C9E-40B0-5943-B5FF-D927729FA1FA}"/>
              </a:ext>
            </a:extLst>
          </p:cNvPr>
          <p:cNvGrpSpPr>
            <a:grpSpLocks/>
          </p:cNvGrpSpPr>
          <p:nvPr/>
        </p:nvGrpSpPr>
        <p:grpSpPr bwMode="auto">
          <a:xfrm>
            <a:off x="4679567" y="1513285"/>
            <a:ext cx="276225" cy="389334"/>
            <a:chOff x="1852" y="2562"/>
            <a:chExt cx="355" cy="471"/>
          </a:xfrm>
        </p:grpSpPr>
        <p:sp>
          <p:nvSpPr>
            <p:cNvPr id="105" name="Freeform 109">
              <a:extLst>
                <a:ext uri="{FF2B5EF4-FFF2-40B4-BE49-F238E27FC236}">
                  <a16:creationId xmlns:a16="http://schemas.microsoft.com/office/drawing/2014/main" id="{45B8912E-0D7C-E043-A9BD-224FD05B1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621"/>
              <a:ext cx="318" cy="412"/>
            </a:xfrm>
            <a:custGeom>
              <a:avLst/>
              <a:gdLst>
                <a:gd name="T0" fmla="*/ 0 w 318"/>
                <a:gd name="T1" fmla="*/ 412 h 412"/>
                <a:gd name="T2" fmla="*/ 3 w 318"/>
                <a:gd name="T3" fmla="*/ 1 h 412"/>
                <a:gd name="T4" fmla="*/ 74 w 318"/>
                <a:gd name="T5" fmla="*/ 0 h 412"/>
                <a:gd name="T6" fmla="*/ 254 w 318"/>
                <a:gd name="T7" fmla="*/ 111 h 412"/>
                <a:gd name="T8" fmla="*/ 318 w 318"/>
                <a:gd name="T9" fmla="*/ 115 h 412"/>
                <a:gd name="T10" fmla="*/ 318 w 318"/>
                <a:gd name="T11" fmla="*/ 308 h 412"/>
                <a:gd name="T12" fmla="*/ 246 w 318"/>
                <a:gd name="T13" fmla="*/ 308 h 412"/>
                <a:gd name="T14" fmla="*/ 74 w 318"/>
                <a:gd name="T15" fmla="*/ 412 h 412"/>
                <a:gd name="T16" fmla="*/ 0 w 318"/>
                <a:gd name="T17" fmla="*/ 412 h 4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8"/>
                <a:gd name="T28" fmla="*/ 0 h 412"/>
                <a:gd name="T29" fmla="*/ 318 w 318"/>
                <a:gd name="T30" fmla="*/ 412 h 4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8" h="412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110">
              <a:extLst>
                <a:ext uri="{FF2B5EF4-FFF2-40B4-BE49-F238E27FC236}">
                  <a16:creationId xmlns:a16="http://schemas.microsoft.com/office/drawing/2014/main" id="{C648ABA8-AD4C-7045-B95D-4AFA6789E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2562"/>
              <a:ext cx="353" cy="369"/>
            </a:xfrm>
            <a:custGeom>
              <a:avLst/>
              <a:gdLst>
                <a:gd name="T0" fmla="*/ 0 w 353"/>
                <a:gd name="T1" fmla="*/ 59 h 369"/>
                <a:gd name="T2" fmla="*/ 32 w 353"/>
                <a:gd name="T3" fmla="*/ 0 h 369"/>
                <a:gd name="T4" fmla="*/ 105 w 353"/>
                <a:gd name="T5" fmla="*/ 0 h 369"/>
                <a:gd name="T6" fmla="*/ 276 w 353"/>
                <a:gd name="T7" fmla="*/ 113 h 369"/>
                <a:gd name="T8" fmla="*/ 353 w 353"/>
                <a:gd name="T9" fmla="*/ 113 h 369"/>
                <a:gd name="T10" fmla="*/ 353 w 353"/>
                <a:gd name="T11" fmla="*/ 315 h 369"/>
                <a:gd name="T12" fmla="*/ 318 w 353"/>
                <a:gd name="T13" fmla="*/ 369 h 369"/>
                <a:gd name="T14" fmla="*/ 315 w 353"/>
                <a:gd name="T15" fmla="*/ 173 h 369"/>
                <a:gd name="T16" fmla="*/ 254 w 353"/>
                <a:gd name="T17" fmla="*/ 173 h 369"/>
                <a:gd name="T18" fmla="*/ 75 w 353"/>
                <a:gd name="T19" fmla="*/ 60 h 369"/>
                <a:gd name="T20" fmla="*/ 0 w 353"/>
                <a:gd name="T21" fmla="*/ 59 h 3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3"/>
                <a:gd name="T34" fmla="*/ 0 h 369"/>
                <a:gd name="T35" fmla="*/ 353 w 353"/>
                <a:gd name="T36" fmla="*/ 369 h 3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3" h="369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Line 111">
              <a:extLst>
                <a:ext uri="{FF2B5EF4-FFF2-40B4-BE49-F238E27FC236}">
                  <a16:creationId xmlns:a16="http://schemas.microsoft.com/office/drawing/2014/main" id="{880C7F42-24AB-BE42-A8D4-BCF7622D4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7" y="2674"/>
              <a:ext cx="34" cy="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Line 112">
              <a:extLst>
                <a:ext uri="{FF2B5EF4-FFF2-40B4-BE49-F238E27FC236}">
                  <a16:creationId xmlns:a16="http://schemas.microsoft.com/office/drawing/2014/main" id="{CB4756AB-EF1F-9E4A-8E5F-FC03EF7B6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0" y="283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113">
              <a:extLst>
                <a:ext uri="{FF2B5EF4-FFF2-40B4-BE49-F238E27FC236}">
                  <a16:creationId xmlns:a16="http://schemas.microsoft.com/office/drawing/2014/main" id="{F4FDFC8D-7497-0B4E-BB98-EC6A2F919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2670"/>
              <a:ext cx="264" cy="105"/>
            </a:xfrm>
            <a:custGeom>
              <a:avLst/>
              <a:gdLst>
                <a:gd name="T0" fmla="*/ 0 w 264"/>
                <a:gd name="T1" fmla="*/ 0 h 105"/>
                <a:gd name="T2" fmla="*/ 52 w 264"/>
                <a:gd name="T3" fmla="*/ 0 h 105"/>
                <a:gd name="T4" fmla="*/ 207 w 264"/>
                <a:gd name="T5" fmla="*/ 105 h 105"/>
                <a:gd name="T6" fmla="*/ 264 w 264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114">
              <a:extLst>
                <a:ext uri="{FF2B5EF4-FFF2-40B4-BE49-F238E27FC236}">
                  <a16:creationId xmlns:a16="http://schemas.microsoft.com/office/drawing/2014/main" id="{59F7FFFC-6804-A54D-A576-FA1FEBB9A13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74" y="2884"/>
              <a:ext cx="264" cy="105"/>
            </a:xfrm>
            <a:custGeom>
              <a:avLst/>
              <a:gdLst>
                <a:gd name="T0" fmla="*/ 0 w 264"/>
                <a:gd name="T1" fmla="*/ 0 h 105"/>
                <a:gd name="T2" fmla="*/ 52 w 264"/>
                <a:gd name="T3" fmla="*/ 0 h 105"/>
                <a:gd name="T4" fmla="*/ 207 w 264"/>
                <a:gd name="T5" fmla="*/ 105 h 105"/>
                <a:gd name="T6" fmla="*/ 264 w 264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1" name="Text Box 115">
            <a:extLst>
              <a:ext uri="{FF2B5EF4-FFF2-40B4-BE49-F238E27FC236}">
                <a16:creationId xmlns:a16="http://schemas.microsoft.com/office/drawing/2014/main" id="{C49B2571-785F-8141-BD4A-B30372BAB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061" y="1921669"/>
            <a:ext cx="7131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r>
              <a:rPr lang="en-US" altLang="en-US" sz="1200" kern="1200">
                <a:solidFill>
                  <a:prstClr val="black"/>
                </a:solidFill>
                <a:cs typeface="+mn-cs"/>
              </a:rPr>
              <a:t>DSLAM</a:t>
            </a:r>
          </a:p>
        </p:txBody>
      </p:sp>
      <p:grpSp>
        <p:nvGrpSpPr>
          <p:cNvPr id="112" name="Group 118">
            <a:extLst>
              <a:ext uri="{FF2B5EF4-FFF2-40B4-BE49-F238E27FC236}">
                <a16:creationId xmlns:a16="http://schemas.microsoft.com/office/drawing/2014/main" id="{C9BAF3DB-0084-0642-AE8F-E48499FC4E61}"/>
              </a:ext>
            </a:extLst>
          </p:cNvPr>
          <p:cNvGrpSpPr>
            <a:grpSpLocks/>
          </p:cNvGrpSpPr>
          <p:nvPr/>
        </p:nvGrpSpPr>
        <p:grpSpPr bwMode="auto">
          <a:xfrm>
            <a:off x="3735402" y="978694"/>
            <a:ext cx="597694" cy="494110"/>
            <a:chOff x="1671" y="1861"/>
            <a:chExt cx="502" cy="415"/>
          </a:xfrm>
        </p:grpSpPr>
        <p:sp>
          <p:nvSpPr>
            <p:cNvPr id="113" name="Rectangle 116">
              <a:extLst>
                <a:ext uri="{FF2B5EF4-FFF2-40B4-BE49-F238E27FC236}">
                  <a16:creationId xmlns:a16="http://schemas.microsoft.com/office/drawing/2014/main" id="{BF2CCE2C-7318-3F45-89ED-AC0CE601E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2" y="1966"/>
              <a:ext cx="360" cy="31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14" name="AutoShape 117">
              <a:extLst>
                <a:ext uri="{FF2B5EF4-FFF2-40B4-BE49-F238E27FC236}">
                  <a16:creationId xmlns:a16="http://schemas.microsoft.com/office/drawing/2014/main" id="{7F3ACC6C-EF23-B844-A225-435E1C02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1861"/>
              <a:ext cx="502" cy="129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</p:grpSp>
      <p:sp>
        <p:nvSpPr>
          <p:cNvPr id="115" name="Freeform 119">
            <a:extLst>
              <a:ext uri="{FF2B5EF4-FFF2-40B4-BE49-F238E27FC236}">
                <a16:creationId xmlns:a16="http://schemas.microsoft.com/office/drawing/2014/main" id="{AE2A4503-59F8-EE45-A067-8713395B9C4D}"/>
              </a:ext>
            </a:extLst>
          </p:cNvPr>
          <p:cNvSpPr>
            <a:spLocks/>
          </p:cNvSpPr>
          <p:nvPr/>
        </p:nvSpPr>
        <p:spPr bwMode="auto">
          <a:xfrm>
            <a:off x="4187840" y="1420416"/>
            <a:ext cx="506015" cy="179784"/>
          </a:xfrm>
          <a:custGeom>
            <a:avLst/>
            <a:gdLst>
              <a:gd name="T0" fmla="*/ 0 w 425"/>
              <a:gd name="T1" fmla="*/ 0 h 151"/>
              <a:gd name="T2" fmla="*/ 0 w 425"/>
              <a:gd name="T3" fmla="*/ 2147483647 h 151"/>
              <a:gd name="T4" fmla="*/ 2147483647 w 425"/>
              <a:gd name="T5" fmla="*/ 2147483647 h 151"/>
              <a:gd name="T6" fmla="*/ 0 60000 65536"/>
              <a:gd name="T7" fmla="*/ 0 60000 65536"/>
              <a:gd name="T8" fmla="*/ 0 60000 65536"/>
              <a:gd name="T9" fmla="*/ 0 w 425"/>
              <a:gd name="T10" fmla="*/ 0 h 151"/>
              <a:gd name="T11" fmla="*/ 425 w 425"/>
              <a:gd name="T12" fmla="*/ 151 h 1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5" h="151">
                <a:moveTo>
                  <a:pt x="0" y="0"/>
                </a:moveTo>
                <a:lnTo>
                  <a:pt x="0" y="151"/>
                </a:lnTo>
                <a:lnTo>
                  <a:pt x="425" y="151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Line 120">
            <a:extLst>
              <a:ext uri="{FF2B5EF4-FFF2-40B4-BE49-F238E27FC236}">
                <a16:creationId xmlns:a16="http://schemas.microsoft.com/office/drawing/2014/main" id="{D69F4117-7839-1943-A5FE-926B01D84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9365" y="1694260"/>
            <a:ext cx="28336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Freeform 123">
            <a:extLst>
              <a:ext uri="{FF2B5EF4-FFF2-40B4-BE49-F238E27FC236}">
                <a16:creationId xmlns:a16="http://schemas.microsoft.com/office/drawing/2014/main" id="{71A3F73C-866C-2049-9C1B-445DBD854DB4}"/>
              </a:ext>
            </a:extLst>
          </p:cNvPr>
          <p:cNvSpPr>
            <a:spLocks/>
          </p:cNvSpPr>
          <p:nvPr/>
        </p:nvSpPr>
        <p:spPr bwMode="auto">
          <a:xfrm>
            <a:off x="4959364" y="1745456"/>
            <a:ext cx="347663" cy="757238"/>
          </a:xfrm>
          <a:custGeom>
            <a:avLst/>
            <a:gdLst>
              <a:gd name="T0" fmla="*/ 0 w 292"/>
              <a:gd name="T1" fmla="*/ 0 h 636"/>
              <a:gd name="T2" fmla="*/ 2147483647 w 292"/>
              <a:gd name="T3" fmla="*/ 0 h 636"/>
              <a:gd name="T4" fmla="*/ 2147483647 w 292"/>
              <a:gd name="T5" fmla="*/ 2147483647 h 636"/>
              <a:gd name="T6" fmla="*/ 2147483647 w 292"/>
              <a:gd name="T7" fmla="*/ 2147483647 h 636"/>
              <a:gd name="T8" fmla="*/ 0 60000 65536"/>
              <a:gd name="T9" fmla="*/ 0 60000 65536"/>
              <a:gd name="T10" fmla="*/ 0 60000 65536"/>
              <a:gd name="T11" fmla="*/ 0 60000 65536"/>
              <a:gd name="T12" fmla="*/ 0 w 292"/>
              <a:gd name="T13" fmla="*/ 0 h 636"/>
              <a:gd name="T14" fmla="*/ 292 w 292"/>
              <a:gd name="T15" fmla="*/ 636 h 6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" h="636">
                <a:moveTo>
                  <a:pt x="0" y="0"/>
                </a:moveTo>
                <a:lnTo>
                  <a:pt x="130" y="0"/>
                </a:lnTo>
                <a:lnTo>
                  <a:pt x="130" y="636"/>
                </a:lnTo>
                <a:lnTo>
                  <a:pt x="292" y="6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8" name="Group 135">
            <a:extLst>
              <a:ext uri="{FF2B5EF4-FFF2-40B4-BE49-F238E27FC236}">
                <a16:creationId xmlns:a16="http://schemas.microsoft.com/office/drawing/2014/main" id="{7DC11D2E-7EFC-264E-9DA3-A2DC76738630}"/>
              </a:ext>
            </a:extLst>
          </p:cNvPr>
          <p:cNvGrpSpPr>
            <a:grpSpLocks/>
          </p:cNvGrpSpPr>
          <p:nvPr/>
        </p:nvGrpSpPr>
        <p:grpSpPr bwMode="auto">
          <a:xfrm>
            <a:off x="1720864" y="1788319"/>
            <a:ext cx="2399110" cy="1234679"/>
            <a:chOff x="439" y="1538"/>
            <a:chExt cx="2015" cy="1037"/>
          </a:xfrm>
        </p:grpSpPr>
        <p:sp>
          <p:nvSpPr>
            <p:cNvPr id="119" name="Text Box 124">
              <a:extLst>
                <a:ext uri="{FF2B5EF4-FFF2-40B4-BE49-F238E27FC236}">
                  <a16:creationId xmlns:a16="http://schemas.microsoft.com/office/drawing/2014/main" id="{F820F6C6-093F-9C4E-AB3B-6C47EF093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" y="2102"/>
              <a:ext cx="1860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>
                <a:lnSpc>
                  <a:spcPct val="85000"/>
                </a:lnSpc>
                <a:buClrTx/>
                <a:defRPr/>
              </a:pPr>
              <a:r>
                <a:rPr lang="en-US" altLang="en-US" sz="1200" i="1" kern="1200">
                  <a:solidFill>
                    <a:prstClr val="black"/>
                  </a:solidFill>
                  <a:cs typeface="+mn-cs"/>
                </a:rPr>
                <a:t>voice, data transmitted</a:t>
              </a:r>
            </a:p>
            <a:p>
              <a:pPr algn="r" defTabSz="685800">
                <a:lnSpc>
                  <a:spcPct val="85000"/>
                </a:lnSpc>
                <a:buClrTx/>
                <a:defRPr/>
              </a:pPr>
              <a:r>
                <a:rPr lang="en-US" altLang="en-US" sz="1200" i="1" kern="1200">
                  <a:solidFill>
                    <a:prstClr val="black"/>
                  </a:solidFill>
                  <a:cs typeface="+mn-cs"/>
                </a:rPr>
                <a:t>at different frequencies over</a:t>
              </a:r>
            </a:p>
            <a:p>
              <a:pPr algn="r" defTabSz="685800">
                <a:lnSpc>
                  <a:spcPct val="85000"/>
                </a:lnSpc>
                <a:buClrTx/>
                <a:defRPr/>
              </a:pPr>
              <a:r>
                <a:rPr lang="en-US" altLang="en-US" sz="1200" i="1" kern="1200">
                  <a:solidFill>
                    <a:srgbClr val="CC0000"/>
                  </a:solidFill>
                  <a:cs typeface="+mn-cs"/>
                </a:rPr>
                <a:t>dedicated </a:t>
              </a:r>
              <a:r>
                <a:rPr lang="en-US" altLang="en-US" sz="1200" i="1" kern="1200">
                  <a:solidFill>
                    <a:prstClr val="black"/>
                  </a:solidFill>
                  <a:cs typeface="+mn-cs"/>
                </a:rPr>
                <a:t>line to central office</a:t>
              </a:r>
            </a:p>
          </p:txBody>
        </p:sp>
        <p:sp>
          <p:nvSpPr>
            <p:cNvPr id="120" name="Line 125">
              <a:extLst>
                <a:ext uri="{FF2B5EF4-FFF2-40B4-BE49-F238E27FC236}">
                  <a16:creationId xmlns:a16="http://schemas.microsoft.com/office/drawing/2014/main" id="{B265F954-771D-354D-8226-0A3C1F05D9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93" y="1538"/>
              <a:ext cx="361" cy="58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1" name="Rectangle 52">
            <a:extLst>
              <a:ext uri="{FF2B5EF4-FFF2-40B4-BE49-F238E27FC236}">
                <a16:creationId xmlns:a16="http://schemas.microsoft.com/office/drawing/2014/main" id="{2727FB33-7506-E74E-B6C6-D1B4CA8AE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006" y="3003495"/>
            <a:ext cx="4595455" cy="193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8188" indent="-2809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77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553641" lvl="1" indent="-164306" defTabSz="685800">
              <a:lnSpc>
                <a:spcPct val="9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 The maximum rate is also limited by </a:t>
            </a:r>
            <a:r>
              <a:rPr lang="en-US" altLang="en-US" sz="1400" b="1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the distance between the home and </a:t>
            </a:r>
            <a:r>
              <a:rPr lang="en-US" altLang="en-US" sz="1400" b="1" kern="1200" dirty="0" smtClean="0">
                <a:solidFill>
                  <a:prstClr val="black"/>
                </a:solidFill>
                <a:latin typeface="Calibri" panose="020F0502020204030204"/>
                <a:cs typeface="+mn-cs"/>
              </a:rPr>
              <a:t>the </a:t>
            </a:r>
            <a:r>
              <a:rPr lang="en-US" altLang="en-US" sz="1400" b="1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CO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, the </a:t>
            </a:r>
            <a:r>
              <a:rPr lang="en-US" altLang="en-US" sz="1400" b="1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gauge of the twisted-pair line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 and the </a:t>
            </a:r>
            <a:r>
              <a:rPr lang="en-US" altLang="en-US" sz="1400" b="1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degree of </a:t>
            </a:r>
            <a:r>
              <a:rPr lang="en-US" altLang="en-US" sz="1400" b="1" kern="1200" dirty="0" smtClean="0">
                <a:solidFill>
                  <a:prstClr val="black"/>
                </a:solidFill>
                <a:latin typeface="Calibri" panose="020F0502020204030204"/>
                <a:cs typeface="+mn-cs"/>
              </a:rPr>
              <a:t>electrical interference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. </a:t>
            </a:r>
            <a:endParaRPr lang="en-US" altLang="en-US" sz="1400" kern="1200" dirty="0" smtClean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marL="553641" lvl="1" indent="-164306" defTabSz="685800">
              <a:lnSpc>
                <a:spcPct val="9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1400" kern="1200" dirty="0" smtClean="0">
                <a:solidFill>
                  <a:prstClr val="black"/>
                </a:solidFill>
                <a:latin typeface="Calibri" panose="020F0502020204030204"/>
                <a:cs typeface="+mn-cs"/>
              </a:rPr>
              <a:t>Engineers 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have expressly designed DSL for short </a:t>
            </a:r>
            <a:r>
              <a:rPr lang="en-US" altLang="en-US" sz="1400" kern="1200" dirty="0" smtClean="0">
                <a:solidFill>
                  <a:prstClr val="black"/>
                </a:solidFill>
                <a:latin typeface="Calibri" panose="020F0502020204030204"/>
                <a:cs typeface="+mn-cs"/>
              </a:rPr>
              <a:t>distances between 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the home and the CO; generally, if the residence is not located within </a:t>
            </a:r>
            <a:r>
              <a:rPr lang="en-US" altLang="en-US" sz="1400" kern="1200" dirty="0" smtClean="0">
                <a:solidFill>
                  <a:prstClr val="black"/>
                </a:solidFill>
                <a:latin typeface="Calibri" panose="020F0502020204030204"/>
                <a:cs typeface="+mn-cs"/>
              </a:rPr>
              <a:t>5 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to 10 miles of the CO, the residence must resort to an alternative form of </a:t>
            </a:r>
            <a:r>
              <a:rPr lang="en-US" altLang="en-US" sz="1400" kern="1200" dirty="0" smtClean="0">
                <a:solidFill>
                  <a:prstClr val="black"/>
                </a:solidFill>
                <a:latin typeface="Calibri" panose="020F0502020204030204"/>
                <a:cs typeface="+mn-cs"/>
              </a:rPr>
              <a:t>Internet </a:t>
            </a:r>
            <a:r>
              <a:rPr lang="en-US" altLang="en-US" sz="1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access.</a:t>
            </a:r>
          </a:p>
        </p:txBody>
      </p:sp>
      <p:sp>
        <p:nvSpPr>
          <p:cNvPr id="122" name="Rectangle 90">
            <a:extLst>
              <a:ext uri="{FF2B5EF4-FFF2-40B4-BE49-F238E27FC236}">
                <a16:creationId xmlns:a16="http://schemas.microsoft.com/office/drawing/2014/main" id="{2B92D0F8-9673-174E-ABDD-490B4CD83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868" y="1318022"/>
            <a:ext cx="1483519" cy="1046559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123" name="Line 7">
            <a:extLst>
              <a:ext uri="{FF2B5EF4-FFF2-40B4-BE49-F238E27FC236}">
                <a16:creationId xmlns:a16="http://schemas.microsoft.com/office/drawing/2014/main" id="{C21251FC-E166-AC42-B133-BE3F95DBDF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91199" y="1731169"/>
            <a:ext cx="273844" cy="11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ext Box 39">
            <a:extLst>
              <a:ext uri="{FF2B5EF4-FFF2-40B4-BE49-F238E27FC236}">
                <a16:creationId xmlns:a16="http://schemas.microsoft.com/office/drawing/2014/main" id="{D8496936-8AB9-684C-9A18-7A7544551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0610" y="1810941"/>
            <a:ext cx="635110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050" kern="1200" dirty="0">
                <a:solidFill>
                  <a:prstClr val="black"/>
                </a:solidFill>
                <a:cs typeface="+mn-cs"/>
              </a:rPr>
              <a:t>DSL</a:t>
            </a:r>
          </a:p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050" kern="1200" dirty="0">
                <a:solidFill>
                  <a:prstClr val="black"/>
                </a:solidFill>
                <a:cs typeface="+mn-cs"/>
              </a:rPr>
              <a:t>modem</a:t>
            </a:r>
          </a:p>
        </p:txBody>
      </p:sp>
      <p:sp>
        <p:nvSpPr>
          <p:cNvPr id="125" name="Text Box 41">
            <a:extLst>
              <a:ext uri="{FF2B5EF4-FFF2-40B4-BE49-F238E27FC236}">
                <a16:creationId xmlns:a16="http://schemas.microsoft.com/office/drawing/2014/main" id="{EADDD86B-745F-024B-9185-ADF0A4057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9858" y="1828801"/>
            <a:ext cx="582211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050" kern="1200">
                <a:solidFill>
                  <a:prstClr val="black"/>
                </a:solidFill>
                <a:cs typeface="+mn-cs"/>
              </a:rPr>
              <a:t>splitter</a:t>
            </a:r>
          </a:p>
        </p:txBody>
      </p:sp>
      <p:grpSp>
        <p:nvGrpSpPr>
          <p:cNvPr id="126" name="Group 94">
            <a:extLst>
              <a:ext uri="{FF2B5EF4-FFF2-40B4-BE49-F238E27FC236}">
                <a16:creationId xmlns:a16="http://schemas.microsoft.com/office/drawing/2014/main" id="{B8E4BADE-83DB-6E48-8758-3C586A60214D}"/>
              </a:ext>
            </a:extLst>
          </p:cNvPr>
          <p:cNvGrpSpPr>
            <a:grpSpLocks/>
          </p:cNvGrpSpPr>
          <p:nvPr/>
        </p:nvGrpSpPr>
        <p:grpSpPr bwMode="auto">
          <a:xfrm>
            <a:off x="2757899" y="1646635"/>
            <a:ext cx="460772" cy="165497"/>
            <a:chOff x="322" y="890"/>
            <a:chExt cx="872" cy="339"/>
          </a:xfrm>
        </p:grpSpPr>
        <p:sp>
          <p:nvSpPr>
            <p:cNvPr id="127" name="Rectangle 95">
              <a:extLst>
                <a:ext uri="{FF2B5EF4-FFF2-40B4-BE49-F238E27FC236}">
                  <a16:creationId xmlns:a16="http://schemas.microsoft.com/office/drawing/2014/main" id="{EF4650A9-E136-A746-BBB1-8E2CB021F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28" name="Rectangle 96">
              <a:extLst>
                <a:ext uri="{FF2B5EF4-FFF2-40B4-BE49-F238E27FC236}">
                  <a16:creationId xmlns:a16="http://schemas.microsoft.com/office/drawing/2014/main" id="{D0CF841A-8554-624D-86A1-1E42B847F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29" name="Rectangle 97">
              <a:extLst>
                <a:ext uri="{FF2B5EF4-FFF2-40B4-BE49-F238E27FC236}">
                  <a16:creationId xmlns:a16="http://schemas.microsoft.com/office/drawing/2014/main" id="{3FD8358D-90D2-0B45-973D-DDA1E5D95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30" name="Rectangle 98">
              <a:extLst>
                <a:ext uri="{FF2B5EF4-FFF2-40B4-BE49-F238E27FC236}">
                  <a16:creationId xmlns:a16="http://schemas.microsoft.com/office/drawing/2014/main" id="{22A39A62-0617-DE41-B483-0B36601B1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31" name="Rectangle 99">
              <a:extLst>
                <a:ext uri="{FF2B5EF4-FFF2-40B4-BE49-F238E27FC236}">
                  <a16:creationId xmlns:a16="http://schemas.microsoft.com/office/drawing/2014/main" id="{70CBDBDE-EA6B-AD4F-9BBC-19A5D1E28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32" name="AutoShape 100">
              <a:extLst>
                <a:ext uri="{FF2B5EF4-FFF2-40B4-BE49-F238E27FC236}">
                  <a16:creationId xmlns:a16="http://schemas.microsoft.com/office/drawing/2014/main" id="{9E5FC757-6FA6-7344-948E-99FB53AF99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3" name="AutoShape 102">
            <a:extLst>
              <a:ext uri="{FF2B5EF4-FFF2-40B4-BE49-F238E27FC236}">
                <a16:creationId xmlns:a16="http://schemas.microsoft.com/office/drawing/2014/main" id="{CC195EEC-FB36-F24B-A858-23772E742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936" y="1009650"/>
            <a:ext cx="1874044" cy="351235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134" name="Rectangle 103">
            <a:extLst>
              <a:ext uri="{FF2B5EF4-FFF2-40B4-BE49-F238E27FC236}">
                <a16:creationId xmlns:a16="http://schemas.microsoft.com/office/drawing/2014/main" id="{E92D772C-9AFC-9349-9025-8376CFF02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455" y="1684735"/>
            <a:ext cx="125016" cy="108347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135" name="Freeform 104">
            <a:extLst>
              <a:ext uri="{FF2B5EF4-FFF2-40B4-BE49-F238E27FC236}">
                <a16:creationId xmlns:a16="http://schemas.microsoft.com/office/drawing/2014/main" id="{31C23065-7938-0F48-81C0-C7E9438F805C}"/>
              </a:ext>
            </a:extLst>
          </p:cNvPr>
          <p:cNvSpPr>
            <a:spLocks/>
          </p:cNvSpPr>
          <p:nvPr/>
        </p:nvSpPr>
        <p:spPr bwMode="auto">
          <a:xfrm>
            <a:off x="3005548" y="1351360"/>
            <a:ext cx="453629" cy="326231"/>
          </a:xfrm>
          <a:custGeom>
            <a:avLst/>
            <a:gdLst>
              <a:gd name="T0" fmla="*/ 2147483647 w 381"/>
              <a:gd name="T1" fmla="*/ 2147483647 h 274"/>
              <a:gd name="T2" fmla="*/ 2147483647 w 381"/>
              <a:gd name="T3" fmla="*/ 2147483647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36" name="Object 3">
            <a:extLst>
              <a:ext uri="{FF2B5EF4-FFF2-40B4-BE49-F238E27FC236}">
                <a16:creationId xmlns:a16="http://schemas.microsoft.com/office/drawing/2014/main" id="{5697AB3B-F080-8640-9CE2-419B33C50C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0755" y="1198960"/>
          <a:ext cx="367904" cy="277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Clip" r:id="rId4" imgW="9131300" imgH="6438900" progId="MS_ClipArt_Gallery.2">
                  <p:embed/>
                </p:oleObj>
              </mc:Choice>
              <mc:Fallback>
                <p:oleObj name="Clip" r:id="rId4" imgW="9131300" imgH="6438900" progId="MS_ClipArt_Gallery.2">
                  <p:embed/>
                  <p:pic>
                    <p:nvPicPr>
                      <p:cNvPr id="136" name="Object 3">
                        <a:extLst>
                          <a:ext uri="{FF2B5EF4-FFF2-40B4-BE49-F238E27FC236}">
                            <a16:creationId xmlns:a16="http://schemas.microsoft.com/office/drawing/2014/main" id="{5697AB3B-F080-8640-9CE2-419B33C50C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755" y="1198960"/>
                        <a:ext cx="367904" cy="277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" name="Line 130">
            <a:extLst>
              <a:ext uri="{FF2B5EF4-FFF2-40B4-BE49-F238E27FC236}">
                <a16:creationId xmlns:a16="http://schemas.microsoft.com/office/drawing/2014/main" id="{EB0812CC-AFEC-F147-B616-6659B4656A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21052" y="1731169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AutoShape 131">
            <a:extLst>
              <a:ext uri="{FF2B5EF4-FFF2-40B4-BE49-F238E27FC236}">
                <a16:creationId xmlns:a16="http://schemas.microsoft.com/office/drawing/2014/main" id="{4A782F57-90A1-0546-906A-779DD4684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930" y="1234679"/>
            <a:ext cx="904875" cy="196453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grpSp>
        <p:nvGrpSpPr>
          <p:cNvPr id="139" name="Group 136">
            <a:extLst>
              <a:ext uri="{FF2B5EF4-FFF2-40B4-BE49-F238E27FC236}">
                <a16:creationId xmlns:a16="http://schemas.microsoft.com/office/drawing/2014/main" id="{C3294CA0-A83A-DA46-8A62-EBF0F7BF323E}"/>
              </a:ext>
            </a:extLst>
          </p:cNvPr>
          <p:cNvGrpSpPr>
            <a:grpSpLocks/>
          </p:cNvGrpSpPr>
          <p:nvPr/>
        </p:nvGrpSpPr>
        <p:grpSpPr bwMode="auto">
          <a:xfrm>
            <a:off x="3905663" y="2107406"/>
            <a:ext cx="1044178" cy="906066"/>
            <a:chOff x="2274" y="1806"/>
            <a:chExt cx="877" cy="761"/>
          </a:xfrm>
        </p:grpSpPr>
        <p:sp>
          <p:nvSpPr>
            <p:cNvPr id="140" name="Line 132">
              <a:extLst>
                <a:ext uri="{FF2B5EF4-FFF2-40B4-BE49-F238E27FC236}">
                  <a16:creationId xmlns:a16="http://schemas.microsoft.com/office/drawing/2014/main" id="{7ACA0D7A-9A8B-164D-8196-0D58A33B10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1" y="1806"/>
              <a:ext cx="268" cy="43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" name="Text Box 133">
              <a:extLst>
                <a:ext uri="{FF2B5EF4-FFF2-40B4-BE49-F238E27FC236}">
                  <a16:creationId xmlns:a16="http://schemas.microsoft.com/office/drawing/2014/main" id="{217BB671-44AF-9E41-AB6C-D8AD58156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4" y="2226"/>
              <a:ext cx="877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>
                <a:lnSpc>
                  <a:spcPct val="85000"/>
                </a:lnSpc>
                <a:buClrTx/>
                <a:defRPr/>
              </a:pPr>
              <a:r>
                <a:rPr lang="en-US" altLang="en-US" sz="1200" i="1" kern="1200">
                  <a:solidFill>
                    <a:prstClr val="black"/>
                  </a:solidFill>
                  <a:cs typeface="+mn-cs"/>
                </a:rPr>
                <a:t>DSL access </a:t>
              </a:r>
            </a:p>
            <a:p>
              <a:pPr algn="r" defTabSz="685800">
                <a:lnSpc>
                  <a:spcPct val="85000"/>
                </a:lnSpc>
                <a:buClrTx/>
                <a:defRPr/>
              </a:pPr>
              <a:r>
                <a:rPr lang="en-US" altLang="en-US" sz="1200" i="1" kern="1200">
                  <a:solidFill>
                    <a:prstClr val="black"/>
                  </a:solidFill>
                  <a:cs typeface="+mn-cs"/>
                </a:rPr>
                <a:t>multiplexer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AAF6165-084E-AD4E-9369-2E1C7C7F794B}"/>
              </a:ext>
            </a:extLst>
          </p:cNvPr>
          <p:cNvGrpSpPr>
            <a:grpSpLocks/>
          </p:cNvGrpSpPr>
          <p:nvPr/>
        </p:nvGrpSpPr>
        <p:grpSpPr bwMode="auto">
          <a:xfrm>
            <a:off x="2055430" y="1489473"/>
            <a:ext cx="482204" cy="483394"/>
            <a:chOff x="-44" y="1473"/>
            <a:chExt cx="981" cy="1105"/>
          </a:xfrm>
        </p:grpSpPr>
        <p:pic>
          <p:nvPicPr>
            <p:cNvPr id="143" name="Picture 142" descr="desktop_computer_stylized_medium">
              <a:extLst>
                <a:ext uri="{FF2B5EF4-FFF2-40B4-BE49-F238E27FC236}">
                  <a16:creationId xmlns:a16="http://schemas.microsoft.com/office/drawing/2014/main" id="{AB8FFE91-63AE-D84F-86AA-964095AB9A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F37A1DB2-D794-F84F-AC85-6EB60FF36CD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2999" y="3223011"/>
            <a:ext cx="3482642" cy="1257409"/>
          </a:xfrm>
          <a:prstGeom prst="rect">
            <a:avLst/>
          </a:prstGeom>
        </p:spPr>
      </p:pic>
      <p:sp>
        <p:nvSpPr>
          <p:cNvPr id="14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8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83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Access networks: cable-based access</a:t>
            </a:r>
            <a:endParaRPr lang="en-US" dirty="0"/>
          </a:p>
        </p:txBody>
      </p:sp>
      <p:sp>
        <p:nvSpPr>
          <p:cNvPr id="611" name="Rectangle 60">
            <a:extLst>
              <a:ext uri="{FF2B5EF4-FFF2-40B4-BE49-F238E27FC236}">
                <a16:creationId xmlns:a16="http://schemas.microsoft.com/office/drawing/2014/main" id="{55C1251C-79AE-8E45-A29D-D20BC725A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2857" y="1264874"/>
            <a:ext cx="1345406" cy="69413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612" name="Line 7">
            <a:extLst>
              <a:ext uri="{FF2B5EF4-FFF2-40B4-BE49-F238E27FC236}">
                <a16:creationId xmlns:a16="http://schemas.microsoft.com/office/drawing/2014/main" id="{29D57EF7-9FD7-8E4C-8851-986BAF26F8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9076" y="1678021"/>
            <a:ext cx="273844" cy="11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4" name="Text Box 39">
            <a:extLst>
              <a:ext uri="{FF2B5EF4-FFF2-40B4-BE49-F238E27FC236}">
                <a16:creationId xmlns:a16="http://schemas.microsoft.com/office/drawing/2014/main" id="{E2260115-6B62-6442-BFA6-A406A5190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477" y="1791130"/>
            <a:ext cx="635110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050" kern="1200">
                <a:solidFill>
                  <a:prstClr val="black"/>
                </a:solidFill>
                <a:cs typeface="+mn-cs"/>
              </a:rPr>
              <a:t>cable</a:t>
            </a:r>
          </a:p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050" kern="1200">
                <a:solidFill>
                  <a:prstClr val="black"/>
                </a:solidFill>
                <a:cs typeface="+mn-cs"/>
              </a:rPr>
              <a:t>modem</a:t>
            </a:r>
          </a:p>
        </p:txBody>
      </p:sp>
      <p:sp>
        <p:nvSpPr>
          <p:cNvPr id="631" name="Text Box 41">
            <a:extLst>
              <a:ext uri="{FF2B5EF4-FFF2-40B4-BE49-F238E27FC236}">
                <a16:creationId xmlns:a16="http://schemas.microsoft.com/office/drawing/2014/main" id="{B16AC43B-CDE4-3943-992B-D7039B5F9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4391" y="1792321"/>
            <a:ext cx="582211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050" kern="1200">
                <a:solidFill>
                  <a:prstClr val="black"/>
                </a:solidFill>
                <a:cs typeface="+mn-cs"/>
              </a:rPr>
              <a:t>splitter</a:t>
            </a:r>
          </a:p>
        </p:txBody>
      </p:sp>
      <p:grpSp>
        <p:nvGrpSpPr>
          <p:cNvPr id="632" name="Group 64">
            <a:extLst>
              <a:ext uri="{FF2B5EF4-FFF2-40B4-BE49-F238E27FC236}">
                <a16:creationId xmlns:a16="http://schemas.microsoft.com/office/drawing/2014/main" id="{59FF6125-68C3-404F-958E-E497C5054413}"/>
              </a:ext>
            </a:extLst>
          </p:cNvPr>
          <p:cNvGrpSpPr>
            <a:grpSpLocks/>
          </p:cNvGrpSpPr>
          <p:nvPr/>
        </p:nvGrpSpPr>
        <p:grpSpPr bwMode="auto">
          <a:xfrm>
            <a:off x="2058632" y="1585152"/>
            <a:ext cx="460772" cy="165497"/>
            <a:chOff x="322" y="890"/>
            <a:chExt cx="872" cy="339"/>
          </a:xfrm>
        </p:grpSpPr>
        <p:sp>
          <p:nvSpPr>
            <p:cNvPr id="634" name="Rectangle 65">
              <a:extLst>
                <a:ext uri="{FF2B5EF4-FFF2-40B4-BE49-F238E27FC236}">
                  <a16:creationId xmlns:a16="http://schemas.microsoft.com/office/drawing/2014/main" id="{A04303C8-C01F-8E4D-8DD9-97A6F17FB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643" name="Rectangle 66">
              <a:extLst>
                <a:ext uri="{FF2B5EF4-FFF2-40B4-BE49-F238E27FC236}">
                  <a16:creationId xmlns:a16="http://schemas.microsoft.com/office/drawing/2014/main" id="{F4E92BE5-6E50-3A42-86C7-AE2B0766F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644" name="Rectangle 67">
              <a:extLst>
                <a:ext uri="{FF2B5EF4-FFF2-40B4-BE49-F238E27FC236}">
                  <a16:creationId xmlns:a16="http://schemas.microsoft.com/office/drawing/2014/main" id="{48B16CFE-F93D-134C-AA5B-0DEC4F393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645" name="Rectangle 68">
              <a:extLst>
                <a:ext uri="{FF2B5EF4-FFF2-40B4-BE49-F238E27FC236}">
                  <a16:creationId xmlns:a16="http://schemas.microsoft.com/office/drawing/2014/main" id="{26BB4A5D-5EA1-3D45-BD71-6DC59C920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646" name="Rectangle 69">
              <a:extLst>
                <a:ext uri="{FF2B5EF4-FFF2-40B4-BE49-F238E27FC236}">
                  <a16:creationId xmlns:a16="http://schemas.microsoft.com/office/drawing/2014/main" id="{85A45FB4-6297-2C4A-9FCA-EC5650EC0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647" name="AutoShape 70">
              <a:extLst>
                <a:ext uri="{FF2B5EF4-FFF2-40B4-BE49-F238E27FC236}">
                  <a16:creationId xmlns:a16="http://schemas.microsoft.com/office/drawing/2014/main" id="{28F48A32-80A3-EA4F-9C35-F6F37E1D52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48" name="AutoShape 72">
            <a:extLst>
              <a:ext uri="{FF2B5EF4-FFF2-40B4-BE49-F238E27FC236}">
                <a16:creationId xmlns:a16="http://schemas.microsoft.com/office/drawing/2014/main" id="{00521831-0ED5-1349-A47C-654339E42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4263" y="956502"/>
            <a:ext cx="1701404" cy="351234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649" name="Rectangle 73">
            <a:extLst>
              <a:ext uri="{FF2B5EF4-FFF2-40B4-BE49-F238E27FC236}">
                <a16:creationId xmlns:a16="http://schemas.microsoft.com/office/drawing/2014/main" id="{FD3FC836-7E87-9B4B-B95B-3BA0FE84B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319" y="1631587"/>
            <a:ext cx="125016" cy="108347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650" name="Freeform 74">
            <a:extLst>
              <a:ext uri="{FF2B5EF4-FFF2-40B4-BE49-F238E27FC236}">
                <a16:creationId xmlns:a16="http://schemas.microsoft.com/office/drawing/2014/main" id="{02BC4B2D-D64A-8743-BADC-E5942116F402}"/>
              </a:ext>
            </a:extLst>
          </p:cNvPr>
          <p:cNvSpPr>
            <a:spLocks/>
          </p:cNvSpPr>
          <p:nvPr/>
        </p:nvSpPr>
        <p:spPr bwMode="auto">
          <a:xfrm>
            <a:off x="2313426" y="1298212"/>
            <a:ext cx="359569" cy="326231"/>
          </a:xfrm>
          <a:custGeom>
            <a:avLst/>
            <a:gdLst>
              <a:gd name="T0" fmla="*/ 2147483647 w 381"/>
              <a:gd name="T1" fmla="*/ 2147483647 h 274"/>
              <a:gd name="T2" fmla="*/ 2147483647 w 381"/>
              <a:gd name="T3" fmla="*/ 2147483647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1" name="Line 95">
            <a:extLst>
              <a:ext uri="{FF2B5EF4-FFF2-40B4-BE49-F238E27FC236}">
                <a16:creationId xmlns:a16="http://schemas.microsoft.com/office/drawing/2014/main" id="{92E8BA01-B757-A445-BCC4-2A21C55AFB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37263" y="1678021"/>
            <a:ext cx="1797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52" name="Picture 96" descr="tv">
            <a:extLst>
              <a:ext uri="{FF2B5EF4-FFF2-40B4-BE49-F238E27FC236}">
                <a16:creationId xmlns:a16="http://schemas.microsoft.com/office/drawing/2014/main" id="{06B7565B-0476-B44C-9A6B-CF79DB7BF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050" y="1043417"/>
            <a:ext cx="566738" cy="506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4" name="Group 117">
            <a:extLst>
              <a:ext uri="{FF2B5EF4-FFF2-40B4-BE49-F238E27FC236}">
                <a16:creationId xmlns:a16="http://schemas.microsoft.com/office/drawing/2014/main" id="{5F9A759B-4E1F-9A42-88D3-95E2D1ADE5D5}"/>
              </a:ext>
            </a:extLst>
          </p:cNvPr>
          <p:cNvGrpSpPr>
            <a:grpSpLocks/>
          </p:cNvGrpSpPr>
          <p:nvPr/>
        </p:nvGrpSpPr>
        <p:grpSpPr bwMode="auto">
          <a:xfrm>
            <a:off x="3087332" y="1129142"/>
            <a:ext cx="638175" cy="395288"/>
            <a:chOff x="-490" y="1664"/>
            <a:chExt cx="1429" cy="842"/>
          </a:xfrm>
        </p:grpSpPr>
        <p:sp>
          <p:nvSpPr>
            <p:cNvPr id="656" name="AutoShape 111">
              <a:extLst>
                <a:ext uri="{FF2B5EF4-FFF2-40B4-BE49-F238E27FC236}">
                  <a16:creationId xmlns:a16="http://schemas.microsoft.com/office/drawing/2014/main" id="{A37F5E29-F1C8-BD4E-B673-F4A5E1378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659" name="Group 116">
              <a:extLst>
                <a:ext uri="{FF2B5EF4-FFF2-40B4-BE49-F238E27FC236}">
                  <a16:creationId xmlns:a16="http://schemas.microsoft.com/office/drawing/2014/main" id="{2DA152DF-FEA3-294D-B52C-2222A7727E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660" name="Rectangle 99">
                <a:extLst>
                  <a:ext uri="{FF2B5EF4-FFF2-40B4-BE49-F238E27FC236}">
                    <a16:creationId xmlns:a16="http://schemas.microsoft.com/office/drawing/2014/main" id="{FEF82E20-9540-FA47-B132-B655B1AF0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661" name="Line 7">
                <a:extLst>
                  <a:ext uri="{FF2B5EF4-FFF2-40B4-BE49-F238E27FC236}">
                    <a16:creationId xmlns:a16="http://schemas.microsoft.com/office/drawing/2014/main" id="{B4ECB5F0-AD7E-C54C-BBB3-5E4CD32BA9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62" name="Group 103">
                <a:extLst>
                  <a:ext uri="{FF2B5EF4-FFF2-40B4-BE49-F238E27FC236}">
                    <a16:creationId xmlns:a16="http://schemas.microsoft.com/office/drawing/2014/main" id="{BB9980BD-7F9B-A245-B8F6-E05A608C9B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668" name="Rectangle 104">
                  <a:extLst>
                    <a:ext uri="{FF2B5EF4-FFF2-40B4-BE49-F238E27FC236}">
                      <a16:creationId xmlns:a16="http://schemas.microsoft.com/office/drawing/2014/main" id="{CB801CDD-878F-264A-B04B-22F90AFEA5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69" name="Rectangle 105">
                  <a:extLst>
                    <a:ext uri="{FF2B5EF4-FFF2-40B4-BE49-F238E27FC236}">
                      <a16:creationId xmlns:a16="http://schemas.microsoft.com/office/drawing/2014/main" id="{40EF4DE4-AB89-BF47-BE95-0FE3143D69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70" name="Rectangle 106">
                  <a:extLst>
                    <a:ext uri="{FF2B5EF4-FFF2-40B4-BE49-F238E27FC236}">
                      <a16:creationId xmlns:a16="http://schemas.microsoft.com/office/drawing/2014/main" id="{8A2E685A-F21F-A044-A292-443868825A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71" name="Rectangle 107">
                  <a:extLst>
                    <a:ext uri="{FF2B5EF4-FFF2-40B4-BE49-F238E27FC236}">
                      <a16:creationId xmlns:a16="http://schemas.microsoft.com/office/drawing/2014/main" id="{9CEDA3B1-67D8-8140-8400-1801AD93A4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72" name="Rectangle 108">
                  <a:extLst>
                    <a:ext uri="{FF2B5EF4-FFF2-40B4-BE49-F238E27FC236}">
                      <a16:creationId xmlns:a16="http://schemas.microsoft.com/office/drawing/2014/main" id="{3E0A215B-99C5-3A45-923B-3E1FCFA96F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73" name="AutoShape 109">
                  <a:extLst>
                    <a:ext uri="{FF2B5EF4-FFF2-40B4-BE49-F238E27FC236}">
                      <a16:creationId xmlns:a16="http://schemas.microsoft.com/office/drawing/2014/main" id="{03427BB6-F823-1943-A491-FE684FCEF9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buClrTx/>
                    <a:defRPr/>
                  </a:pPr>
                  <a:endParaRPr lang="en-US" sz="1350" kern="120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663" name="Picture 110" descr="desktop_computer_stylized_small">
                <a:extLst>
                  <a:ext uri="{FF2B5EF4-FFF2-40B4-BE49-F238E27FC236}">
                    <a16:creationId xmlns:a16="http://schemas.microsoft.com/office/drawing/2014/main" id="{81C3AA03-0C7A-FE4D-8FD6-D0582D645E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64" name="Rectangle 112">
                <a:extLst>
                  <a:ext uri="{FF2B5EF4-FFF2-40B4-BE49-F238E27FC236}">
                    <a16:creationId xmlns:a16="http://schemas.microsoft.com/office/drawing/2014/main" id="{156C1929-05F3-934C-84C9-0ACB63627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665" name="Freeform 113">
                <a:extLst>
                  <a:ext uri="{FF2B5EF4-FFF2-40B4-BE49-F238E27FC236}">
                    <a16:creationId xmlns:a16="http://schemas.microsoft.com/office/drawing/2014/main" id="{5320422D-A8AF-E64D-9F26-C8B5750D9B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14 w 381"/>
                  <a:gd name="T1" fmla="*/ 274 h 274"/>
                  <a:gd name="T2" fmla="*/ 14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6" name="Line 114">
                <a:extLst>
                  <a:ext uri="{FF2B5EF4-FFF2-40B4-BE49-F238E27FC236}">
                    <a16:creationId xmlns:a16="http://schemas.microsoft.com/office/drawing/2014/main" id="{3EDC9FDD-617A-8546-9A8D-6862867D76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667" name="Picture 115" descr="tv">
                <a:extLst>
                  <a:ext uri="{FF2B5EF4-FFF2-40B4-BE49-F238E27FC236}">
                    <a16:creationId xmlns:a16="http://schemas.microsoft.com/office/drawing/2014/main" id="{252176B8-F3FD-5844-B5A3-7BF9CDF001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674" name="Group 118">
            <a:extLst>
              <a:ext uri="{FF2B5EF4-FFF2-40B4-BE49-F238E27FC236}">
                <a16:creationId xmlns:a16="http://schemas.microsoft.com/office/drawing/2014/main" id="{087367B6-4D70-604B-8798-517094B2852A}"/>
              </a:ext>
            </a:extLst>
          </p:cNvPr>
          <p:cNvGrpSpPr>
            <a:grpSpLocks/>
          </p:cNvGrpSpPr>
          <p:nvPr/>
        </p:nvGrpSpPr>
        <p:grpSpPr bwMode="auto">
          <a:xfrm>
            <a:off x="3763607" y="1124380"/>
            <a:ext cx="638175" cy="395288"/>
            <a:chOff x="-490" y="1664"/>
            <a:chExt cx="1429" cy="842"/>
          </a:xfrm>
        </p:grpSpPr>
        <p:sp>
          <p:nvSpPr>
            <p:cNvPr id="675" name="AutoShape 119">
              <a:extLst>
                <a:ext uri="{FF2B5EF4-FFF2-40B4-BE49-F238E27FC236}">
                  <a16:creationId xmlns:a16="http://schemas.microsoft.com/office/drawing/2014/main" id="{D0705D65-1E98-FB46-A6B4-9487DA18C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676" name="Group 120">
              <a:extLst>
                <a:ext uri="{FF2B5EF4-FFF2-40B4-BE49-F238E27FC236}">
                  <a16:creationId xmlns:a16="http://schemas.microsoft.com/office/drawing/2014/main" id="{BACFDD7A-CE89-BF4A-A529-778489B85D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677" name="Rectangle 121">
                <a:extLst>
                  <a:ext uri="{FF2B5EF4-FFF2-40B4-BE49-F238E27FC236}">
                    <a16:creationId xmlns:a16="http://schemas.microsoft.com/office/drawing/2014/main" id="{2E58DC0C-E3FF-9A4A-BCAA-688B1D865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678" name="Line 7">
                <a:extLst>
                  <a:ext uri="{FF2B5EF4-FFF2-40B4-BE49-F238E27FC236}">
                    <a16:creationId xmlns:a16="http://schemas.microsoft.com/office/drawing/2014/main" id="{22D21B4A-F92E-B047-83E1-B9AD411C62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79" name="Group 123">
                <a:extLst>
                  <a:ext uri="{FF2B5EF4-FFF2-40B4-BE49-F238E27FC236}">
                    <a16:creationId xmlns:a16="http://schemas.microsoft.com/office/drawing/2014/main" id="{B7C38FD8-AEF7-474B-A4FD-027D3DB985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685" name="Rectangle 124">
                  <a:extLst>
                    <a:ext uri="{FF2B5EF4-FFF2-40B4-BE49-F238E27FC236}">
                      <a16:creationId xmlns:a16="http://schemas.microsoft.com/office/drawing/2014/main" id="{89BC40B5-F324-084A-AAD2-E95D601273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86" name="Rectangle 125">
                  <a:extLst>
                    <a:ext uri="{FF2B5EF4-FFF2-40B4-BE49-F238E27FC236}">
                      <a16:creationId xmlns:a16="http://schemas.microsoft.com/office/drawing/2014/main" id="{F88ABF72-A8F0-4143-907E-B17400F75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87" name="Rectangle 126">
                  <a:extLst>
                    <a:ext uri="{FF2B5EF4-FFF2-40B4-BE49-F238E27FC236}">
                      <a16:creationId xmlns:a16="http://schemas.microsoft.com/office/drawing/2014/main" id="{7CB754ED-8EDA-2843-9D7A-93B067C9EA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88" name="Rectangle 127">
                  <a:extLst>
                    <a:ext uri="{FF2B5EF4-FFF2-40B4-BE49-F238E27FC236}">
                      <a16:creationId xmlns:a16="http://schemas.microsoft.com/office/drawing/2014/main" id="{A34B79E6-F1DF-E74B-9FB2-88F5D6DC7E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89" name="Rectangle 128">
                  <a:extLst>
                    <a:ext uri="{FF2B5EF4-FFF2-40B4-BE49-F238E27FC236}">
                      <a16:creationId xmlns:a16="http://schemas.microsoft.com/office/drawing/2014/main" id="{AD595A8F-88AF-A445-A105-4A98994094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90" name="AutoShape 129">
                  <a:extLst>
                    <a:ext uri="{FF2B5EF4-FFF2-40B4-BE49-F238E27FC236}">
                      <a16:creationId xmlns:a16="http://schemas.microsoft.com/office/drawing/2014/main" id="{050E52BF-49DA-324C-9803-B502A47D8F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buClrTx/>
                    <a:defRPr/>
                  </a:pPr>
                  <a:endParaRPr lang="en-US" sz="1350" kern="120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680" name="Picture 130" descr="desktop_computer_stylized_small">
                <a:extLst>
                  <a:ext uri="{FF2B5EF4-FFF2-40B4-BE49-F238E27FC236}">
                    <a16:creationId xmlns:a16="http://schemas.microsoft.com/office/drawing/2014/main" id="{4C1535D7-F881-874A-B719-63A277CDC4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81" name="Rectangle 131">
                <a:extLst>
                  <a:ext uri="{FF2B5EF4-FFF2-40B4-BE49-F238E27FC236}">
                    <a16:creationId xmlns:a16="http://schemas.microsoft.com/office/drawing/2014/main" id="{24165D37-4D41-4C46-9B07-0868F9F5A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682" name="Freeform 132">
                <a:extLst>
                  <a:ext uri="{FF2B5EF4-FFF2-40B4-BE49-F238E27FC236}">
                    <a16:creationId xmlns:a16="http://schemas.microsoft.com/office/drawing/2014/main" id="{C44CEEE1-83E3-A14C-A7E9-A9F0E5741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14 w 381"/>
                  <a:gd name="T1" fmla="*/ 274 h 274"/>
                  <a:gd name="T2" fmla="*/ 14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3" name="Line 133">
                <a:extLst>
                  <a:ext uri="{FF2B5EF4-FFF2-40B4-BE49-F238E27FC236}">
                    <a16:creationId xmlns:a16="http://schemas.microsoft.com/office/drawing/2014/main" id="{62F2C93F-511D-3147-B8BE-81E883876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684" name="Picture 134" descr="tv">
                <a:extLst>
                  <a:ext uri="{FF2B5EF4-FFF2-40B4-BE49-F238E27FC236}">
                    <a16:creationId xmlns:a16="http://schemas.microsoft.com/office/drawing/2014/main" id="{BCC7F36B-9984-5F40-8042-AAFF0875E4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691" name="Group 135">
            <a:extLst>
              <a:ext uri="{FF2B5EF4-FFF2-40B4-BE49-F238E27FC236}">
                <a16:creationId xmlns:a16="http://schemas.microsoft.com/office/drawing/2014/main" id="{B35A80F1-D0E0-F049-AF3B-A40C61B0C1DC}"/>
              </a:ext>
            </a:extLst>
          </p:cNvPr>
          <p:cNvGrpSpPr>
            <a:grpSpLocks/>
          </p:cNvGrpSpPr>
          <p:nvPr/>
        </p:nvGrpSpPr>
        <p:grpSpPr bwMode="auto">
          <a:xfrm>
            <a:off x="3152816" y="1758983"/>
            <a:ext cx="638175" cy="395288"/>
            <a:chOff x="-490" y="1664"/>
            <a:chExt cx="1429" cy="842"/>
          </a:xfrm>
        </p:grpSpPr>
        <p:sp>
          <p:nvSpPr>
            <p:cNvPr id="692" name="AutoShape 136">
              <a:extLst>
                <a:ext uri="{FF2B5EF4-FFF2-40B4-BE49-F238E27FC236}">
                  <a16:creationId xmlns:a16="http://schemas.microsoft.com/office/drawing/2014/main" id="{F38822C2-4C99-5C4E-8386-17BBD6B7D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693" name="Group 137">
              <a:extLst>
                <a:ext uri="{FF2B5EF4-FFF2-40B4-BE49-F238E27FC236}">
                  <a16:creationId xmlns:a16="http://schemas.microsoft.com/office/drawing/2014/main" id="{280A7536-2297-7545-8BD8-ACCAE36D20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694" name="Rectangle 138">
                <a:extLst>
                  <a:ext uri="{FF2B5EF4-FFF2-40B4-BE49-F238E27FC236}">
                    <a16:creationId xmlns:a16="http://schemas.microsoft.com/office/drawing/2014/main" id="{FD4AA4EA-1734-E548-8AAE-E12D87154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695" name="Line 7">
                <a:extLst>
                  <a:ext uri="{FF2B5EF4-FFF2-40B4-BE49-F238E27FC236}">
                    <a16:creationId xmlns:a16="http://schemas.microsoft.com/office/drawing/2014/main" id="{770E1C91-B880-D946-BC70-EE5844E3C4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96" name="Group 140">
                <a:extLst>
                  <a:ext uri="{FF2B5EF4-FFF2-40B4-BE49-F238E27FC236}">
                    <a16:creationId xmlns:a16="http://schemas.microsoft.com/office/drawing/2014/main" id="{B7E245A3-5E8E-A74D-AF55-7D6A9DF031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702" name="Rectangle 141">
                  <a:extLst>
                    <a:ext uri="{FF2B5EF4-FFF2-40B4-BE49-F238E27FC236}">
                      <a16:creationId xmlns:a16="http://schemas.microsoft.com/office/drawing/2014/main" id="{E8CA17C2-65F4-C847-A921-177D38C81B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03" name="Rectangle 142">
                  <a:extLst>
                    <a:ext uri="{FF2B5EF4-FFF2-40B4-BE49-F238E27FC236}">
                      <a16:creationId xmlns:a16="http://schemas.microsoft.com/office/drawing/2014/main" id="{0248A613-8BF9-744E-A64D-D564AF8252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04" name="Rectangle 143">
                  <a:extLst>
                    <a:ext uri="{FF2B5EF4-FFF2-40B4-BE49-F238E27FC236}">
                      <a16:creationId xmlns:a16="http://schemas.microsoft.com/office/drawing/2014/main" id="{406CCBDD-EEEE-1D45-AA33-2EBE6279F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05" name="Rectangle 144">
                  <a:extLst>
                    <a:ext uri="{FF2B5EF4-FFF2-40B4-BE49-F238E27FC236}">
                      <a16:creationId xmlns:a16="http://schemas.microsoft.com/office/drawing/2014/main" id="{977402B9-0CBB-0D4B-B4B0-9589408E2B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06" name="Rectangle 145">
                  <a:extLst>
                    <a:ext uri="{FF2B5EF4-FFF2-40B4-BE49-F238E27FC236}">
                      <a16:creationId xmlns:a16="http://schemas.microsoft.com/office/drawing/2014/main" id="{3D3165A8-FF26-134E-9F1C-A7A20F77AF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07" name="AutoShape 146">
                  <a:extLst>
                    <a:ext uri="{FF2B5EF4-FFF2-40B4-BE49-F238E27FC236}">
                      <a16:creationId xmlns:a16="http://schemas.microsoft.com/office/drawing/2014/main" id="{EC84391B-1851-544C-B2BC-7C592248BE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buClrTx/>
                    <a:defRPr/>
                  </a:pPr>
                  <a:endParaRPr lang="en-US" sz="1350" kern="120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697" name="Picture 147" descr="desktop_computer_stylized_small">
                <a:extLst>
                  <a:ext uri="{FF2B5EF4-FFF2-40B4-BE49-F238E27FC236}">
                    <a16:creationId xmlns:a16="http://schemas.microsoft.com/office/drawing/2014/main" id="{E527FB23-79FC-7A4B-A986-12E7037C92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98" name="Rectangle 148">
                <a:extLst>
                  <a:ext uri="{FF2B5EF4-FFF2-40B4-BE49-F238E27FC236}">
                    <a16:creationId xmlns:a16="http://schemas.microsoft.com/office/drawing/2014/main" id="{61BFA118-3935-F540-A954-BA2E87833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699" name="Freeform 149">
                <a:extLst>
                  <a:ext uri="{FF2B5EF4-FFF2-40B4-BE49-F238E27FC236}">
                    <a16:creationId xmlns:a16="http://schemas.microsoft.com/office/drawing/2014/main" id="{043DF8A9-6DC7-F349-B0A7-2CC27CE148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14 w 381"/>
                  <a:gd name="T1" fmla="*/ 274 h 274"/>
                  <a:gd name="T2" fmla="*/ 14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0" name="Line 150">
                <a:extLst>
                  <a:ext uri="{FF2B5EF4-FFF2-40B4-BE49-F238E27FC236}">
                    <a16:creationId xmlns:a16="http://schemas.microsoft.com/office/drawing/2014/main" id="{74759C54-5940-F74A-BC60-5BE43CD21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701" name="Picture 151" descr="tv">
                <a:extLst>
                  <a:ext uri="{FF2B5EF4-FFF2-40B4-BE49-F238E27FC236}">
                    <a16:creationId xmlns:a16="http://schemas.microsoft.com/office/drawing/2014/main" id="{4E572681-7AA1-214C-A61D-E41CBA2888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08" name="Group 152">
            <a:extLst>
              <a:ext uri="{FF2B5EF4-FFF2-40B4-BE49-F238E27FC236}">
                <a16:creationId xmlns:a16="http://schemas.microsoft.com/office/drawing/2014/main" id="{B99E0137-E9E9-2449-A341-E95B1A39B473}"/>
              </a:ext>
            </a:extLst>
          </p:cNvPr>
          <p:cNvGrpSpPr>
            <a:grpSpLocks/>
          </p:cNvGrpSpPr>
          <p:nvPr/>
        </p:nvGrpSpPr>
        <p:grpSpPr bwMode="auto">
          <a:xfrm>
            <a:off x="3802898" y="1766127"/>
            <a:ext cx="638175" cy="395288"/>
            <a:chOff x="-490" y="1664"/>
            <a:chExt cx="1429" cy="842"/>
          </a:xfrm>
        </p:grpSpPr>
        <p:sp>
          <p:nvSpPr>
            <p:cNvPr id="709" name="AutoShape 153">
              <a:extLst>
                <a:ext uri="{FF2B5EF4-FFF2-40B4-BE49-F238E27FC236}">
                  <a16:creationId xmlns:a16="http://schemas.microsoft.com/office/drawing/2014/main" id="{6638BF32-7CF1-1B4E-AAED-A6CBD4BB6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710" name="Group 154">
              <a:extLst>
                <a:ext uri="{FF2B5EF4-FFF2-40B4-BE49-F238E27FC236}">
                  <a16:creationId xmlns:a16="http://schemas.microsoft.com/office/drawing/2014/main" id="{BE2429F4-383A-544D-BD63-8AF872349E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711" name="Rectangle 155">
                <a:extLst>
                  <a:ext uri="{FF2B5EF4-FFF2-40B4-BE49-F238E27FC236}">
                    <a16:creationId xmlns:a16="http://schemas.microsoft.com/office/drawing/2014/main" id="{EBB425AA-0585-2749-BC85-AFA5C7AAAA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712" name="Line 7">
                <a:extLst>
                  <a:ext uri="{FF2B5EF4-FFF2-40B4-BE49-F238E27FC236}">
                    <a16:creationId xmlns:a16="http://schemas.microsoft.com/office/drawing/2014/main" id="{A482784A-1FA4-1E45-85F9-5DE284EE81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13" name="Group 157">
                <a:extLst>
                  <a:ext uri="{FF2B5EF4-FFF2-40B4-BE49-F238E27FC236}">
                    <a16:creationId xmlns:a16="http://schemas.microsoft.com/office/drawing/2014/main" id="{F0EAA516-BD5F-774A-9B68-AEA2591140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719" name="Rectangle 158">
                  <a:extLst>
                    <a:ext uri="{FF2B5EF4-FFF2-40B4-BE49-F238E27FC236}">
                      <a16:creationId xmlns:a16="http://schemas.microsoft.com/office/drawing/2014/main" id="{D26B702C-4102-F746-8A1A-44FA540122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20" name="Rectangle 159">
                  <a:extLst>
                    <a:ext uri="{FF2B5EF4-FFF2-40B4-BE49-F238E27FC236}">
                      <a16:creationId xmlns:a16="http://schemas.microsoft.com/office/drawing/2014/main" id="{836CD9F3-93C8-EE4D-A1F1-161D2391D8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21" name="Rectangle 160">
                  <a:extLst>
                    <a:ext uri="{FF2B5EF4-FFF2-40B4-BE49-F238E27FC236}">
                      <a16:creationId xmlns:a16="http://schemas.microsoft.com/office/drawing/2014/main" id="{A3BCDA4F-140D-7E44-A8FC-8D7C2D705E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22" name="Rectangle 161">
                  <a:extLst>
                    <a:ext uri="{FF2B5EF4-FFF2-40B4-BE49-F238E27FC236}">
                      <a16:creationId xmlns:a16="http://schemas.microsoft.com/office/drawing/2014/main" id="{56A4DF97-4C28-D947-BF5A-829F0697D1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23" name="Rectangle 162">
                  <a:extLst>
                    <a:ext uri="{FF2B5EF4-FFF2-40B4-BE49-F238E27FC236}">
                      <a16:creationId xmlns:a16="http://schemas.microsoft.com/office/drawing/2014/main" id="{D68B0B55-2628-AF44-9B8B-2405E00A0C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24" name="AutoShape 163">
                  <a:extLst>
                    <a:ext uri="{FF2B5EF4-FFF2-40B4-BE49-F238E27FC236}">
                      <a16:creationId xmlns:a16="http://schemas.microsoft.com/office/drawing/2014/main" id="{8629FA7E-1037-8C4F-8810-408283380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buClrTx/>
                    <a:defRPr/>
                  </a:pPr>
                  <a:endParaRPr lang="en-US" sz="1350" kern="120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714" name="Picture 164" descr="desktop_computer_stylized_small">
                <a:extLst>
                  <a:ext uri="{FF2B5EF4-FFF2-40B4-BE49-F238E27FC236}">
                    <a16:creationId xmlns:a16="http://schemas.microsoft.com/office/drawing/2014/main" id="{2C8AE386-EE13-6D42-9CE2-3226B5E36C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15" name="Rectangle 165">
                <a:extLst>
                  <a:ext uri="{FF2B5EF4-FFF2-40B4-BE49-F238E27FC236}">
                    <a16:creationId xmlns:a16="http://schemas.microsoft.com/office/drawing/2014/main" id="{9AC9091D-06AA-5245-BF88-B75BC2762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716" name="Freeform 166">
                <a:extLst>
                  <a:ext uri="{FF2B5EF4-FFF2-40B4-BE49-F238E27FC236}">
                    <a16:creationId xmlns:a16="http://schemas.microsoft.com/office/drawing/2014/main" id="{0327A2D8-A266-3E44-8EA9-71273B3797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14 w 381"/>
                  <a:gd name="T1" fmla="*/ 274 h 274"/>
                  <a:gd name="T2" fmla="*/ 14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7" name="Line 167">
                <a:extLst>
                  <a:ext uri="{FF2B5EF4-FFF2-40B4-BE49-F238E27FC236}">
                    <a16:creationId xmlns:a16="http://schemas.microsoft.com/office/drawing/2014/main" id="{F2687AEF-F7A2-2143-8718-7CD837CBF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718" name="Picture 168" descr="tv">
                <a:extLst>
                  <a:ext uri="{FF2B5EF4-FFF2-40B4-BE49-F238E27FC236}">
                    <a16:creationId xmlns:a16="http://schemas.microsoft.com/office/drawing/2014/main" id="{AAFC4C6D-F52A-6046-9403-425D9D673F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725" name="Line 169">
            <a:extLst>
              <a:ext uri="{FF2B5EF4-FFF2-40B4-BE49-F238E27FC236}">
                <a16:creationId xmlns:a16="http://schemas.microsoft.com/office/drawing/2014/main" id="{ADE52973-3C0D-654A-B045-1EDAD64D6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42" y="1686355"/>
            <a:ext cx="276820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26" name="Group 170">
            <a:extLst>
              <a:ext uri="{FF2B5EF4-FFF2-40B4-BE49-F238E27FC236}">
                <a16:creationId xmlns:a16="http://schemas.microsoft.com/office/drawing/2014/main" id="{3D447709-B395-E140-A6E8-A4B0C8933F41}"/>
              </a:ext>
            </a:extLst>
          </p:cNvPr>
          <p:cNvGrpSpPr>
            <a:grpSpLocks/>
          </p:cNvGrpSpPr>
          <p:nvPr/>
        </p:nvGrpSpPr>
        <p:grpSpPr bwMode="auto">
          <a:xfrm>
            <a:off x="4619666" y="1130333"/>
            <a:ext cx="638175" cy="395288"/>
            <a:chOff x="-490" y="1664"/>
            <a:chExt cx="1429" cy="842"/>
          </a:xfrm>
        </p:grpSpPr>
        <p:sp>
          <p:nvSpPr>
            <p:cNvPr id="727" name="AutoShape 171">
              <a:extLst>
                <a:ext uri="{FF2B5EF4-FFF2-40B4-BE49-F238E27FC236}">
                  <a16:creationId xmlns:a16="http://schemas.microsoft.com/office/drawing/2014/main" id="{F84AA9D6-A486-E04C-804D-DFE0C1539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728" name="Group 172">
              <a:extLst>
                <a:ext uri="{FF2B5EF4-FFF2-40B4-BE49-F238E27FC236}">
                  <a16:creationId xmlns:a16="http://schemas.microsoft.com/office/drawing/2014/main" id="{543D769A-7CD2-8048-8FE3-27348F62D8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729" name="Rectangle 173">
                <a:extLst>
                  <a:ext uri="{FF2B5EF4-FFF2-40B4-BE49-F238E27FC236}">
                    <a16:creationId xmlns:a16="http://schemas.microsoft.com/office/drawing/2014/main" id="{F2369E5A-97BD-6448-9C48-4B6DBA063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730" name="Line 7">
                <a:extLst>
                  <a:ext uri="{FF2B5EF4-FFF2-40B4-BE49-F238E27FC236}">
                    <a16:creationId xmlns:a16="http://schemas.microsoft.com/office/drawing/2014/main" id="{2AC0A61E-F926-0D4B-B5E9-DF0BC1F34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31" name="Group 175">
                <a:extLst>
                  <a:ext uri="{FF2B5EF4-FFF2-40B4-BE49-F238E27FC236}">
                    <a16:creationId xmlns:a16="http://schemas.microsoft.com/office/drawing/2014/main" id="{28882AE2-523F-3A48-A31B-7F5125D453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737" name="Rectangle 176">
                  <a:extLst>
                    <a:ext uri="{FF2B5EF4-FFF2-40B4-BE49-F238E27FC236}">
                      <a16:creationId xmlns:a16="http://schemas.microsoft.com/office/drawing/2014/main" id="{54F16B2F-608C-0A4C-B57B-5C7376E1CD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38" name="Rectangle 177">
                  <a:extLst>
                    <a:ext uri="{FF2B5EF4-FFF2-40B4-BE49-F238E27FC236}">
                      <a16:creationId xmlns:a16="http://schemas.microsoft.com/office/drawing/2014/main" id="{16358853-C1FC-1B4A-90B8-0526F7FF39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39" name="Rectangle 178">
                  <a:extLst>
                    <a:ext uri="{FF2B5EF4-FFF2-40B4-BE49-F238E27FC236}">
                      <a16:creationId xmlns:a16="http://schemas.microsoft.com/office/drawing/2014/main" id="{95865896-45F0-9E45-88A7-DDEAF08169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40" name="Rectangle 179">
                  <a:extLst>
                    <a:ext uri="{FF2B5EF4-FFF2-40B4-BE49-F238E27FC236}">
                      <a16:creationId xmlns:a16="http://schemas.microsoft.com/office/drawing/2014/main" id="{1C2FE1AC-5BF7-3F4E-A430-7CA6A69690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41" name="Rectangle 180">
                  <a:extLst>
                    <a:ext uri="{FF2B5EF4-FFF2-40B4-BE49-F238E27FC236}">
                      <a16:creationId xmlns:a16="http://schemas.microsoft.com/office/drawing/2014/main" id="{218C2436-F090-5B40-9775-6467F646F5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42" name="AutoShape 181">
                  <a:extLst>
                    <a:ext uri="{FF2B5EF4-FFF2-40B4-BE49-F238E27FC236}">
                      <a16:creationId xmlns:a16="http://schemas.microsoft.com/office/drawing/2014/main" id="{2346CC88-82BF-DA46-B70A-55B4ED444C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buClrTx/>
                    <a:defRPr/>
                  </a:pPr>
                  <a:endParaRPr lang="en-US" sz="1350" kern="120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732" name="Picture 182" descr="desktop_computer_stylized_small">
                <a:extLst>
                  <a:ext uri="{FF2B5EF4-FFF2-40B4-BE49-F238E27FC236}">
                    <a16:creationId xmlns:a16="http://schemas.microsoft.com/office/drawing/2014/main" id="{9C9448D8-C41E-1B4C-8F18-B3F661D778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33" name="Rectangle 183">
                <a:extLst>
                  <a:ext uri="{FF2B5EF4-FFF2-40B4-BE49-F238E27FC236}">
                    <a16:creationId xmlns:a16="http://schemas.microsoft.com/office/drawing/2014/main" id="{EC20C728-8848-8748-8001-99D9BBF00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734" name="Freeform 184">
                <a:extLst>
                  <a:ext uri="{FF2B5EF4-FFF2-40B4-BE49-F238E27FC236}">
                    <a16:creationId xmlns:a16="http://schemas.microsoft.com/office/drawing/2014/main" id="{A3C302FC-0DCE-7B44-87E9-318491675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14 w 381"/>
                  <a:gd name="T1" fmla="*/ 274 h 274"/>
                  <a:gd name="T2" fmla="*/ 14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5" name="Line 185">
                <a:extLst>
                  <a:ext uri="{FF2B5EF4-FFF2-40B4-BE49-F238E27FC236}">
                    <a16:creationId xmlns:a16="http://schemas.microsoft.com/office/drawing/2014/main" id="{28070A37-5593-0448-896E-478F25FA10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736" name="Picture 186" descr="tv">
                <a:extLst>
                  <a:ext uri="{FF2B5EF4-FFF2-40B4-BE49-F238E27FC236}">
                    <a16:creationId xmlns:a16="http://schemas.microsoft.com/office/drawing/2014/main" id="{23BD1939-D865-6047-93F0-ED52890AAF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743" name="Text Box 204">
            <a:extLst>
              <a:ext uri="{FF2B5EF4-FFF2-40B4-BE49-F238E27FC236}">
                <a16:creationId xmlns:a16="http://schemas.microsoft.com/office/drawing/2014/main" id="{114B5E74-3593-4647-A004-4F78DEEBD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7963" y="1182721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r>
              <a:rPr lang="en-US" altLang="en-US" sz="1800" kern="1200">
                <a:solidFill>
                  <a:srgbClr val="969696"/>
                </a:solidFill>
                <a:latin typeface="Times New Roman" panose="02020603050405020304" pitchFamily="18" charset="0"/>
                <a:cs typeface="+mn-cs"/>
              </a:rPr>
              <a:t>…</a:t>
            </a:r>
          </a:p>
        </p:txBody>
      </p:sp>
      <p:sp>
        <p:nvSpPr>
          <p:cNvPr id="744" name="Line 205">
            <a:extLst>
              <a:ext uri="{FF2B5EF4-FFF2-40B4-BE49-F238E27FC236}">
                <a16:creationId xmlns:a16="http://schemas.microsoft.com/office/drawing/2014/main" id="{DC1BDAA3-86EF-E54B-AD19-30AE2ECA93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3582" y="1438705"/>
            <a:ext cx="2381" cy="2500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5" name="Line 206">
            <a:extLst>
              <a:ext uri="{FF2B5EF4-FFF2-40B4-BE49-F238E27FC236}">
                <a16:creationId xmlns:a16="http://schemas.microsoft.com/office/drawing/2014/main" id="{148D29E6-C94A-DC42-8250-908976A5D1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2238" y="1438705"/>
            <a:ext cx="2381" cy="2500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6" name="Line 207">
            <a:extLst>
              <a:ext uri="{FF2B5EF4-FFF2-40B4-BE49-F238E27FC236}">
                <a16:creationId xmlns:a16="http://schemas.microsoft.com/office/drawing/2014/main" id="{01C6EDDD-38D0-6B49-B717-D2D0A8815C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4726" y="1438705"/>
            <a:ext cx="2381" cy="2500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7" name="Freeform 208">
            <a:extLst>
              <a:ext uri="{FF2B5EF4-FFF2-40B4-BE49-F238E27FC236}">
                <a16:creationId xmlns:a16="http://schemas.microsoft.com/office/drawing/2014/main" id="{13411482-5915-9549-9E0F-94906C9234B0}"/>
              </a:ext>
            </a:extLst>
          </p:cNvPr>
          <p:cNvSpPr>
            <a:spLocks/>
          </p:cNvSpPr>
          <p:nvPr/>
        </p:nvSpPr>
        <p:spPr bwMode="auto">
          <a:xfrm>
            <a:off x="4306532" y="1691117"/>
            <a:ext cx="95250" cy="357188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8" name="Freeform 209">
            <a:extLst>
              <a:ext uri="{FF2B5EF4-FFF2-40B4-BE49-F238E27FC236}">
                <a16:creationId xmlns:a16="http://schemas.microsoft.com/office/drawing/2014/main" id="{1F9C292F-8EBB-3541-9B89-E1F31CD174E4}"/>
              </a:ext>
            </a:extLst>
          </p:cNvPr>
          <p:cNvSpPr>
            <a:spLocks/>
          </p:cNvSpPr>
          <p:nvPr/>
        </p:nvSpPr>
        <p:spPr bwMode="auto">
          <a:xfrm>
            <a:off x="3656450" y="1686355"/>
            <a:ext cx="95250" cy="357188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9" name="Rectangle 44">
            <a:extLst>
              <a:ext uri="{FF2B5EF4-FFF2-40B4-BE49-F238E27FC236}">
                <a16:creationId xmlns:a16="http://schemas.microsoft.com/office/drawing/2014/main" id="{7320EA55-A59E-E248-A70B-FDBD11390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992" y="1367267"/>
            <a:ext cx="716756" cy="52506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750" name="Text Box 45">
            <a:extLst>
              <a:ext uri="{FF2B5EF4-FFF2-40B4-BE49-F238E27FC236}">
                <a16:creationId xmlns:a16="http://schemas.microsoft.com/office/drawing/2014/main" id="{DB61BF90-6CFB-6842-9230-52758DB96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79" y="964836"/>
            <a:ext cx="1444228" cy="24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200" kern="1200">
                <a:solidFill>
                  <a:prstClr val="black"/>
                </a:solidFill>
                <a:cs typeface="+mn-cs"/>
              </a:rPr>
              <a:t>cable headend</a:t>
            </a:r>
          </a:p>
        </p:txBody>
      </p:sp>
      <p:sp>
        <p:nvSpPr>
          <p:cNvPr id="751" name="Freeform 216">
            <a:extLst>
              <a:ext uri="{FF2B5EF4-FFF2-40B4-BE49-F238E27FC236}">
                <a16:creationId xmlns:a16="http://schemas.microsoft.com/office/drawing/2014/main" id="{5282A8AA-73E0-1047-98E9-0E8A22EB1094}"/>
              </a:ext>
            </a:extLst>
          </p:cNvPr>
          <p:cNvSpPr>
            <a:spLocks/>
          </p:cNvSpPr>
          <p:nvPr/>
        </p:nvSpPr>
        <p:spPr bwMode="auto">
          <a:xfrm>
            <a:off x="5507873" y="1504190"/>
            <a:ext cx="247650" cy="340519"/>
          </a:xfrm>
          <a:custGeom>
            <a:avLst/>
            <a:gdLst>
              <a:gd name="T0" fmla="*/ 0 w 318"/>
              <a:gd name="T1" fmla="*/ 2147483647 h 412"/>
              <a:gd name="T2" fmla="*/ 2147483647 w 318"/>
              <a:gd name="T3" fmla="*/ 2147483647 h 412"/>
              <a:gd name="T4" fmla="*/ 2147483647 w 318"/>
              <a:gd name="T5" fmla="*/ 0 h 412"/>
              <a:gd name="T6" fmla="*/ 2147483647 w 318"/>
              <a:gd name="T7" fmla="*/ 2147483647 h 412"/>
              <a:gd name="T8" fmla="*/ 2147483647 w 318"/>
              <a:gd name="T9" fmla="*/ 2147483647 h 412"/>
              <a:gd name="T10" fmla="*/ 2147483647 w 318"/>
              <a:gd name="T11" fmla="*/ 2147483647 h 412"/>
              <a:gd name="T12" fmla="*/ 2147483647 w 318"/>
              <a:gd name="T13" fmla="*/ 2147483647 h 412"/>
              <a:gd name="T14" fmla="*/ 2147483647 w 318"/>
              <a:gd name="T15" fmla="*/ 2147483647 h 412"/>
              <a:gd name="T16" fmla="*/ 0 w 318"/>
              <a:gd name="T17" fmla="*/ 2147483647 h 41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8"/>
              <a:gd name="T28" fmla="*/ 0 h 412"/>
              <a:gd name="T29" fmla="*/ 318 w 318"/>
              <a:gd name="T30" fmla="*/ 412 h 41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8" h="412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2" name="Freeform 217">
            <a:extLst>
              <a:ext uri="{FF2B5EF4-FFF2-40B4-BE49-F238E27FC236}">
                <a16:creationId xmlns:a16="http://schemas.microsoft.com/office/drawing/2014/main" id="{7C99B789-7258-6A4A-9F8D-57979E1CEE4E}"/>
              </a:ext>
            </a:extLst>
          </p:cNvPr>
          <p:cNvSpPr>
            <a:spLocks/>
          </p:cNvSpPr>
          <p:nvPr/>
        </p:nvSpPr>
        <p:spPr bwMode="auto">
          <a:xfrm>
            <a:off x="5509063" y="1455374"/>
            <a:ext cx="275035" cy="304800"/>
          </a:xfrm>
          <a:custGeom>
            <a:avLst/>
            <a:gdLst>
              <a:gd name="T0" fmla="*/ 0 w 353"/>
              <a:gd name="T1" fmla="*/ 2147483647 h 369"/>
              <a:gd name="T2" fmla="*/ 2147483647 w 353"/>
              <a:gd name="T3" fmla="*/ 0 h 369"/>
              <a:gd name="T4" fmla="*/ 2147483647 w 353"/>
              <a:gd name="T5" fmla="*/ 0 h 369"/>
              <a:gd name="T6" fmla="*/ 2147483647 w 353"/>
              <a:gd name="T7" fmla="*/ 2147483647 h 369"/>
              <a:gd name="T8" fmla="*/ 2147483647 w 353"/>
              <a:gd name="T9" fmla="*/ 2147483647 h 369"/>
              <a:gd name="T10" fmla="*/ 2147483647 w 353"/>
              <a:gd name="T11" fmla="*/ 2147483647 h 369"/>
              <a:gd name="T12" fmla="*/ 2147483647 w 353"/>
              <a:gd name="T13" fmla="*/ 2147483647 h 369"/>
              <a:gd name="T14" fmla="*/ 2147483647 w 353"/>
              <a:gd name="T15" fmla="*/ 2147483647 h 369"/>
              <a:gd name="T16" fmla="*/ 2147483647 w 353"/>
              <a:gd name="T17" fmla="*/ 2147483647 h 369"/>
              <a:gd name="T18" fmla="*/ 2147483647 w 353"/>
              <a:gd name="T19" fmla="*/ 2147483647 h 369"/>
              <a:gd name="T20" fmla="*/ 0 w 353"/>
              <a:gd name="T21" fmla="*/ 2147483647 h 3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53"/>
              <a:gd name="T34" fmla="*/ 0 h 369"/>
              <a:gd name="T35" fmla="*/ 353 w 353"/>
              <a:gd name="T36" fmla="*/ 369 h 3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53" h="369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3" name="Line 218">
            <a:extLst>
              <a:ext uri="{FF2B5EF4-FFF2-40B4-BE49-F238E27FC236}">
                <a16:creationId xmlns:a16="http://schemas.microsoft.com/office/drawing/2014/main" id="{B1D16F00-E881-6A47-A6A1-0BBDC19BC9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3142" y="1548243"/>
            <a:ext cx="26194" cy="511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4" name="Line 219">
            <a:extLst>
              <a:ext uri="{FF2B5EF4-FFF2-40B4-BE49-F238E27FC236}">
                <a16:creationId xmlns:a16="http://schemas.microsoft.com/office/drawing/2014/main" id="{838FA314-27D9-7A43-996B-E5F93E02D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9304" y="1676830"/>
            <a:ext cx="2012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5" name="Freeform 220">
            <a:extLst>
              <a:ext uri="{FF2B5EF4-FFF2-40B4-BE49-F238E27FC236}">
                <a16:creationId xmlns:a16="http://schemas.microsoft.com/office/drawing/2014/main" id="{45C72033-F8DA-3B45-8390-923125718D2A}"/>
              </a:ext>
            </a:extLst>
          </p:cNvPr>
          <p:cNvSpPr>
            <a:spLocks/>
          </p:cNvSpPr>
          <p:nvPr/>
        </p:nvSpPr>
        <p:spPr bwMode="auto">
          <a:xfrm>
            <a:off x="5524542" y="1544671"/>
            <a:ext cx="205978" cy="86915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6" name="Freeform 221">
            <a:extLst>
              <a:ext uri="{FF2B5EF4-FFF2-40B4-BE49-F238E27FC236}">
                <a16:creationId xmlns:a16="http://schemas.microsoft.com/office/drawing/2014/main" id="{19393445-5216-7C45-9B45-58EB5CD3E448}"/>
              </a:ext>
            </a:extLst>
          </p:cNvPr>
          <p:cNvSpPr>
            <a:spLocks/>
          </p:cNvSpPr>
          <p:nvPr/>
        </p:nvSpPr>
        <p:spPr bwMode="auto">
          <a:xfrm flipV="1">
            <a:off x="5524542" y="1722074"/>
            <a:ext cx="205978" cy="85725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7" name="AutoShape 225">
            <a:extLst>
              <a:ext uri="{FF2B5EF4-FFF2-40B4-BE49-F238E27FC236}">
                <a16:creationId xmlns:a16="http://schemas.microsoft.com/office/drawing/2014/main" id="{D5C846CD-8651-7846-BF61-84EC54D4A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0216" y="1169623"/>
            <a:ext cx="904875" cy="196454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grpSp>
        <p:nvGrpSpPr>
          <p:cNvPr id="758" name="Group 37">
            <a:extLst>
              <a:ext uri="{FF2B5EF4-FFF2-40B4-BE49-F238E27FC236}">
                <a16:creationId xmlns:a16="http://schemas.microsoft.com/office/drawing/2014/main" id="{2E8824F7-4522-D447-9DC0-38FAFCEAC5FD}"/>
              </a:ext>
            </a:extLst>
          </p:cNvPr>
          <p:cNvGrpSpPr>
            <a:grpSpLocks/>
          </p:cNvGrpSpPr>
          <p:nvPr/>
        </p:nvGrpSpPr>
        <p:grpSpPr bwMode="auto">
          <a:xfrm>
            <a:off x="3643354" y="2416208"/>
            <a:ext cx="1532334" cy="719138"/>
            <a:chOff x="2505" y="826"/>
            <a:chExt cx="1287" cy="604"/>
          </a:xfrm>
        </p:grpSpPr>
        <p:sp>
          <p:nvSpPr>
            <p:cNvPr id="759" name="Line 38">
              <a:extLst>
                <a:ext uri="{FF2B5EF4-FFF2-40B4-BE49-F238E27FC236}">
                  <a16:creationId xmlns:a16="http://schemas.microsoft.com/office/drawing/2014/main" id="{836381BA-38E7-1643-BF9A-B180406656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05" y="1115"/>
              <a:ext cx="1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0" name="Freeform 39">
              <a:extLst>
                <a:ext uri="{FF2B5EF4-FFF2-40B4-BE49-F238E27FC236}">
                  <a16:creationId xmlns:a16="http://schemas.microsoft.com/office/drawing/2014/main" id="{A91A763D-8E94-C349-8834-D48E9C7C4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826"/>
              <a:ext cx="562" cy="266"/>
            </a:xfrm>
            <a:custGeom>
              <a:avLst/>
              <a:gdLst>
                <a:gd name="T0" fmla="*/ 4 w 562"/>
                <a:gd name="T1" fmla="*/ 264 h 266"/>
                <a:gd name="T2" fmla="*/ 52 w 562"/>
                <a:gd name="T3" fmla="*/ 6 h 266"/>
                <a:gd name="T4" fmla="*/ 108 w 562"/>
                <a:gd name="T5" fmla="*/ 266 h 266"/>
                <a:gd name="T6" fmla="*/ 174 w 562"/>
                <a:gd name="T7" fmla="*/ 0 h 266"/>
                <a:gd name="T8" fmla="*/ 228 w 562"/>
                <a:gd name="T9" fmla="*/ 264 h 266"/>
                <a:gd name="T10" fmla="*/ 288 w 562"/>
                <a:gd name="T11" fmla="*/ 8 h 266"/>
                <a:gd name="T12" fmla="*/ 354 w 562"/>
                <a:gd name="T13" fmla="*/ 266 h 266"/>
                <a:gd name="T14" fmla="*/ 402 w 562"/>
                <a:gd name="T15" fmla="*/ 8 h 266"/>
                <a:gd name="T16" fmla="*/ 464 w 562"/>
                <a:gd name="T17" fmla="*/ 264 h 266"/>
                <a:gd name="T18" fmla="*/ 506 w 562"/>
                <a:gd name="T19" fmla="*/ 6 h 266"/>
                <a:gd name="T20" fmla="*/ 556 w 562"/>
                <a:gd name="T21" fmla="*/ 266 h 2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62"/>
                <a:gd name="T34" fmla="*/ 0 h 266"/>
                <a:gd name="T35" fmla="*/ 562 w 562"/>
                <a:gd name="T36" fmla="*/ 266 h 2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62" h="266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1" name="Freeform 40">
              <a:extLst>
                <a:ext uri="{FF2B5EF4-FFF2-40B4-BE49-F238E27FC236}">
                  <a16:creationId xmlns:a16="http://schemas.microsoft.com/office/drawing/2014/main" id="{DE43773C-7E50-304C-B96C-1B9B432AB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3" y="830"/>
              <a:ext cx="269" cy="266"/>
            </a:xfrm>
            <a:custGeom>
              <a:avLst/>
              <a:gdLst>
                <a:gd name="T0" fmla="*/ 0 w 562"/>
                <a:gd name="T1" fmla="*/ 264 h 266"/>
                <a:gd name="T2" fmla="*/ 0 w 562"/>
                <a:gd name="T3" fmla="*/ 6 h 266"/>
                <a:gd name="T4" fmla="*/ 0 w 562"/>
                <a:gd name="T5" fmla="*/ 266 h 266"/>
                <a:gd name="T6" fmla="*/ 0 w 562"/>
                <a:gd name="T7" fmla="*/ 0 h 266"/>
                <a:gd name="T8" fmla="*/ 0 w 562"/>
                <a:gd name="T9" fmla="*/ 264 h 266"/>
                <a:gd name="T10" fmla="*/ 0 w 562"/>
                <a:gd name="T11" fmla="*/ 8 h 266"/>
                <a:gd name="T12" fmla="*/ 0 w 562"/>
                <a:gd name="T13" fmla="*/ 266 h 266"/>
                <a:gd name="T14" fmla="*/ 0 w 562"/>
                <a:gd name="T15" fmla="*/ 8 h 266"/>
                <a:gd name="T16" fmla="*/ 0 w 562"/>
                <a:gd name="T17" fmla="*/ 264 h 266"/>
                <a:gd name="T18" fmla="*/ 0 w 562"/>
                <a:gd name="T19" fmla="*/ 6 h 266"/>
                <a:gd name="T20" fmla="*/ 0 w 562"/>
                <a:gd name="T21" fmla="*/ 266 h 2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62"/>
                <a:gd name="T34" fmla="*/ 0 h 266"/>
                <a:gd name="T35" fmla="*/ 562 w 562"/>
                <a:gd name="T36" fmla="*/ 266 h 2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62" h="266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2" name="Line 41">
              <a:extLst>
                <a:ext uri="{FF2B5EF4-FFF2-40B4-BE49-F238E27FC236}">
                  <a16:creationId xmlns:a16="http://schemas.microsoft.com/office/drawing/2014/main" id="{F3C41C4C-476A-2B45-A87C-AC86EB4B90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3" y="1137"/>
              <a:ext cx="1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63" name="Group 42">
            <a:extLst>
              <a:ext uri="{FF2B5EF4-FFF2-40B4-BE49-F238E27FC236}">
                <a16:creationId xmlns:a16="http://schemas.microsoft.com/office/drawing/2014/main" id="{1414EDE7-3EB5-FA4B-9DD4-E6353E20A214}"/>
              </a:ext>
            </a:extLst>
          </p:cNvPr>
          <p:cNvGrpSpPr>
            <a:grpSpLocks/>
          </p:cNvGrpSpPr>
          <p:nvPr/>
        </p:nvGrpSpPr>
        <p:grpSpPr bwMode="auto">
          <a:xfrm>
            <a:off x="3111145" y="2534080"/>
            <a:ext cx="2289572" cy="1610916"/>
            <a:chOff x="2606" y="951"/>
            <a:chExt cx="1923" cy="1353"/>
          </a:xfrm>
        </p:grpSpPr>
        <p:sp>
          <p:nvSpPr>
            <p:cNvPr id="764" name="Text Box 43">
              <a:extLst>
                <a:ext uri="{FF2B5EF4-FFF2-40B4-BE49-F238E27FC236}">
                  <a16:creationId xmlns:a16="http://schemas.microsoft.com/office/drawing/2014/main" id="{DABDD206-5A3A-D340-BB90-8F77E10D8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7" y="2071"/>
              <a:ext cx="69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1200" kern="1200">
                  <a:solidFill>
                    <a:prstClr val="black"/>
                  </a:solidFill>
                  <a:cs typeface="+mn-cs"/>
                </a:rPr>
                <a:t>Channels</a:t>
              </a:r>
            </a:p>
          </p:txBody>
        </p:sp>
        <p:sp>
          <p:nvSpPr>
            <p:cNvPr id="765" name="Line 44">
              <a:extLst>
                <a:ext uri="{FF2B5EF4-FFF2-40B4-BE49-F238E27FC236}">
                  <a16:creationId xmlns:a16="http://schemas.microsoft.com/office/drawing/2014/main" id="{96A99A85-0F58-904A-AB9B-E4531C44D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4" y="951"/>
              <a:ext cx="0" cy="9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6" name="Line 45">
              <a:extLst>
                <a:ext uri="{FF2B5EF4-FFF2-40B4-BE49-F238E27FC236}">
                  <a16:creationId xmlns:a16="http://schemas.microsoft.com/office/drawing/2014/main" id="{A885BDAD-38DA-9945-9914-5285D7B288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8" y="1935"/>
              <a:ext cx="14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7" name="Text Box 46">
              <a:extLst>
                <a:ext uri="{FF2B5EF4-FFF2-40B4-BE49-F238E27FC236}">
                  <a16:creationId xmlns:a16="http://schemas.microsoft.com/office/drawing/2014/main" id="{8BF7E924-5AB7-6A4B-A536-D9B3F0CB3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8" y="1408"/>
              <a:ext cx="21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V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I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D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E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O</a:t>
              </a:r>
            </a:p>
          </p:txBody>
        </p:sp>
        <p:sp>
          <p:nvSpPr>
            <p:cNvPr id="768" name="Line 47">
              <a:extLst>
                <a:ext uri="{FF2B5EF4-FFF2-40B4-BE49-F238E27FC236}">
                  <a16:creationId xmlns:a16="http://schemas.microsoft.com/office/drawing/2014/main" id="{C5F7EC21-9A57-044C-B03E-D70253629E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0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9" name="Text Box 48">
              <a:extLst>
                <a:ext uri="{FF2B5EF4-FFF2-40B4-BE49-F238E27FC236}">
                  <a16:creationId xmlns:a16="http://schemas.microsoft.com/office/drawing/2014/main" id="{6475D001-0073-DB4C-A0B0-434A434B7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2" y="1408"/>
              <a:ext cx="21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V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I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D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E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O</a:t>
              </a:r>
            </a:p>
          </p:txBody>
        </p:sp>
        <p:sp>
          <p:nvSpPr>
            <p:cNvPr id="770" name="Text Box 49">
              <a:extLst>
                <a:ext uri="{FF2B5EF4-FFF2-40B4-BE49-F238E27FC236}">
                  <a16:creationId xmlns:a16="http://schemas.microsoft.com/office/drawing/2014/main" id="{1B807D23-BCCC-3D4C-B708-860B33956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8" y="1408"/>
              <a:ext cx="21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V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I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D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E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O</a:t>
              </a:r>
            </a:p>
          </p:txBody>
        </p:sp>
        <p:sp>
          <p:nvSpPr>
            <p:cNvPr id="771" name="Text Box 50">
              <a:extLst>
                <a:ext uri="{FF2B5EF4-FFF2-40B4-BE49-F238E27FC236}">
                  <a16:creationId xmlns:a16="http://schemas.microsoft.com/office/drawing/2014/main" id="{2C33566C-1F05-5942-A816-F796C365DA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408"/>
              <a:ext cx="21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V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I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D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E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O</a:t>
              </a:r>
            </a:p>
          </p:txBody>
        </p:sp>
        <p:sp>
          <p:nvSpPr>
            <p:cNvPr id="772" name="Text Box 51">
              <a:extLst>
                <a:ext uri="{FF2B5EF4-FFF2-40B4-BE49-F238E27FC236}">
                  <a16:creationId xmlns:a16="http://schemas.microsoft.com/office/drawing/2014/main" id="{DB987581-9E28-AC45-BEFB-196B623D0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0" y="1408"/>
              <a:ext cx="21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V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I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D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E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O</a:t>
              </a:r>
            </a:p>
          </p:txBody>
        </p:sp>
        <p:sp>
          <p:nvSpPr>
            <p:cNvPr id="773" name="Text Box 52">
              <a:extLst>
                <a:ext uri="{FF2B5EF4-FFF2-40B4-BE49-F238E27FC236}">
                  <a16:creationId xmlns:a16="http://schemas.microsoft.com/office/drawing/2014/main" id="{33A1BB55-0F18-824B-8857-AF323BE0F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6" y="1408"/>
              <a:ext cx="21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V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I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D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E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O</a:t>
              </a:r>
            </a:p>
          </p:txBody>
        </p:sp>
        <p:sp>
          <p:nvSpPr>
            <p:cNvPr id="774" name="Text Box 53">
              <a:extLst>
                <a:ext uri="{FF2B5EF4-FFF2-40B4-BE49-F238E27FC236}">
                  <a16:creationId xmlns:a16="http://schemas.microsoft.com/office/drawing/2014/main" id="{7B84E930-AB40-A748-8E0A-E98ABEEF0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9" y="1402"/>
              <a:ext cx="213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endParaRPr lang="en-US" altLang="en-US" sz="750" kern="1200">
                <a:solidFill>
                  <a:prstClr val="black"/>
                </a:solidFill>
                <a:cs typeface="+mn-cs"/>
              </a:endParaRP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D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A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T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A</a:t>
              </a:r>
            </a:p>
          </p:txBody>
        </p:sp>
        <p:sp>
          <p:nvSpPr>
            <p:cNvPr id="775" name="Text Box 54">
              <a:extLst>
                <a:ext uri="{FF2B5EF4-FFF2-40B4-BE49-F238E27FC236}">
                  <a16:creationId xmlns:a16="http://schemas.microsoft.com/office/drawing/2014/main" id="{7D32602C-6A0F-7C40-A551-B7104647A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3" y="1402"/>
              <a:ext cx="213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endParaRPr lang="en-US" altLang="en-US" sz="750" kern="1200">
                <a:solidFill>
                  <a:prstClr val="black"/>
                </a:solidFill>
                <a:cs typeface="+mn-cs"/>
              </a:endParaRP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D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A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T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A</a:t>
              </a:r>
            </a:p>
          </p:txBody>
        </p:sp>
        <p:sp>
          <p:nvSpPr>
            <p:cNvPr id="776" name="Text Box 55">
              <a:extLst>
                <a:ext uri="{FF2B5EF4-FFF2-40B4-BE49-F238E27FC236}">
                  <a16:creationId xmlns:a16="http://schemas.microsoft.com/office/drawing/2014/main" id="{581BF3CE-EA1F-7F45-A6B9-7961CB9412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0" y="1114"/>
              <a:ext cx="218" cy="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endParaRPr lang="en-US" altLang="en-US" sz="750" kern="1200">
                <a:solidFill>
                  <a:prstClr val="black"/>
                </a:solidFill>
                <a:cs typeface="+mn-cs"/>
              </a:endParaRP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C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O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N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T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R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O</a:t>
              </a:r>
            </a:p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L</a:t>
              </a:r>
            </a:p>
          </p:txBody>
        </p:sp>
        <p:sp>
          <p:nvSpPr>
            <p:cNvPr id="777" name="Line 56">
              <a:extLst>
                <a:ext uri="{FF2B5EF4-FFF2-40B4-BE49-F238E27FC236}">
                  <a16:creationId xmlns:a16="http://schemas.microsoft.com/office/drawing/2014/main" id="{0A951E6D-91FD-BC40-BE35-736F691CF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8" name="Line 57">
              <a:extLst>
                <a:ext uri="{FF2B5EF4-FFF2-40B4-BE49-F238E27FC236}">
                  <a16:creationId xmlns:a16="http://schemas.microsoft.com/office/drawing/2014/main" id="{5E999E18-DC3D-B24A-84D5-3F3C023E3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4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9" name="Line 58">
              <a:extLst>
                <a:ext uri="{FF2B5EF4-FFF2-40B4-BE49-F238E27FC236}">
                  <a16:creationId xmlns:a16="http://schemas.microsoft.com/office/drawing/2014/main" id="{B443EB33-B0B3-404F-9B62-D37E25919C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8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0" name="Line 59">
              <a:extLst>
                <a:ext uri="{FF2B5EF4-FFF2-40B4-BE49-F238E27FC236}">
                  <a16:creationId xmlns:a16="http://schemas.microsoft.com/office/drawing/2014/main" id="{A793C62D-57C3-2D4F-B19B-F421124A1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6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1" name="Line 60">
              <a:extLst>
                <a:ext uri="{FF2B5EF4-FFF2-40B4-BE49-F238E27FC236}">
                  <a16:creationId xmlns:a16="http://schemas.microsoft.com/office/drawing/2014/main" id="{95DF33C1-5139-264C-9193-58D2C4E3D2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2" y="187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2" name="Line 61">
              <a:extLst>
                <a:ext uri="{FF2B5EF4-FFF2-40B4-BE49-F238E27FC236}">
                  <a16:creationId xmlns:a16="http://schemas.microsoft.com/office/drawing/2014/main" id="{238C031D-4A29-2A49-A018-22AFDE608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8" y="186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3" name="Line 62">
              <a:extLst>
                <a:ext uri="{FF2B5EF4-FFF2-40B4-BE49-F238E27FC236}">
                  <a16:creationId xmlns:a16="http://schemas.microsoft.com/office/drawing/2014/main" id="{62551AD8-B04E-164B-B96F-D9A6D99C5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85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4" name="Text Box 63">
              <a:extLst>
                <a:ext uri="{FF2B5EF4-FFF2-40B4-BE49-F238E27FC236}">
                  <a16:creationId xmlns:a16="http://schemas.microsoft.com/office/drawing/2014/main" id="{BCEF8A3A-5771-C646-B965-99C3210D43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5" y="1960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1</a:t>
              </a:r>
            </a:p>
          </p:txBody>
        </p:sp>
        <p:sp>
          <p:nvSpPr>
            <p:cNvPr id="785" name="Text Box 64">
              <a:extLst>
                <a:ext uri="{FF2B5EF4-FFF2-40B4-BE49-F238E27FC236}">
                  <a16:creationId xmlns:a16="http://schemas.microsoft.com/office/drawing/2014/main" id="{D6D160AE-E751-A445-AFBC-4A5A297DF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3" y="1960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2</a:t>
              </a:r>
            </a:p>
          </p:txBody>
        </p:sp>
        <p:sp>
          <p:nvSpPr>
            <p:cNvPr id="786" name="Text Box 65">
              <a:extLst>
                <a:ext uri="{FF2B5EF4-FFF2-40B4-BE49-F238E27FC236}">
                  <a16:creationId xmlns:a16="http://schemas.microsoft.com/office/drawing/2014/main" id="{C78FDC46-A5E0-8E4B-A27F-2AE7E8E58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5" y="1960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3</a:t>
              </a:r>
            </a:p>
          </p:txBody>
        </p:sp>
        <p:sp>
          <p:nvSpPr>
            <p:cNvPr id="787" name="Text Box 66">
              <a:extLst>
                <a:ext uri="{FF2B5EF4-FFF2-40B4-BE49-F238E27FC236}">
                  <a16:creationId xmlns:a16="http://schemas.microsoft.com/office/drawing/2014/main" id="{43B98151-958B-2048-A7D4-503448CF7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7" y="1960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4</a:t>
              </a:r>
            </a:p>
          </p:txBody>
        </p:sp>
        <p:sp>
          <p:nvSpPr>
            <p:cNvPr id="788" name="Text Box 67">
              <a:extLst>
                <a:ext uri="{FF2B5EF4-FFF2-40B4-BE49-F238E27FC236}">
                  <a16:creationId xmlns:a16="http://schemas.microsoft.com/office/drawing/2014/main" id="{600CEE94-BC49-B348-950C-BA97B4D4A3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5" y="1956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5</a:t>
              </a:r>
            </a:p>
          </p:txBody>
        </p:sp>
        <p:sp>
          <p:nvSpPr>
            <p:cNvPr id="789" name="Text Box 68">
              <a:extLst>
                <a:ext uri="{FF2B5EF4-FFF2-40B4-BE49-F238E27FC236}">
                  <a16:creationId xmlns:a16="http://schemas.microsoft.com/office/drawing/2014/main" id="{05095793-31D3-914F-9F27-39504524FE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3" y="1956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6</a:t>
              </a:r>
            </a:p>
          </p:txBody>
        </p:sp>
        <p:sp>
          <p:nvSpPr>
            <p:cNvPr id="790" name="Text Box 69">
              <a:extLst>
                <a:ext uri="{FF2B5EF4-FFF2-40B4-BE49-F238E27FC236}">
                  <a16:creationId xmlns:a16="http://schemas.microsoft.com/office/drawing/2014/main" id="{85BECD34-15AC-AE4C-AD97-183EE41CD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7" y="1956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7</a:t>
              </a:r>
            </a:p>
          </p:txBody>
        </p:sp>
        <p:sp>
          <p:nvSpPr>
            <p:cNvPr id="791" name="Text Box 70">
              <a:extLst>
                <a:ext uri="{FF2B5EF4-FFF2-40B4-BE49-F238E27FC236}">
                  <a16:creationId xmlns:a16="http://schemas.microsoft.com/office/drawing/2014/main" id="{BF7A1046-C5C6-4A46-AA39-D48887B74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5" y="1956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8</a:t>
              </a:r>
            </a:p>
          </p:txBody>
        </p:sp>
        <p:sp>
          <p:nvSpPr>
            <p:cNvPr id="792" name="Text Box 71">
              <a:extLst>
                <a:ext uri="{FF2B5EF4-FFF2-40B4-BE49-F238E27FC236}">
                  <a16:creationId xmlns:a16="http://schemas.microsoft.com/office/drawing/2014/main" id="{66F573F0-E355-984D-BB14-098438C95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" y="1956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buClrTx/>
                <a:defRPr/>
              </a:pPr>
              <a:r>
                <a:rPr lang="en-US" altLang="en-US" sz="750" kern="1200">
                  <a:solidFill>
                    <a:prstClr val="black"/>
                  </a:solidFill>
                  <a:cs typeface="+mn-cs"/>
                </a:rPr>
                <a:t>9</a:t>
              </a:r>
            </a:p>
          </p:txBody>
        </p:sp>
        <p:sp>
          <p:nvSpPr>
            <p:cNvPr id="793" name="Freeform 72">
              <a:extLst>
                <a:ext uri="{FF2B5EF4-FFF2-40B4-BE49-F238E27FC236}">
                  <a16:creationId xmlns:a16="http://schemas.microsoft.com/office/drawing/2014/main" id="{D4F248F8-0F2C-E74E-B550-F9A925A23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969"/>
              <a:ext cx="375" cy="969"/>
            </a:xfrm>
            <a:custGeom>
              <a:avLst/>
              <a:gdLst>
                <a:gd name="T0" fmla="*/ 375 w 375"/>
                <a:gd name="T1" fmla="*/ 0 h 969"/>
                <a:gd name="T2" fmla="*/ 0 w 375"/>
                <a:gd name="T3" fmla="*/ 485 h 969"/>
                <a:gd name="T4" fmla="*/ 375 w 375"/>
                <a:gd name="T5" fmla="*/ 969 h 969"/>
                <a:gd name="T6" fmla="*/ 375 w 375"/>
                <a:gd name="T7" fmla="*/ 0 h 9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69"/>
                <a:gd name="T14" fmla="*/ 375 w 375"/>
                <a:gd name="T15" fmla="*/ 969 h 9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69">
                  <a:moveTo>
                    <a:pt x="375" y="0"/>
                  </a:moveTo>
                  <a:lnTo>
                    <a:pt x="0" y="485"/>
                  </a:lnTo>
                  <a:lnTo>
                    <a:pt x="375" y="969"/>
                  </a:lnTo>
                  <a:lnTo>
                    <a:pt x="3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A8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94" name="Group 73">
            <a:extLst>
              <a:ext uri="{FF2B5EF4-FFF2-40B4-BE49-F238E27FC236}">
                <a16:creationId xmlns:a16="http://schemas.microsoft.com/office/drawing/2014/main" id="{03B9EEF1-DE3C-7048-980C-B0ACEAA55DF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1859798" y="1705405"/>
            <a:ext cx="1250156" cy="1546622"/>
            <a:chOff x="1511" y="1371"/>
            <a:chExt cx="1050" cy="1299"/>
          </a:xfrm>
        </p:grpSpPr>
        <p:grpSp>
          <p:nvGrpSpPr>
            <p:cNvPr id="795" name="Group 74">
              <a:extLst>
                <a:ext uri="{FF2B5EF4-FFF2-40B4-BE49-F238E27FC236}">
                  <a16:creationId xmlns:a16="http://schemas.microsoft.com/office/drawing/2014/main" id="{DBCD71CC-0E63-0D4A-BD4C-E0B99F8056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1" y="1371"/>
              <a:ext cx="1050" cy="198"/>
              <a:chOff x="1614" y="1494"/>
              <a:chExt cx="1050" cy="198"/>
            </a:xfrm>
          </p:grpSpPr>
          <p:sp>
            <p:nvSpPr>
              <p:cNvPr id="797" name="Rectangle 75">
                <a:extLst>
                  <a:ext uri="{FF2B5EF4-FFF2-40B4-BE49-F238E27FC236}">
                    <a16:creationId xmlns:a16="http://schemas.microsoft.com/office/drawing/2014/main" id="{B0909C13-5FD7-C24B-8A89-CD6B72081D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8" y="1500"/>
                <a:ext cx="168" cy="17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latin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798" name="Freeform 76">
                <a:extLst>
                  <a:ext uri="{FF2B5EF4-FFF2-40B4-BE49-F238E27FC236}">
                    <a16:creationId xmlns:a16="http://schemas.microsoft.com/office/drawing/2014/main" id="{523176FF-760E-914C-B9AE-F376F40F42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1494"/>
                <a:ext cx="896" cy="198"/>
              </a:xfrm>
              <a:custGeom>
                <a:avLst/>
                <a:gdLst>
                  <a:gd name="T0" fmla="*/ 18 w 896"/>
                  <a:gd name="T1" fmla="*/ 0 h 198"/>
                  <a:gd name="T2" fmla="*/ 0 w 896"/>
                  <a:gd name="T3" fmla="*/ 96 h 198"/>
                  <a:gd name="T4" fmla="*/ 18 w 896"/>
                  <a:gd name="T5" fmla="*/ 198 h 198"/>
                  <a:gd name="T6" fmla="*/ 774 w 896"/>
                  <a:gd name="T7" fmla="*/ 198 h 198"/>
                  <a:gd name="T8" fmla="*/ 750 w 896"/>
                  <a:gd name="T9" fmla="*/ 90 h 198"/>
                  <a:gd name="T10" fmla="*/ 774 w 896"/>
                  <a:gd name="T11" fmla="*/ 0 h 198"/>
                  <a:gd name="T12" fmla="*/ 18 w 896"/>
                  <a:gd name="T13" fmla="*/ 0 h 19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96"/>
                  <a:gd name="T22" fmla="*/ 0 h 198"/>
                  <a:gd name="T23" fmla="*/ 896 w 896"/>
                  <a:gd name="T24" fmla="*/ 198 h 19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96" h="198">
                    <a:moveTo>
                      <a:pt x="18" y="0"/>
                    </a:moveTo>
                    <a:lnTo>
                      <a:pt x="0" y="96"/>
                    </a:lnTo>
                    <a:lnTo>
                      <a:pt x="18" y="198"/>
                    </a:lnTo>
                    <a:lnTo>
                      <a:pt x="774" y="198"/>
                    </a:lnTo>
                    <a:cubicBezTo>
                      <a:pt x="896" y="180"/>
                      <a:pt x="750" y="123"/>
                      <a:pt x="750" y="90"/>
                    </a:cubicBezTo>
                    <a:cubicBezTo>
                      <a:pt x="750" y="57"/>
                      <a:pt x="896" y="15"/>
                      <a:pt x="774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/>
                  </a:gs>
                  <a:gs pos="5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/>
              <a:lstStyle/>
              <a:p>
                <a:pPr defTabSz="685800">
                  <a:buClrTx/>
                  <a:defRPr/>
                </a:pPr>
                <a:endParaRPr lang="en-US" sz="1350" kern="1200" dirty="0">
                  <a:solidFill>
                    <a:prstClr val="black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799" name="Oval 77">
                <a:extLst>
                  <a:ext uri="{FF2B5EF4-FFF2-40B4-BE49-F238E27FC236}">
                    <a16:creationId xmlns:a16="http://schemas.microsoft.com/office/drawing/2014/main" id="{EB6F8498-309C-5147-B645-AC0F357513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2" y="1506"/>
                <a:ext cx="62" cy="16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latin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800" name="Line 78">
                <a:extLst>
                  <a:ext uri="{FF2B5EF4-FFF2-40B4-BE49-F238E27FC236}">
                    <a16:creationId xmlns:a16="http://schemas.microsoft.com/office/drawing/2014/main" id="{13D6B6A0-C35F-1A40-A986-AA47311880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1584"/>
                <a:ext cx="1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96" name="Freeform 79">
              <a:extLst>
                <a:ext uri="{FF2B5EF4-FFF2-40B4-BE49-F238E27FC236}">
                  <a16:creationId xmlns:a16="http://schemas.microsoft.com/office/drawing/2014/main" id="{AB540E37-D74B-6A49-8313-1A8880AF3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563"/>
              <a:ext cx="1015" cy="1107"/>
            </a:xfrm>
            <a:custGeom>
              <a:avLst/>
              <a:gdLst>
                <a:gd name="T0" fmla="*/ 1015 w 1015"/>
                <a:gd name="T1" fmla="*/ 1107 h 1107"/>
                <a:gd name="T2" fmla="*/ 0 w 1015"/>
                <a:gd name="T3" fmla="*/ 0 h 1107"/>
                <a:gd name="T4" fmla="*/ 905 w 1015"/>
                <a:gd name="T5" fmla="*/ 0 h 1107"/>
                <a:gd name="T6" fmla="*/ 1015 w 1015"/>
                <a:gd name="T7" fmla="*/ 1107 h 11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5"/>
                <a:gd name="T13" fmla="*/ 0 h 1107"/>
                <a:gd name="T14" fmla="*/ 1015 w 1015"/>
                <a:gd name="T15" fmla="*/ 1107 h 11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5" h="1107">
                  <a:moveTo>
                    <a:pt x="1015" y="1107"/>
                  </a:moveTo>
                  <a:lnTo>
                    <a:pt x="0" y="0"/>
                  </a:lnTo>
                  <a:lnTo>
                    <a:pt x="905" y="0"/>
                  </a:lnTo>
                  <a:lnTo>
                    <a:pt x="1015" y="1107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0000A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01" name="Text Box 324">
            <a:extLst>
              <a:ext uri="{FF2B5EF4-FFF2-40B4-BE49-F238E27FC236}">
                <a16:creationId xmlns:a16="http://schemas.microsoft.com/office/drawing/2014/main" id="{50494245-6BC0-4744-8241-DE379EAB7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902" y="4342882"/>
            <a:ext cx="7473503" cy="56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buClrTx/>
              <a:defRPr/>
            </a:pPr>
            <a:r>
              <a:rPr lang="en-US" altLang="en-US" sz="1800" i="1" kern="12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frequency division multiplexing (FDM):</a:t>
            </a:r>
            <a:r>
              <a:rPr lang="en-US" altLang="en-US" sz="1800" kern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different channels transmitted in different frequency bands</a:t>
            </a:r>
          </a:p>
        </p:txBody>
      </p:sp>
      <p:grpSp>
        <p:nvGrpSpPr>
          <p:cNvPr id="802" name="Group 326">
            <a:extLst>
              <a:ext uri="{FF2B5EF4-FFF2-40B4-BE49-F238E27FC236}">
                <a16:creationId xmlns:a16="http://schemas.microsoft.com/office/drawing/2014/main" id="{69F003EB-6D99-1141-ABFE-67460D1B76E9}"/>
              </a:ext>
            </a:extLst>
          </p:cNvPr>
          <p:cNvGrpSpPr>
            <a:grpSpLocks/>
          </p:cNvGrpSpPr>
          <p:nvPr/>
        </p:nvGrpSpPr>
        <p:grpSpPr bwMode="auto">
          <a:xfrm>
            <a:off x="1500229" y="1473233"/>
            <a:ext cx="457200" cy="457200"/>
            <a:chOff x="-44" y="1473"/>
            <a:chExt cx="981" cy="1105"/>
          </a:xfrm>
        </p:grpSpPr>
        <p:pic>
          <p:nvPicPr>
            <p:cNvPr id="803" name="Picture 327" descr="desktop_computer_stylized_medium">
              <a:extLst>
                <a:ext uri="{FF2B5EF4-FFF2-40B4-BE49-F238E27FC236}">
                  <a16:creationId xmlns:a16="http://schemas.microsoft.com/office/drawing/2014/main" id="{BCAB1A26-F538-9E43-9300-98DBF76645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4" name="Freeform 328">
              <a:extLst>
                <a:ext uri="{FF2B5EF4-FFF2-40B4-BE49-F238E27FC236}">
                  <a16:creationId xmlns:a16="http://schemas.microsoft.com/office/drawing/2014/main" id="{DF498DD9-C2F7-E142-A48F-929956C96E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8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9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82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Access networks: cable-based access</a:t>
            </a:r>
            <a:endParaRPr lang="en-US" dirty="0"/>
          </a:p>
        </p:txBody>
      </p:sp>
      <p:sp>
        <p:nvSpPr>
          <p:cNvPr id="611" name="Rectangle 60">
            <a:extLst>
              <a:ext uri="{FF2B5EF4-FFF2-40B4-BE49-F238E27FC236}">
                <a16:creationId xmlns:a16="http://schemas.microsoft.com/office/drawing/2014/main" id="{55C1251C-79AE-8E45-A29D-D20BC725A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2857" y="1264874"/>
            <a:ext cx="1345406" cy="69413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612" name="Line 7">
            <a:extLst>
              <a:ext uri="{FF2B5EF4-FFF2-40B4-BE49-F238E27FC236}">
                <a16:creationId xmlns:a16="http://schemas.microsoft.com/office/drawing/2014/main" id="{29D57EF7-9FD7-8E4C-8851-986BAF26F8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9076" y="1678021"/>
            <a:ext cx="273844" cy="11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4" name="Text Box 39">
            <a:extLst>
              <a:ext uri="{FF2B5EF4-FFF2-40B4-BE49-F238E27FC236}">
                <a16:creationId xmlns:a16="http://schemas.microsoft.com/office/drawing/2014/main" id="{E2260115-6B62-6442-BFA6-A406A5190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477" y="1791130"/>
            <a:ext cx="635110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050" kern="1200">
                <a:solidFill>
                  <a:prstClr val="black"/>
                </a:solidFill>
                <a:cs typeface="+mn-cs"/>
              </a:rPr>
              <a:t>cable</a:t>
            </a:r>
          </a:p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050" kern="1200">
                <a:solidFill>
                  <a:prstClr val="black"/>
                </a:solidFill>
                <a:cs typeface="+mn-cs"/>
              </a:rPr>
              <a:t>modem</a:t>
            </a:r>
          </a:p>
        </p:txBody>
      </p:sp>
      <p:sp>
        <p:nvSpPr>
          <p:cNvPr id="631" name="Text Box 41">
            <a:extLst>
              <a:ext uri="{FF2B5EF4-FFF2-40B4-BE49-F238E27FC236}">
                <a16:creationId xmlns:a16="http://schemas.microsoft.com/office/drawing/2014/main" id="{B16AC43B-CDE4-3943-992B-D7039B5F9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4391" y="1792321"/>
            <a:ext cx="582211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050" kern="1200">
                <a:solidFill>
                  <a:prstClr val="black"/>
                </a:solidFill>
                <a:cs typeface="+mn-cs"/>
              </a:rPr>
              <a:t>splitter</a:t>
            </a:r>
          </a:p>
        </p:txBody>
      </p:sp>
      <p:grpSp>
        <p:nvGrpSpPr>
          <p:cNvPr id="632" name="Group 64">
            <a:extLst>
              <a:ext uri="{FF2B5EF4-FFF2-40B4-BE49-F238E27FC236}">
                <a16:creationId xmlns:a16="http://schemas.microsoft.com/office/drawing/2014/main" id="{59FF6125-68C3-404F-958E-E497C5054413}"/>
              </a:ext>
            </a:extLst>
          </p:cNvPr>
          <p:cNvGrpSpPr>
            <a:grpSpLocks/>
          </p:cNvGrpSpPr>
          <p:nvPr/>
        </p:nvGrpSpPr>
        <p:grpSpPr bwMode="auto">
          <a:xfrm>
            <a:off x="2058632" y="1585152"/>
            <a:ext cx="460772" cy="165497"/>
            <a:chOff x="322" y="890"/>
            <a:chExt cx="872" cy="339"/>
          </a:xfrm>
        </p:grpSpPr>
        <p:sp>
          <p:nvSpPr>
            <p:cNvPr id="634" name="Rectangle 65">
              <a:extLst>
                <a:ext uri="{FF2B5EF4-FFF2-40B4-BE49-F238E27FC236}">
                  <a16:creationId xmlns:a16="http://schemas.microsoft.com/office/drawing/2014/main" id="{A04303C8-C01F-8E4D-8DD9-97A6F17FB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643" name="Rectangle 66">
              <a:extLst>
                <a:ext uri="{FF2B5EF4-FFF2-40B4-BE49-F238E27FC236}">
                  <a16:creationId xmlns:a16="http://schemas.microsoft.com/office/drawing/2014/main" id="{F4E92BE5-6E50-3A42-86C7-AE2B0766F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644" name="Rectangle 67">
              <a:extLst>
                <a:ext uri="{FF2B5EF4-FFF2-40B4-BE49-F238E27FC236}">
                  <a16:creationId xmlns:a16="http://schemas.microsoft.com/office/drawing/2014/main" id="{48B16CFE-F93D-134C-AA5B-0DEC4F393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645" name="Rectangle 68">
              <a:extLst>
                <a:ext uri="{FF2B5EF4-FFF2-40B4-BE49-F238E27FC236}">
                  <a16:creationId xmlns:a16="http://schemas.microsoft.com/office/drawing/2014/main" id="{26BB4A5D-5EA1-3D45-BD71-6DC59C920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646" name="Rectangle 69">
              <a:extLst>
                <a:ext uri="{FF2B5EF4-FFF2-40B4-BE49-F238E27FC236}">
                  <a16:creationId xmlns:a16="http://schemas.microsoft.com/office/drawing/2014/main" id="{85A45FB4-6297-2C4A-9FCA-EC5650EC0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647" name="AutoShape 70">
              <a:extLst>
                <a:ext uri="{FF2B5EF4-FFF2-40B4-BE49-F238E27FC236}">
                  <a16:creationId xmlns:a16="http://schemas.microsoft.com/office/drawing/2014/main" id="{28F48A32-80A3-EA4F-9C35-F6F37E1D52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48" name="AutoShape 72">
            <a:extLst>
              <a:ext uri="{FF2B5EF4-FFF2-40B4-BE49-F238E27FC236}">
                <a16:creationId xmlns:a16="http://schemas.microsoft.com/office/drawing/2014/main" id="{00521831-0ED5-1349-A47C-654339E42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4263" y="956502"/>
            <a:ext cx="1701404" cy="351234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649" name="Rectangle 73">
            <a:extLst>
              <a:ext uri="{FF2B5EF4-FFF2-40B4-BE49-F238E27FC236}">
                <a16:creationId xmlns:a16="http://schemas.microsoft.com/office/drawing/2014/main" id="{FD3FC836-7E87-9B4B-B95B-3BA0FE84B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319" y="1631587"/>
            <a:ext cx="125016" cy="108347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650" name="Freeform 74">
            <a:extLst>
              <a:ext uri="{FF2B5EF4-FFF2-40B4-BE49-F238E27FC236}">
                <a16:creationId xmlns:a16="http://schemas.microsoft.com/office/drawing/2014/main" id="{02BC4B2D-D64A-8743-BADC-E5942116F402}"/>
              </a:ext>
            </a:extLst>
          </p:cNvPr>
          <p:cNvSpPr>
            <a:spLocks/>
          </p:cNvSpPr>
          <p:nvPr/>
        </p:nvSpPr>
        <p:spPr bwMode="auto">
          <a:xfrm>
            <a:off x="2313426" y="1298212"/>
            <a:ext cx="359569" cy="326231"/>
          </a:xfrm>
          <a:custGeom>
            <a:avLst/>
            <a:gdLst>
              <a:gd name="T0" fmla="*/ 2147483647 w 381"/>
              <a:gd name="T1" fmla="*/ 2147483647 h 274"/>
              <a:gd name="T2" fmla="*/ 2147483647 w 381"/>
              <a:gd name="T3" fmla="*/ 2147483647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1" name="Line 95">
            <a:extLst>
              <a:ext uri="{FF2B5EF4-FFF2-40B4-BE49-F238E27FC236}">
                <a16:creationId xmlns:a16="http://schemas.microsoft.com/office/drawing/2014/main" id="{92E8BA01-B757-A445-BCC4-2A21C55AFB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37263" y="1678021"/>
            <a:ext cx="1797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52" name="Picture 96" descr="tv">
            <a:extLst>
              <a:ext uri="{FF2B5EF4-FFF2-40B4-BE49-F238E27FC236}">
                <a16:creationId xmlns:a16="http://schemas.microsoft.com/office/drawing/2014/main" id="{06B7565B-0476-B44C-9A6B-CF79DB7BF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050" y="1043417"/>
            <a:ext cx="566738" cy="506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4" name="Group 117">
            <a:extLst>
              <a:ext uri="{FF2B5EF4-FFF2-40B4-BE49-F238E27FC236}">
                <a16:creationId xmlns:a16="http://schemas.microsoft.com/office/drawing/2014/main" id="{5F9A759B-4E1F-9A42-88D3-95E2D1ADE5D5}"/>
              </a:ext>
            </a:extLst>
          </p:cNvPr>
          <p:cNvGrpSpPr>
            <a:grpSpLocks/>
          </p:cNvGrpSpPr>
          <p:nvPr/>
        </p:nvGrpSpPr>
        <p:grpSpPr bwMode="auto">
          <a:xfrm>
            <a:off x="3087332" y="1129142"/>
            <a:ext cx="638175" cy="395288"/>
            <a:chOff x="-490" y="1664"/>
            <a:chExt cx="1429" cy="842"/>
          </a:xfrm>
        </p:grpSpPr>
        <p:sp>
          <p:nvSpPr>
            <p:cNvPr id="656" name="AutoShape 111">
              <a:extLst>
                <a:ext uri="{FF2B5EF4-FFF2-40B4-BE49-F238E27FC236}">
                  <a16:creationId xmlns:a16="http://schemas.microsoft.com/office/drawing/2014/main" id="{A37F5E29-F1C8-BD4E-B673-F4A5E1378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659" name="Group 116">
              <a:extLst>
                <a:ext uri="{FF2B5EF4-FFF2-40B4-BE49-F238E27FC236}">
                  <a16:creationId xmlns:a16="http://schemas.microsoft.com/office/drawing/2014/main" id="{2DA152DF-FEA3-294D-B52C-2222A7727E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660" name="Rectangle 99">
                <a:extLst>
                  <a:ext uri="{FF2B5EF4-FFF2-40B4-BE49-F238E27FC236}">
                    <a16:creationId xmlns:a16="http://schemas.microsoft.com/office/drawing/2014/main" id="{FEF82E20-9540-FA47-B132-B655B1AF0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661" name="Line 7">
                <a:extLst>
                  <a:ext uri="{FF2B5EF4-FFF2-40B4-BE49-F238E27FC236}">
                    <a16:creationId xmlns:a16="http://schemas.microsoft.com/office/drawing/2014/main" id="{B4ECB5F0-AD7E-C54C-BBB3-5E4CD32BA9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62" name="Group 103">
                <a:extLst>
                  <a:ext uri="{FF2B5EF4-FFF2-40B4-BE49-F238E27FC236}">
                    <a16:creationId xmlns:a16="http://schemas.microsoft.com/office/drawing/2014/main" id="{BB9980BD-7F9B-A245-B8F6-E05A608C9B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668" name="Rectangle 104">
                  <a:extLst>
                    <a:ext uri="{FF2B5EF4-FFF2-40B4-BE49-F238E27FC236}">
                      <a16:creationId xmlns:a16="http://schemas.microsoft.com/office/drawing/2014/main" id="{CB801CDD-878F-264A-B04B-22F90AFEA5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69" name="Rectangle 105">
                  <a:extLst>
                    <a:ext uri="{FF2B5EF4-FFF2-40B4-BE49-F238E27FC236}">
                      <a16:creationId xmlns:a16="http://schemas.microsoft.com/office/drawing/2014/main" id="{40EF4DE4-AB89-BF47-BE95-0FE3143D69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70" name="Rectangle 106">
                  <a:extLst>
                    <a:ext uri="{FF2B5EF4-FFF2-40B4-BE49-F238E27FC236}">
                      <a16:creationId xmlns:a16="http://schemas.microsoft.com/office/drawing/2014/main" id="{8A2E685A-F21F-A044-A292-443868825A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71" name="Rectangle 107">
                  <a:extLst>
                    <a:ext uri="{FF2B5EF4-FFF2-40B4-BE49-F238E27FC236}">
                      <a16:creationId xmlns:a16="http://schemas.microsoft.com/office/drawing/2014/main" id="{9CEDA3B1-67D8-8140-8400-1801AD93A4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72" name="Rectangle 108">
                  <a:extLst>
                    <a:ext uri="{FF2B5EF4-FFF2-40B4-BE49-F238E27FC236}">
                      <a16:creationId xmlns:a16="http://schemas.microsoft.com/office/drawing/2014/main" id="{3E0A215B-99C5-3A45-923B-3E1FCFA96F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73" name="AutoShape 109">
                  <a:extLst>
                    <a:ext uri="{FF2B5EF4-FFF2-40B4-BE49-F238E27FC236}">
                      <a16:creationId xmlns:a16="http://schemas.microsoft.com/office/drawing/2014/main" id="{03427BB6-F823-1943-A491-FE684FCEF9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buClrTx/>
                    <a:defRPr/>
                  </a:pPr>
                  <a:endParaRPr lang="en-US" sz="1350" kern="120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663" name="Picture 110" descr="desktop_computer_stylized_small">
                <a:extLst>
                  <a:ext uri="{FF2B5EF4-FFF2-40B4-BE49-F238E27FC236}">
                    <a16:creationId xmlns:a16="http://schemas.microsoft.com/office/drawing/2014/main" id="{81C3AA03-0C7A-FE4D-8FD6-D0582D645E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64" name="Rectangle 112">
                <a:extLst>
                  <a:ext uri="{FF2B5EF4-FFF2-40B4-BE49-F238E27FC236}">
                    <a16:creationId xmlns:a16="http://schemas.microsoft.com/office/drawing/2014/main" id="{156C1929-05F3-934C-84C9-0ACB63627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665" name="Freeform 113">
                <a:extLst>
                  <a:ext uri="{FF2B5EF4-FFF2-40B4-BE49-F238E27FC236}">
                    <a16:creationId xmlns:a16="http://schemas.microsoft.com/office/drawing/2014/main" id="{5320422D-A8AF-E64D-9F26-C8B5750D9B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14 w 381"/>
                  <a:gd name="T1" fmla="*/ 274 h 274"/>
                  <a:gd name="T2" fmla="*/ 14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6" name="Line 114">
                <a:extLst>
                  <a:ext uri="{FF2B5EF4-FFF2-40B4-BE49-F238E27FC236}">
                    <a16:creationId xmlns:a16="http://schemas.microsoft.com/office/drawing/2014/main" id="{3EDC9FDD-617A-8546-9A8D-6862867D76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667" name="Picture 115" descr="tv">
                <a:extLst>
                  <a:ext uri="{FF2B5EF4-FFF2-40B4-BE49-F238E27FC236}">
                    <a16:creationId xmlns:a16="http://schemas.microsoft.com/office/drawing/2014/main" id="{252176B8-F3FD-5844-B5A3-7BF9CDF001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674" name="Group 118">
            <a:extLst>
              <a:ext uri="{FF2B5EF4-FFF2-40B4-BE49-F238E27FC236}">
                <a16:creationId xmlns:a16="http://schemas.microsoft.com/office/drawing/2014/main" id="{087367B6-4D70-604B-8798-517094B2852A}"/>
              </a:ext>
            </a:extLst>
          </p:cNvPr>
          <p:cNvGrpSpPr>
            <a:grpSpLocks/>
          </p:cNvGrpSpPr>
          <p:nvPr/>
        </p:nvGrpSpPr>
        <p:grpSpPr bwMode="auto">
          <a:xfrm>
            <a:off x="3763607" y="1124380"/>
            <a:ext cx="638175" cy="395288"/>
            <a:chOff x="-490" y="1664"/>
            <a:chExt cx="1429" cy="842"/>
          </a:xfrm>
        </p:grpSpPr>
        <p:sp>
          <p:nvSpPr>
            <p:cNvPr id="675" name="AutoShape 119">
              <a:extLst>
                <a:ext uri="{FF2B5EF4-FFF2-40B4-BE49-F238E27FC236}">
                  <a16:creationId xmlns:a16="http://schemas.microsoft.com/office/drawing/2014/main" id="{D0705D65-1E98-FB46-A6B4-9487DA18C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676" name="Group 120">
              <a:extLst>
                <a:ext uri="{FF2B5EF4-FFF2-40B4-BE49-F238E27FC236}">
                  <a16:creationId xmlns:a16="http://schemas.microsoft.com/office/drawing/2014/main" id="{BACFDD7A-CE89-BF4A-A529-778489B85D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677" name="Rectangle 121">
                <a:extLst>
                  <a:ext uri="{FF2B5EF4-FFF2-40B4-BE49-F238E27FC236}">
                    <a16:creationId xmlns:a16="http://schemas.microsoft.com/office/drawing/2014/main" id="{2E58DC0C-E3FF-9A4A-BCAA-688B1D865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678" name="Line 7">
                <a:extLst>
                  <a:ext uri="{FF2B5EF4-FFF2-40B4-BE49-F238E27FC236}">
                    <a16:creationId xmlns:a16="http://schemas.microsoft.com/office/drawing/2014/main" id="{22D21B4A-F92E-B047-83E1-B9AD411C62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79" name="Group 123">
                <a:extLst>
                  <a:ext uri="{FF2B5EF4-FFF2-40B4-BE49-F238E27FC236}">
                    <a16:creationId xmlns:a16="http://schemas.microsoft.com/office/drawing/2014/main" id="{B7C38FD8-AEF7-474B-A4FD-027D3DB985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685" name="Rectangle 124">
                  <a:extLst>
                    <a:ext uri="{FF2B5EF4-FFF2-40B4-BE49-F238E27FC236}">
                      <a16:creationId xmlns:a16="http://schemas.microsoft.com/office/drawing/2014/main" id="{89BC40B5-F324-084A-AAD2-E95D601273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86" name="Rectangle 125">
                  <a:extLst>
                    <a:ext uri="{FF2B5EF4-FFF2-40B4-BE49-F238E27FC236}">
                      <a16:creationId xmlns:a16="http://schemas.microsoft.com/office/drawing/2014/main" id="{F88ABF72-A8F0-4143-907E-B17400F75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87" name="Rectangle 126">
                  <a:extLst>
                    <a:ext uri="{FF2B5EF4-FFF2-40B4-BE49-F238E27FC236}">
                      <a16:creationId xmlns:a16="http://schemas.microsoft.com/office/drawing/2014/main" id="{7CB754ED-8EDA-2843-9D7A-93B067C9EA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88" name="Rectangle 127">
                  <a:extLst>
                    <a:ext uri="{FF2B5EF4-FFF2-40B4-BE49-F238E27FC236}">
                      <a16:creationId xmlns:a16="http://schemas.microsoft.com/office/drawing/2014/main" id="{A34B79E6-F1DF-E74B-9FB2-88F5D6DC7E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89" name="Rectangle 128">
                  <a:extLst>
                    <a:ext uri="{FF2B5EF4-FFF2-40B4-BE49-F238E27FC236}">
                      <a16:creationId xmlns:a16="http://schemas.microsoft.com/office/drawing/2014/main" id="{AD595A8F-88AF-A445-A105-4A98994094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90" name="AutoShape 129">
                  <a:extLst>
                    <a:ext uri="{FF2B5EF4-FFF2-40B4-BE49-F238E27FC236}">
                      <a16:creationId xmlns:a16="http://schemas.microsoft.com/office/drawing/2014/main" id="{050E52BF-49DA-324C-9803-B502A47D8F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buClrTx/>
                    <a:defRPr/>
                  </a:pPr>
                  <a:endParaRPr lang="en-US" sz="1350" kern="120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680" name="Picture 130" descr="desktop_computer_stylized_small">
                <a:extLst>
                  <a:ext uri="{FF2B5EF4-FFF2-40B4-BE49-F238E27FC236}">
                    <a16:creationId xmlns:a16="http://schemas.microsoft.com/office/drawing/2014/main" id="{4C1535D7-F881-874A-B719-63A277CDC4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81" name="Rectangle 131">
                <a:extLst>
                  <a:ext uri="{FF2B5EF4-FFF2-40B4-BE49-F238E27FC236}">
                    <a16:creationId xmlns:a16="http://schemas.microsoft.com/office/drawing/2014/main" id="{24165D37-4D41-4C46-9B07-0868F9F5A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682" name="Freeform 132">
                <a:extLst>
                  <a:ext uri="{FF2B5EF4-FFF2-40B4-BE49-F238E27FC236}">
                    <a16:creationId xmlns:a16="http://schemas.microsoft.com/office/drawing/2014/main" id="{C44CEEE1-83E3-A14C-A7E9-A9F0E5741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14 w 381"/>
                  <a:gd name="T1" fmla="*/ 274 h 274"/>
                  <a:gd name="T2" fmla="*/ 14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3" name="Line 133">
                <a:extLst>
                  <a:ext uri="{FF2B5EF4-FFF2-40B4-BE49-F238E27FC236}">
                    <a16:creationId xmlns:a16="http://schemas.microsoft.com/office/drawing/2014/main" id="{62F2C93F-511D-3147-B8BE-81E883876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684" name="Picture 134" descr="tv">
                <a:extLst>
                  <a:ext uri="{FF2B5EF4-FFF2-40B4-BE49-F238E27FC236}">
                    <a16:creationId xmlns:a16="http://schemas.microsoft.com/office/drawing/2014/main" id="{BCC7F36B-9984-5F40-8042-AAFF0875E4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691" name="Group 135">
            <a:extLst>
              <a:ext uri="{FF2B5EF4-FFF2-40B4-BE49-F238E27FC236}">
                <a16:creationId xmlns:a16="http://schemas.microsoft.com/office/drawing/2014/main" id="{B35A80F1-D0E0-F049-AF3B-A40C61B0C1DC}"/>
              </a:ext>
            </a:extLst>
          </p:cNvPr>
          <p:cNvGrpSpPr>
            <a:grpSpLocks/>
          </p:cNvGrpSpPr>
          <p:nvPr/>
        </p:nvGrpSpPr>
        <p:grpSpPr bwMode="auto">
          <a:xfrm>
            <a:off x="3152816" y="1758983"/>
            <a:ext cx="638175" cy="395288"/>
            <a:chOff x="-490" y="1664"/>
            <a:chExt cx="1429" cy="842"/>
          </a:xfrm>
        </p:grpSpPr>
        <p:sp>
          <p:nvSpPr>
            <p:cNvPr id="692" name="AutoShape 136">
              <a:extLst>
                <a:ext uri="{FF2B5EF4-FFF2-40B4-BE49-F238E27FC236}">
                  <a16:creationId xmlns:a16="http://schemas.microsoft.com/office/drawing/2014/main" id="{F38822C2-4C99-5C4E-8386-17BBD6B7D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693" name="Group 137">
              <a:extLst>
                <a:ext uri="{FF2B5EF4-FFF2-40B4-BE49-F238E27FC236}">
                  <a16:creationId xmlns:a16="http://schemas.microsoft.com/office/drawing/2014/main" id="{280A7536-2297-7545-8BD8-ACCAE36D20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694" name="Rectangle 138">
                <a:extLst>
                  <a:ext uri="{FF2B5EF4-FFF2-40B4-BE49-F238E27FC236}">
                    <a16:creationId xmlns:a16="http://schemas.microsoft.com/office/drawing/2014/main" id="{FD4AA4EA-1734-E548-8AAE-E12D87154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695" name="Line 7">
                <a:extLst>
                  <a:ext uri="{FF2B5EF4-FFF2-40B4-BE49-F238E27FC236}">
                    <a16:creationId xmlns:a16="http://schemas.microsoft.com/office/drawing/2014/main" id="{770E1C91-B880-D946-BC70-EE5844E3C4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96" name="Group 140">
                <a:extLst>
                  <a:ext uri="{FF2B5EF4-FFF2-40B4-BE49-F238E27FC236}">
                    <a16:creationId xmlns:a16="http://schemas.microsoft.com/office/drawing/2014/main" id="{B7E245A3-5E8E-A74D-AF55-7D6A9DF031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702" name="Rectangle 141">
                  <a:extLst>
                    <a:ext uri="{FF2B5EF4-FFF2-40B4-BE49-F238E27FC236}">
                      <a16:creationId xmlns:a16="http://schemas.microsoft.com/office/drawing/2014/main" id="{E8CA17C2-65F4-C847-A921-177D38C81B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03" name="Rectangle 142">
                  <a:extLst>
                    <a:ext uri="{FF2B5EF4-FFF2-40B4-BE49-F238E27FC236}">
                      <a16:creationId xmlns:a16="http://schemas.microsoft.com/office/drawing/2014/main" id="{0248A613-8BF9-744E-A64D-D564AF8252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04" name="Rectangle 143">
                  <a:extLst>
                    <a:ext uri="{FF2B5EF4-FFF2-40B4-BE49-F238E27FC236}">
                      <a16:creationId xmlns:a16="http://schemas.microsoft.com/office/drawing/2014/main" id="{406CCBDD-EEEE-1D45-AA33-2EBE6279F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05" name="Rectangle 144">
                  <a:extLst>
                    <a:ext uri="{FF2B5EF4-FFF2-40B4-BE49-F238E27FC236}">
                      <a16:creationId xmlns:a16="http://schemas.microsoft.com/office/drawing/2014/main" id="{977402B9-0CBB-0D4B-B4B0-9589408E2B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06" name="Rectangle 145">
                  <a:extLst>
                    <a:ext uri="{FF2B5EF4-FFF2-40B4-BE49-F238E27FC236}">
                      <a16:creationId xmlns:a16="http://schemas.microsoft.com/office/drawing/2014/main" id="{3D3165A8-FF26-134E-9F1C-A7A20F77AF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07" name="AutoShape 146">
                  <a:extLst>
                    <a:ext uri="{FF2B5EF4-FFF2-40B4-BE49-F238E27FC236}">
                      <a16:creationId xmlns:a16="http://schemas.microsoft.com/office/drawing/2014/main" id="{EC84391B-1851-544C-B2BC-7C592248BE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buClrTx/>
                    <a:defRPr/>
                  </a:pPr>
                  <a:endParaRPr lang="en-US" sz="1350" kern="120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697" name="Picture 147" descr="desktop_computer_stylized_small">
                <a:extLst>
                  <a:ext uri="{FF2B5EF4-FFF2-40B4-BE49-F238E27FC236}">
                    <a16:creationId xmlns:a16="http://schemas.microsoft.com/office/drawing/2014/main" id="{E527FB23-79FC-7A4B-A986-12E7037C92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98" name="Rectangle 148">
                <a:extLst>
                  <a:ext uri="{FF2B5EF4-FFF2-40B4-BE49-F238E27FC236}">
                    <a16:creationId xmlns:a16="http://schemas.microsoft.com/office/drawing/2014/main" id="{61BFA118-3935-F540-A954-BA2E87833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699" name="Freeform 149">
                <a:extLst>
                  <a:ext uri="{FF2B5EF4-FFF2-40B4-BE49-F238E27FC236}">
                    <a16:creationId xmlns:a16="http://schemas.microsoft.com/office/drawing/2014/main" id="{043DF8A9-6DC7-F349-B0A7-2CC27CE148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14 w 381"/>
                  <a:gd name="T1" fmla="*/ 274 h 274"/>
                  <a:gd name="T2" fmla="*/ 14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0" name="Line 150">
                <a:extLst>
                  <a:ext uri="{FF2B5EF4-FFF2-40B4-BE49-F238E27FC236}">
                    <a16:creationId xmlns:a16="http://schemas.microsoft.com/office/drawing/2014/main" id="{74759C54-5940-F74A-BC60-5BE43CD21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701" name="Picture 151" descr="tv">
                <a:extLst>
                  <a:ext uri="{FF2B5EF4-FFF2-40B4-BE49-F238E27FC236}">
                    <a16:creationId xmlns:a16="http://schemas.microsoft.com/office/drawing/2014/main" id="{4E572681-7AA1-214C-A61D-E41CBA2888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08" name="Group 152">
            <a:extLst>
              <a:ext uri="{FF2B5EF4-FFF2-40B4-BE49-F238E27FC236}">
                <a16:creationId xmlns:a16="http://schemas.microsoft.com/office/drawing/2014/main" id="{B99E0137-E9E9-2449-A341-E95B1A39B473}"/>
              </a:ext>
            </a:extLst>
          </p:cNvPr>
          <p:cNvGrpSpPr>
            <a:grpSpLocks/>
          </p:cNvGrpSpPr>
          <p:nvPr/>
        </p:nvGrpSpPr>
        <p:grpSpPr bwMode="auto">
          <a:xfrm>
            <a:off x="3802898" y="1766127"/>
            <a:ext cx="638175" cy="395288"/>
            <a:chOff x="-490" y="1664"/>
            <a:chExt cx="1429" cy="842"/>
          </a:xfrm>
        </p:grpSpPr>
        <p:sp>
          <p:nvSpPr>
            <p:cNvPr id="709" name="AutoShape 153">
              <a:extLst>
                <a:ext uri="{FF2B5EF4-FFF2-40B4-BE49-F238E27FC236}">
                  <a16:creationId xmlns:a16="http://schemas.microsoft.com/office/drawing/2014/main" id="{6638BF32-7CF1-1B4E-AAED-A6CBD4BB6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710" name="Group 154">
              <a:extLst>
                <a:ext uri="{FF2B5EF4-FFF2-40B4-BE49-F238E27FC236}">
                  <a16:creationId xmlns:a16="http://schemas.microsoft.com/office/drawing/2014/main" id="{BE2429F4-383A-544D-BD63-8AF872349E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711" name="Rectangle 155">
                <a:extLst>
                  <a:ext uri="{FF2B5EF4-FFF2-40B4-BE49-F238E27FC236}">
                    <a16:creationId xmlns:a16="http://schemas.microsoft.com/office/drawing/2014/main" id="{EBB425AA-0585-2749-BC85-AFA5C7AAAA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712" name="Line 7">
                <a:extLst>
                  <a:ext uri="{FF2B5EF4-FFF2-40B4-BE49-F238E27FC236}">
                    <a16:creationId xmlns:a16="http://schemas.microsoft.com/office/drawing/2014/main" id="{A482784A-1FA4-1E45-85F9-5DE284EE81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13" name="Group 157">
                <a:extLst>
                  <a:ext uri="{FF2B5EF4-FFF2-40B4-BE49-F238E27FC236}">
                    <a16:creationId xmlns:a16="http://schemas.microsoft.com/office/drawing/2014/main" id="{F0EAA516-BD5F-774A-9B68-AEA2591140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719" name="Rectangle 158">
                  <a:extLst>
                    <a:ext uri="{FF2B5EF4-FFF2-40B4-BE49-F238E27FC236}">
                      <a16:creationId xmlns:a16="http://schemas.microsoft.com/office/drawing/2014/main" id="{D26B702C-4102-F746-8A1A-44FA540122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20" name="Rectangle 159">
                  <a:extLst>
                    <a:ext uri="{FF2B5EF4-FFF2-40B4-BE49-F238E27FC236}">
                      <a16:creationId xmlns:a16="http://schemas.microsoft.com/office/drawing/2014/main" id="{836CD9F3-93C8-EE4D-A1F1-161D2391D8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21" name="Rectangle 160">
                  <a:extLst>
                    <a:ext uri="{FF2B5EF4-FFF2-40B4-BE49-F238E27FC236}">
                      <a16:creationId xmlns:a16="http://schemas.microsoft.com/office/drawing/2014/main" id="{A3BCDA4F-140D-7E44-A8FC-8D7C2D705E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22" name="Rectangle 161">
                  <a:extLst>
                    <a:ext uri="{FF2B5EF4-FFF2-40B4-BE49-F238E27FC236}">
                      <a16:creationId xmlns:a16="http://schemas.microsoft.com/office/drawing/2014/main" id="{56A4DF97-4C28-D947-BF5A-829F0697D1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23" name="Rectangle 162">
                  <a:extLst>
                    <a:ext uri="{FF2B5EF4-FFF2-40B4-BE49-F238E27FC236}">
                      <a16:creationId xmlns:a16="http://schemas.microsoft.com/office/drawing/2014/main" id="{D68B0B55-2628-AF44-9B8B-2405E00A0C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24" name="AutoShape 163">
                  <a:extLst>
                    <a:ext uri="{FF2B5EF4-FFF2-40B4-BE49-F238E27FC236}">
                      <a16:creationId xmlns:a16="http://schemas.microsoft.com/office/drawing/2014/main" id="{8629FA7E-1037-8C4F-8810-408283380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buClrTx/>
                    <a:defRPr/>
                  </a:pPr>
                  <a:endParaRPr lang="en-US" sz="1350" kern="120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714" name="Picture 164" descr="desktop_computer_stylized_small">
                <a:extLst>
                  <a:ext uri="{FF2B5EF4-FFF2-40B4-BE49-F238E27FC236}">
                    <a16:creationId xmlns:a16="http://schemas.microsoft.com/office/drawing/2014/main" id="{2C8AE386-EE13-6D42-9CE2-3226B5E36C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15" name="Rectangle 165">
                <a:extLst>
                  <a:ext uri="{FF2B5EF4-FFF2-40B4-BE49-F238E27FC236}">
                    <a16:creationId xmlns:a16="http://schemas.microsoft.com/office/drawing/2014/main" id="{9AC9091D-06AA-5245-BF88-B75BC2762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716" name="Freeform 166">
                <a:extLst>
                  <a:ext uri="{FF2B5EF4-FFF2-40B4-BE49-F238E27FC236}">
                    <a16:creationId xmlns:a16="http://schemas.microsoft.com/office/drawing/2014/main" id="{0327A2D8-A266-3E44-8EA9-71273B3797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14 w 381"/>
                  <a:gd name="T1" fmla="*/ 274 h 274"/>
                  <a:gd name="T2" fmla="*/ 14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7" name="Line 167">
                <a:extLst>
                  <a:ext uri="{FF2B5EF4-FFF2-40B4-BE49-F238E27FC236}">
                    <a16:creationId xmlns:a16="http://schemas.microsoft.com/office/drawing/2014/main" id="{F2687AEF-F7A2-2143-8718-7CD837CBF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718" name="Picture 168" descr="tv">
                <a:extLst>
                  <a:ext uri="{FF2B5EF4-FFF2-40B4-BE49-F238E27FC236}">
                    <a16:creationId xmlns:a16="http://schemas.microsoft.com/office/drawing/2014/main" id="{AAFC4C6D-F52A-6046-9403-425D9D673F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725" name="Line 169">
            <a:extLst>
              <a:ext uri="{FF2B5EF4-FFF2-40B4-BE49-F238E27FC236}">
                <a16:creationId xmlns:a16="http://schemas.microsoft.com/office/drawing/2014/main" id="{ADE52973-3C0D-654A-B045-1EDAD64D6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42" y="1686355"/>
            <a:ext cx="276820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26" name="Group 170">
            <a:extLst>
              <a:ext uri="{FF2B5EF4-FFF2-40B4-BE49-F238E27FC236}">
                <a16:creationId xmlns:a16="http://schemas.microsoft.com/office/drawing/2014/main" id="{3D447709-B395-E140-A6E8-A4B0C8933F41}"/>
              </a:ext>
            </a:extLst>
          </p:cNvPr>
          <p:cNvGrpSpPr>
            <a:grpSpLocks/>
          </p:cNvGrpSpPr>
          <p:nvPr/>
        </p:nvGrpSpPr>
        <p:grpSpPr bwMode="auto">
          <a:xfrm>
            <a:off x="4619666" y="1130333"/>
            <a:ext cx="638175" cy="395288"/>
            <a:chOff x="-490" y="1664"/>
            <a:chExt cx="1429" cy="842"/>
          </a:xfrm>
        </p:grpSpPr>
        <p:sp>
          <p:nvSpPr>
            <p:cNvPr id="727" name="AutoShape 171">
              <a:extLst>
                <a:ext uri="{FF2B5EF4-FFF2-40B4-BE49-F238E27FC236}">
                  <a16:creationId xmlns:a16="http://schemas.microsoft.com/office/drawing/2014/main" id="{F84AA9D6-A486-E04C-804D-DFE0C1539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endParaRPr lang="en-US" altLang="en-US" sz="1800" kern="1200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728" name="Group 172">
              <a:extLst>
                <a:ext uri="{FF2B5EF4-FFF2-40B4-BE49-F238E27FC236}">
                  <a16:creationId xmlns:a16="http://schemas.microsoft.com/office/drawing/2014/main" id="{543D769A-7CD2-8048-8FE3-27348F62D8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729" name="Rectangle 173">
                <a:extLst>
                  <a:ext uri="{FF2B5EF4-FFF2-40B4-BE49-F238E27FC236}">
                    <a16:creationId xmlns:a16="http://schemas.microsoft.com/office/drawing/2014/main" id="{F2369E5A-97BD-6448-9C48-4B6DBA063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730" name="Line 7">
                <a:extLst>
                  <a:ext uri="{FF2B5EF4-FFF2-40B4-BE49-F238E27FC236}">
                    <a16:creationId xmlns:a16="http://schemas.microsoft.com/office/drawing/2014/main" id="{2AC0A61E-F926-0D4B-B5E9-DF0BC1F34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31" name="Group 175">
                <a:extLst>
                  <a:ext uri="{FF2B5EF4-FFF2-40B4-BE49-F238E27FC236}">
                    <a16:creationId xmlns:a16="http://schemas.microsoft.com/office/drawing/2014/main" id="{28882AE2-523F-3A48-A31B-7F5125D453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737" name="Rectangle 176">
                  <a:extLst>
                    <a:ext uri="{FF2B5EF4-FFF2-40B4-BE49-F238E27FC236}">
                      <a16:creationId xmlns:a16="http://schemas.microsoft.com/office/drawing/2014/main" id="{54F16B2F-608C-0A4C-B57B-5C7376E1CD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38" name="Rectangle 177">
                  <a:extLst>
                    <a:ext uri="{FF2B5EF4-FFF2-40B4-BE49-F238E27FC236}">
                      <a16:creationId xmlns:a16="http://schemas.microsoft.com/office/drawing/2014/main" id="{16358853-C1FC-1B4A-90B8-0526F7FF39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39" name="Rectangle 178">
                  <a:extLst>
                    <a:ext uri="{FF2B5EF4-FFF2-40B4-BE49-F238E27FC236}">
                      <a16:creationId xmlns:a16="http://schemas.microsoft.com/office/drawing/2014/main" id="{95865896-45F0-9E45-88A7-DDEAF08169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40" name="Rectangle 179">
                  <a:extLst>
                    <a:ext uri="{FF2B5EF4-FFF2-40B4-BE49-F238E27FC236}">
                      <a16:creationId xmlns:a16="http://schemas.microsoft.com/office/drawing/2014/main" id="{1C2FE1AC-5BF7-3F4E-A430-7CA6A69690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41" name="Rectangle 180">
                  <a:extLst>
                    <a:ext uri="{FF2B5EF4-FFF2-40B4-BE49-F238E27FC236}">
                      <a16:creationId xmlns:a16="http://schemas.microsoft.com/office/drawing/2014/main" id="{218C2436-F090-5B40-9775-6467F646F5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buClrTx/>
                    <a:defRPr/>
                  </a:pPr>
                  <a:endParaRPr lang="en-US" altLang="en-US" sz="1800" kern="12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742" name="AutoShape 181">
                  <a:extLst>
                    <a:ext uri="{FF2B5EF4-FFF2-40B4-BE49-F238E27FC236}">
                      <a16:creationId xmlns:a16="http://schemas.microsoft.com/office/drawing/2014/main" id="{2346CC88-82BF-DA46-B70A-55B4ED444C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buClrTx/>
                    <a:defRPr/>
                  </a:pPr>
                  <a:endParaRPr lang="en-US" sz="1350" kern="120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732" name="Picture 182" descr="desktop_computer_stylized_small">
                <a:extLst>
                  <a:ext uri="{FF2B5EF4-FFF2-40B4-BE49-F238E27FC236}">
                    <a16:creationId xmlns:a16="http://schemas.microsoft.com/office/drawing/2014/main" id="{9C9448D8-C41E-1B4C-8F18-B3F661D778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33" name="Rectangle 183">
                <a:extLst>
                  <a:ext uri="{FF2B5EF4-FFF2-40B4-BE49-F238E27FC236}">
                    <a16:creationId xmlns:a16="http://schemas.microsoft.com/office/drawing/2014/main" id="{EC20C728-8848-8748-8001-99D9BBF00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endParaRPr lang="en-US" altLang="en-US" sz="1800" kern="12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734" name="Freeform 184">
                <a:extLst>
                  <a:ext uri="{FF2B5EF4-FFF2-40B4-BE49-F238E27FC236}">
                    <a16:creationId xmlns:a16="http://schemas.microsoft.com/office/drawing/2014/main" id="{A3C302FC-0DCE-7B44-87E9-318491675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14 w 381"/>
                  <a:gd name="T1" fmla="*/ 274 h 274"/>
                  <a:gd name="T2" fmla="*/ 14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5" name="Line 185">
                <a:extLst>
                  <a:ext uri="{FF2B5EF4-FFF2-40B4-BE49-F238E27FC236}">
                    <a16:creationId xmlns:a16="http://schemas.microsoft.com/office/drawing/2014/main" id="{28070A37-5593-0448-896E-478F25FA10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736" name="Picture 186" descr="tv">
                <a:extLst>
                  <a:ext uri="{FF2B5EF4-FFF2-40B4-BE49-F238E27FC236}">
                    <a16:creationId xmlns:a16="http://schemas.microsoft.com/office/drawing/2014/main" id="{23BD1939-D865-6047-93F0-ED52890AAF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743" name="Text Box 204">
            <a:extLst>
              <a:ext uri="{FF2B5EF4-FFF2-40B4-BE49-F238E27FC236}">
                <a16:creationId xmlns:a16="http://schemas.microsoft.com/office/drawing/2014/main" id="{114B5E74-3593-4647-A004-4F78DEEBD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7963" y="1182721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r>
              <a:rPr lang="en-US" altLang="en-US" sz="1800" kern="1200">
                <a:solidFill>
                  <a:srgbClr val="969696"/>
                </a:solidFill>
                <a:latin typeface="Times New Roman" panose="02020603050405020304" pitchFamily="18" charset="0"/>
                <a:cs typeface="+mn-cs"/>
              </a:rPr>
              <a:t>…</a:t>
            </a:r>
          </a:p>
        </p:txBody>
      </p:sp>
      <p:sp>
        <p:nvSpPr>
          <p:cNvPr id="744" name="Line 205">
            <a:extLst>
              <a:ext uri="{FF2B5EF4-FFF2-40B4-BE49-F238E27FC236}">
                <a16:creationId xmlns:a16="http://schemas.microsoft.com/office/drawing/2014/main" id="{DC1BDAA3-86EF-E54B-AD19-30AE2ECA93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3582" y="1438705"/>
            <a:ext cx="2381" cy="2500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5" name="Line 206">
            <a:extLst>
              <a:ext uri="{FF2B5EF4-FFF2-40B4-BE49-F238E27FC236}">
                <a16:creationId xmlns:a16="http://schemas.microsoft.com/office/drawing/2014/main" id="{148D29E6-C94A-DC42-8250-908976A5D1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2238" y="1438705"/>
            <a:ext cx="2381" cy="2500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6" name="Line 207">
            <a:extLst>
              <a:ext uri="{FF2B5EF4-FFF2-40B4-BE49-F238E27FC236}">
                <a16:creationId xmlns:a16="http://schemas.microsoft.com/office/drawing/2014/main" id="{01C6EDDD-38D0-6B49-B717-D2D0A8815C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4726" y="1438705"/>
            <a:ext cx="2381" cy="2500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7" name="Freeform 208">
            <a:extLst>
              <a:ext uri="{FF2B5EF4-FFF2-40B4-BE49-F238E27FC236}">
                <a16:creationId xmlns:a16="http://schemas.microsoft.com/office/drawing/2014/main" id="{13411482-5915-9549-9E0F-94906C9234B0}"/>
              </a:ext>
            </a:extLst>
          </p:cNvPr>
          <p:cNvSpPr>
            <a:spLocks/>
          </p:cNvSpPr>
          <p:nvPr/>
        </p:nvSpPr>
        <p:spPr bwMode="auto">
          <a:xfrm>
            <a:off x="4306532" y="1691117"/>
            <a:ext cx="95250" cy="357188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8" name="Freeform 209">
            <a:extLst>
              <a:ext uri="{FF2B5EF4-FFF2-40B4-BE49-F238E27FC236}">
                <a16:creationId xmlns:a16="http://schemas.microsoft.com/office/drawing/2014/main" id="{1F9C292F-8EBB-3541-9B89-E1F31CD174E4}"/>
              </a:ext>
            </a:extLst>
          </p:cNvPr>
          <p:cNvSpPr>
            <a:spLocks/>
          </p:cNvSpPr>
          <p:nvPr/>
        </p:nvSpPr>
        <p:spPr bwMode="auto">
          <a:xfrm>
            <a:off x="3656450" y="1686355"/>
            <a:ext cx="95250" cy="357188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9" name="Rectangle 44">
            <a:extLst>
              <a:ext uri="{FF2B5EF4-FFF2-40B4-BE49-F238E27FC236}">
                <a16:creationId xmlns:a16="http://schemas.microsoft.com/office/drawing/2014/main" id="{7320EA55-A59E-E248-A70B-FDBD11390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992" y="1367267"/>
            <a:ext cx="716756" cy="52506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750" name="Text Box 45">
            <a:extLst>
              <a:ext uri="{FF2B5EF4-FFF2-40B4-BE49-F238E27FC236}">
                <a16:creationId xmlns:a16="http://schemas.microsoft.com/office/drawing/2014/main" id="{DB61BF90-6CFB-6842-9230-52758DB96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79" y="964836"/>
            <a:ext cx="1444228" cy="24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  <a:buClrTx/>
              <a:defRPr/>
            </a:pPr>
            <a:r>
              <a:rPr lang="en-US" altLang="en-US" sz="1200" kern="1200">
                <a:solidFill>
                  <a:prstClr val="black"/>
                </a:solidFill>
                <a:cs typeface="+mn-cs"/>
              </a:rPr>
              <a:t>cable headend</a:t>
            </a:r>
          </a:p>
        </p:txBody>
      </p:sp>
      <p:sp>
        <p:nvSpPr>
          <p:cNvPr id="751" name="Freeform 216">
            <a:extLst>
              <a:ext uri="{FF2B5EF4-FFF2-40B4-BE49-F238E27FC236}">
                <a16:creationId xmlns:a16="http://schemas.microsoft.com/office/drawing/2014/main" id="{5282A8AA-73E0-1047-98E9-0E8A22EB1094}"/>
              </a:ext>
            </a:extLst>
          </p:cNvPr>
          <p:cNvSpPr>
            <a:spLocks/>
          </p:cNvSpPr>
          <p:nvPr/>
        </p:nvSpPr>
        <p:spPr bwMode="auto">
          <a:xfrm>
            <a:off x="5507873" y="1504190"/>
            <a:ext cx="247650" cy="340519"/>
          </a:xfrm>
          <a:custGeom>
            <a:avLst/>
            <a:gdLst>
              <a:gd name="T0" fmla="*/ 0 w 318"/>
              <a:gd name="T1" fmla="*/ 2147483647 h 412"/>
              <a:gd name="T2" fmla="*/ 2147483647 w 318"/>
              <a:gd name="T3" fmla="*/ 2147483647 h 412"/>
              <a:gd name="T4" fmla="*/ 2147483647 w 318"/>
              <a:gd name="T5" fmla="*/ 0 h 412"/>
              <a:gd name="T6" fmla="*/ 2147483647 w 318"/>
              <a:gd name="T7" fmla="*/ 2147483647 h 412"/>
              <a:gd name="T8" fmla="*/ 2147483647 w 318"/>
              <a:gd name="T9" fmla="*/ 2147483647 h 412"/>
              <a:gd name="T10" fmla="*/ 2147483647 w 318"/>
              <a:gd name="T11" fmla="*/ 2147483647 h 412"/>
              <a:gd name="T12" fmla="*/ 2147483647 w 318"/>
              <a:gd name="T13" fmla="*/ 2147483647 h 412"/>
              <a:gd name="T14" fmla="*/ 2147483647 w 318"/>
              <a:gd name="T15" fmla="*/ 2147483647 h 412"/>
              <a:gd name="T16" fmla="*/ 0 w 318"/>
              <a:gd name="T17" fmla="*/ 2147483647 h 41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8"/>
              <a:gd name="T28" fmla="*/ 0 h 412"/>
              <a:gd name="T29" fmla="*/ 318 w 318"/>
              <a:gd name="T30" fmla="*/ 412 h 41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8" h="412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2" name="Freeform 217">
            <a:extLst>
              <a:ext uri="{FF2B5EF4-FFF2-40B4-BE49-F238E27FC236}">
                <a16:creationId xmlns:a16="http://schemas.microsoft.com/office/drawing/2014/main" id="{7C99B789-7258-6A4A-9F8D-57979E1CEE4E}"/>
              </a:ext>
            </a:extLst>
          </p:cNvPr>
          <p:cNvSpPr>
            <a:spLocks/>
          </p:cNvSpPr>
          <p:nvPr/>
        </p:nvSpPr>
        <p:spPr bwMode="auto">
          <a:xfrm>
            <a:off x="5509063" y="1455374"/>
            <a:ext cx="275035" cy="304800"/>
          </a:xfrm>
          <a:custGeom>
            <a:avLst/>
            <a:gdLst>
              <a:gd name="T0" fmla="*/ 0 w 353"/>
              <a:gd name="T1" fmla="*/ 2147483647 h 369"/>
              <a:gd name="T2" fmla="*/ 2147483647 w 353"/>
              <a:gd name="T3" fmla="*/ 0 h 369"/>
              <a:gd name="T4" fmla="*/ 2147483647 w 353"/>
              <a:gd name="T5" fmla="*/ 0 h 369"/>
              <a:gd name="T6" fmla="*/ 2147483647 w 353"/>
              <a:gd name="T7" fmla="*/ 2147483647 h 369"/>
              <a:gd name="T8" fmla="*/ 2147483647 w 353"/>
              <a:gd name="T9" fmla="*/ 2147483647 h 369"/>
              <a:gd name="T10" fmla="*/ 2147483647 w 353"/>
              <a:gd name="T11" fmla="*/ 2147483647 h 369"/>
              <a:gd name="T12" fmla="*/ 2147483647 w 353"/>
              <a:gd name="T13" fmla="*/ 2147483647 h 369"/>
              <a:gd name="T14" fmla="*/ 2147483647 w 353"/>
              <a:gd name="T15" fmla="*/ 2147483647 h 369"/>
              <a:gd name="T16" fmla="*/ 2147483647 w 353"/>
              <a:gd name="T17" fmla="*/ 2147483647 h 369"/>
              <a:gd name="T18" fmla="*/ 2147483647 w 353"/>
              <a:gd name="T19" fmla="*/ 2147483647 h 369"/>
              <a:gd name="T20" fmla="*/ 0 w 353"/>
              <a:gd name="T21" fmla="*/ 2147483647 h 3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53"/>
              <a:gd name="T34" fmla="*/ 0 h 369"/>
              <a:gd name="T35" fmla="*/ 353 w 353"/>
              <a:gd name="T36" fmla="*/ 369 h 3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53" h="369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3" name="Line 218">
            <a:extLst>
              <a:ext uri="{FF2B5EF4-FFF2-40B4-BE49-F238E27FC236}">
                <a16:creationId xmlns:a16="http://schemas.microsoft.com/office/drawing/2014/main" id="{B1D16F00-E881-6A47-A6A1-0BBDC19BC9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3142" y="1548243"/>
            <a:ext cx="26194" cy="511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4" name="Line 219">
            <a:extLst>
              <a:ext uri="{FF2B5EF4-FFF2-40B4-BE49-F238E27FC236}">
                <a16:creationId xmlns:a16="http://schemas.microsoft.com/office/drawing/2014/main" id="{838FA314-27D9-7A43-996B-E5F93E02D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9304" y="1676830"/>
            <a:ext cx="2012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5" name="Freeform 220">
            <a:extLst>
              <a:ext uri="{FF2B5EF4-FFF2-40B4-BE49-F238E27FC236}">
                <a16:creationId xmlns:a16="http://schemas.microsoft.com/office/drawing/2014/main" id="{45C72033-F8DA-3B45-8390-923125718D2A}"/>
              </a:ext>
            </a:extLst>
          </p:cNvPr>
          <p:cNvSpPr>
            <a:spLocks/>
          </p:cNvSpPr>
          <p:nvPr/>
        </p:nvSpPr>
        <p:spPr bwMode="auto">
          <a:xfrm>
            <a:off x="5524542" y="1544671"/>
            <a:ext cx="205978" cy="86915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6" name="Freeform 221">
            <a:extLst>
              <a:ext uri="{FF2B5EF4-FFF2-40B4-BE49-F238E27FC236}">
                <a16:creationId xmlns:a16="http://schemas.microsoft.com/office/drawing/2014/main" id="{19393445-5216-7C45-9B45-58EB5CD3E448}"/>
              </a:ext>
            </a:extLst>
          </p:cNvPr>
          <p:cNvSpPr>
            <a:spLocks/>
          </p:cNvSpPr>
          <p:nvPr/>
        </p:nvSpPr>
        <p:spPr bwMode="auto">
          <a:xfrm flipV="1">
            <a:off x="5524542" y="1722074"/>
            <a:ext cx="205978" cy="85725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buClrTx/>
              <a:defRPr/>
            </a:pPr>
            <a:endParaRPr lang="en-US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7" name="AutoShape 225">
            <a:extLst>
              <a:ext uri="{FF2B5EF4-FFF2-40B4-BE49-F238E27FC236}">
                <a16:creationId xmlns:a16="http://schemas.microsoft.com/office/drawing/2014/main" id="{D5C846CD-8651-7846-BF61-84EC54D4A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0216" y="1169623"/>
            <a:ext cx="904875" cy="196454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grpSp>
        <p:nvGrpSpPr>
          <p:cNvPr id="802" name="Group 326">
            <a:extLst>
              <a:ext uri="{FF2B5EF4-FFF2-40B4-BE49-F238E27FC236}">
                <a16:creationId xmlns:a16="http://schemas.microsoft.com/office/drawing/2014/main" id="{69F003EB-6D99-1141-ABFE-67460D1B76E9}"/>
              </a:ext>
            </a:extLst>
          </p:cNvPr>
          <p:cNvGrpSpPr>
            <a:grpSpLocks/>
          </p:cNvGrpSpPr>
          <p:nvPr/>
        </p:nvGrpSpPr>
        <p:grpSpPr bwMode="auto">
          <a:xfrm>
            <a:off x="1500229" y="1473233"/>
            <a:ext cx="457200" cy="457200"/>
            <a:chOff x="-44" y="1473"/>
            <a:chExt cx="981" cy="1105"/>
          </a:xfrm>
        </p:grpSpPr>
        <p:pic>
          <p:nvPicPr>
            <p:cNvPr id="803" name="Picture 327" descr="desktop_computer_stylized_medium">
              <a:extLst>
                <a:ext uri="{FF2B5EF4-FFF2-40B4-BE49-F238E27FC236}">
                  <a16:creationId xmlns:a16="http://schemas.microsoft.com/office/drawing/2014/main" id="{BCAB1A26-F538-9E43-9300-98DBF76645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4" name="Freeform 328">
              <a:extLst>
                <a:ext uri="{FF2B5EF4-FFF2-40B4-BE49-F238E27FC236}">
                  <a16:creationId xmlns:a16="http://schemas.microsoft.com/office/drawing/2014/main" id="{DF498DD9-C2F7-E142-A48F-929956C96E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9" name="Group 5">
            <a:extLst>
              <a:ext uri="{FF2B5EF4-FFF2-40B4-BE49-F238E27FC236}">
                <a16:creationId xmlns:a16="http://schemas.microsoft.com/office/drawing/2014/main" id="{2F6C783C-0026-4943-BF4A-677BBABDEDED}"/>
              </a:ext>
            </a:extLst>
          </p:cNvPr>
          <p:cNvGrpSpPr>
            <a:grpSpLocks/>
          </p:cNvGrpSpPr>
          <p:nvPr/>
        </p:nvGrpSpPr>
        <p:grpSpPr bwMode="auto">
          <a:xfrm>
            <a:off x="1298360" y="1687544"/>
            <a:ext cx="2382442" cy="1089422"/>
            <a:chOff x="203" y="1443"/>
            <a:chExt cx="2001" cy="915"/>
          </a:xfrm>
        </p:grpSpPr>
        <p:sp>
          <p:nvSpPr>
            <p:cNvPr id="260" name="Text Box 6">
              <a:extLst>
                <a:ext uri="{FF2B5EF4-FFF2-40B4-BE49-F238E27FC236}">
                  <a16:creationId xmlns:a16="http://schemas.microsoft.com/office/drawing/2014/main" id="{3A960207-651B-E74F-9A13-2415AC01B5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885"/>
              <a:ext cx="2001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>
                <a:lnSpc>
                  <a:spcPct val="85000"/>
                </a:lnSpc>
                <a:buClrTx/>
                <a:defRPr/>
              </a:pPr>
              <a:r>
                <a:rPr lang="en-US" altLang="en-US" sz="1200" i="1" kern="1200" dirty="0">
                  <a:solidFill>
                    <a:prstClr val="black"/>
                  </a:solidFill>
                  <a:cs typeface="+mn-cs"/>
                </a:rPr>
                <a:t>data, TV transmitted at different </a:t>
              </a:r>
            </a:p>
            <a:p>
              <a:pPr algn="r" defTabSz="685800">
                <a:lnSpc>
                  <a:spcPct val="85000"/>
                </a:lnSpc>
                <a:buClrTx/>
                <a:defRPr/>
              </a:pPr>
              <a:r>
                <a:rPr lang="en-US" altLang="en-US" sz="1200" i="1" kern="1200" dirty="0">
                  <a:solidFill>
                    <a:prstClr val="black"/>
                  </a:solidFill>
                  <a:cs typeface="+mn-cs"/>
                </a:rPr>
                <a:t>frequencies over </a:t>
              </a:r>
              <a:r>
                <a:rPr lang="en-US" altLang="en-US" sz="1200" i="1" kern="1200" dirty="0">
                  <a:solidFill>
                    <a:srgbClr val="CC0000"/>
                  </a:solidFill>
                  <a:cs typeface="+mn-cs"/>
                </a:rPr>
                <a:t>shared </a:t>
              </a:r>
              <a:r>
                <a:rPr lang="en-US" altLang="en-US" sz="1200" i="1" kern="1200" dirty="0">
                  <a:solidFill>
                    <a:prstClr val="black"/>
                  </a:solidFill>
                  <a:cs typeface="+mn-cs"/>
                </a:rPr>
                <a:t>cable </a:t>
              </a:r>
            </a:p>
            <a:p>
              <a:pPr algn="r" defTabSz="685800">
                <a:lnSpc>
                  <a:spcPct val="85000"/>
                </a:lnSpc>
                <a:buClrTx/>
                <a:defRPr/>
              </a:pPr>
              <a:r>
                <a:rPr lang="en-US" altLang="en-US" sz="1200" i="1" kern="1200" dirty="0">
                  <a:solidFill>
                    <a:prstClr val="black"/>
                  </a:solidFill>
                  <a:cs typeface="+mn-cs"/>
                </a:rPr>
                <a:t>distribution network</a:t>
              </a:r>
            </a:p>
          </p:txBody>
        </p:sp>
        <p:sp>
          <p:nvSpPr>
            <p:cNvPr id="261" name="Line 7">
              <a:extLst>
                <a:ext uri="{FF2B5EF4-FFF2-40B4-BE49-F238E27FC236}">
                  <a16:creationId xmlns:a16="http://schemas.microsoft.com/office/drawing/2014/main" id="{FBA0C571-DE6E-AB4E-B457-4EE79045B6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2" y="1443"/>
              <a:ext cx="282" cy="47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63" name="Rectangle 3">
            <a:extLst>
              <a:ext uri="{FF2B5EF4-FFF2-40B4-BE49-F238E27FC236}">
                <a16:creationId xmlns:a16="http://schemas.microsoft.com/office/drawing/2014/main" id="{65731DA2-5F5C-CE45-8C28-78D072DBA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6" y="3147413"/>
            <a:ext cx="8627720" cy="179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15504" indent="-215504" defTabSz="685800">
              <a:lnSpc>
                <a:spcPct val="9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100" kern="1200" dirty="0">
                <a:solidFill>
                  <a:srgbClr val="000099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HFC: hybrid fiber coax</a:t>
            </a:r>
          </a:p>
          <a:p>
            <a:pPr marL="511969" lvl="1" indent="-169069" defTabSz="685800">
              <a:lnSpc>
                <a:spcPct val="9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1800" kern="1200" dirty="0">
                <a:solidFill>
                  <a:prstClr val="black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asymmetric: up to 40 Mbps – 1.2 </a:t>
            </a:r>
            <a:r>
              <a:rPr lang="en-US" sz="1800" kern="1200" dirty="0" err="1">
                <a:solidFill>
                  <a:prstClr val="black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Gbs</a:t>
            </a:r>
            <a:r>
              <a:rPr lang="en-US" sz="1800" kern="1200" dirty="0">
                <a:solidFill>
                  <a:prstClr val="black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 downstream transmission rate, 30-100 Mbps upstream transmission rate</a:t>
            </a:r>
          </a:p>
          <a:p>
            <a:pPr marL="257175" indent="-257175" defTabSz="685800">
              <a:lnSpc>
                <a:spcPct val="9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100" kern="1200" dirty="0">
                <a:solidFill>
                  <a:srgbClr val="000099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network </a:t>
            </a:r>
            <a:r>
              <a:rPr lang="en-US" sz="2100" kern="1200" dirty="0">
                <a:solidFill>
                  <a:prstClr val="black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of cable, fiber attaches homes to ISP router</a:t>
            </a:r>
          </a:p>
          <a:p>
            <a:pPr marL="511969" lvl="1" indent="-169069" defTabSz="685800">
              <a:lnSpc>
                <a:spcPct val="9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1800" kern="1200" dirty="0">
                <a:solidFill>
                  <a:prstClr val="black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homes </a:t>
            </a:r>
            <a:r>
              <a:rPr lang="en-US" sz="1800" i="1" kern="1200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share access network</a:t>
            </a:r>
            <a:r>
              <a:rPr lang="en-US" sz="1800" kern="1200" dirty="0">
                <a:solidFill>
                  <a:srgbClr val="FF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 </a:t>
            </a:r>
            <a:r>
              <a:rPr lang="en-US" sz="1800" kern="1200" dirty="0">
                <a:solidFill>
                  <a:prstClr val="black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to cable headend </a:t>
            </a:r>
          </a:p>
          <a:p>
            <a:pPr marL="557213" lvl="1" indent="-214313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defRPr/>
            </a:pPr>
            <a:endParaRPr lang="en-US" sz="1500" kern="1200" dirty="0">
              <a:solidFill>
                <a:prstClr val="black"/>
              </a:solidFill>
              <a:latin typeface="Gill Sans MT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25B97A1-27C5-EC40-B34A-476FC38D829B}"/>
              </a:ext>
            </a:extLst>
          </p:cNvPr>
          <p:cNvGrpSpPr/>
          <p:nvPr/>
        </p:nvGrpSpPr>
        <p:grpSpPr>
          <a:xfrm>
            <a:off x="4975780" y="1672068"/>
            <a:ext cx="2688431" cy="1394222"/>
            <a:chOff x="6634372" y="2229423"/>
            <a:chExt cx="3584575" cy="1858963"/>
          </a:xfrm>
        </p:grpSpPr>
        <p:grpSp>
          <p:nvGrpSpPr>
            <p:cNvPr id="256" name="Group 175">
              <a:extLst>
                <a:ext uri="{FF2B5EF4-FFF2-40B4-BE49-F238E27FC236}">
                  <a16:creationId xmlns:a16="http://schemas.microsoft.com/office/drawing/2014/main" id="{C8649510-55E2-8E4D-980F-F2253D56B6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1172" y="2391350"/>
              <a:ext cx="2517775" cy="541338"/>
              <a:chOff x="3912" y="1484"/>
              <a:chExt cx="1586" cy="341"/>
            </a:xfrm>
          </p:grpSpPr>
          <p:sp>
            <p:nvSpPr>
              <p:cNvPr id="257" name="Line 176">
                <a:extLst>
                  <a:ext uri="{FF2B5EF4-FFF2-40B4-BE49-F238E27FC236}">
                    <a16:creationId xmlns:a16="http://schemas.microsoft.com/office/drawing/2014/main" id="{6C84205A-1EF0-9A40-9DC2-11FBC845B4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12" y="1497"/>
                <a:ext cx="711" cy="94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" name="Text Box 177">
                <a:extLst>
                  <a:ext uri="{FF2B5EF4-FFF2-40B4-BE49-F238E27FC236}">
                    <a16:creationId xmlns:a16="http://schemas.microsoft.com/office/drawing/2014/main" id="{1FDC6261-0139-DC43-8EE8-F1CB714296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60" y="1484"/>
                <a:ext cx="1238" cy="3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r" defTabSz="685800">
                  <a:lnSpc>
                    <a:spcPct val="85000"/>
                  </a:lnSpc>
                  <a:buClrTx/>
                  <a:defRPr/>
                </a:pPr>
                <a:r>
                  <a:rPr lang="en-US" altLang="en-US" sz="1200" i="1" kern="1200" dirty="0">
                    <a:solidFill>
                      <a:prstClr val="black"/>
                    </a:solidFill>
                    <a:cs typeface="+mn-cs"/>
                  </a:rPr>
                  <a:t>cable modem</a:t>
                </a:r>
              </a:p>
              <a:p>
                <a:pPr algn="r" defTabSz="685800">
                  <a:lnSpc>
                    <a:spcPct val="85000"/>
                  </a:lnSpc>
                  <a:buClrTx/>
                  <a:defRPr/>
                </a:pPr>
                <a:r>
                  <a:rPr lang="en-US" altLang="en-US" sz="1200" i="1" kern="1200" dirty="0">
                    <a:solidFill>
                      <a:prstClr val="black"/>
                    </a:solidFill>
                    <a:cs typeface="+mn-cs"/>
                  </a:rPr>
                  <a:t>termination system</a:t>
                </a:r>
              </a:p>
            </p:txBody>
          </p:sp>
        </p:grpSp>
        <p:sp>
          <p:nvSpPr>
            <p:cNvPr id="262" name="Text Box 126">
              <a:extLst>
                <a:ext uri="{FF2B5EF4-FFF2-40B4-BE49-F238E27FC236}">
                  <a16:creationId xmlns:a16="http://schemas.microsoft.com/office/drawing/2014/main" id="{87E3F100-F024-1944-A35D-301D8C8A70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55" y="2478660"/>
              <a:ext cx="9509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r>
                <a:rPr lang="en-US" altLang="en-US" sz="1200" kern="1200" dirty="0">
                  <a:solidFill>
                    <a:prstClr val="black"/>
                  </a:solidFill>
                  <a:cs typeface="+mn-cs"/>
                </a:rPr>
                <a:t>CMTS</a:t>
              </a:r>
            </a:p>
          </p:txBody>
        </p:sp>
        <p:sp>
          <p:nvSpPr>
            <p:cNvPr id="255" name="Freeform 174">
              <a:extLst>
                <a:ext uri="{FF2B5EF4-FFF2-40B4-BE49-F238E27FC236}">
                  <a16:creationId xmlns:a16="http://schemas.microsoft.com/office/drawing/2014/main" id="{77071BA4-7575-3044-9EDE-3484F273E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2447" y="2229423"/>
              <a:ext cx="206375" cy="927100"/>
            </a:xfrm>
            <a:custGeom>
              <a:avLst/>
              <a:gdLst>
                <a:gd name="T0" fmla="*/ 0 w 130"/>
                <a:gd name="T1" fmla="*/ 0 h 584"/>
                <a:gd name="T2" fmla="*/ 2147483647 w 130"/>
                <a:gd name="T3" fmla="*/ 0 h 584"/>
                <a:gd name="T4" fmla="*/ 2147483647 w 130"/>
                <a:gd name="T5" fmla="*/ 2147483647 h 584"/>
                <a:gd name="T6" fmla="*/ 0 60000 65536"/>
                <a:gd name="T7" fmla="*/ 0 60000 65536"/>
                <a:gd name="T8" fmla="*/ 0 60000 65536"/>
                <a:gd name="T9" fmla="*/ 0 w 130"/>
                <a:gd name="T10" fmla="*/ 0 h 584"/>
                <a:gd name="T11" fmla="*/ 130 w 130"/>
                <a:gd name="T12" fmla="*/ 584 h 5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0" h="584">
                  <a:moveTo>
                    <a:pt x="0" y="0"/>
                  </a:moveTo>
                  <a:lnTo>
                    <a:pt x="130" y="0"/>
                  </a:lnTo>
                  <a:lnTo>
                    <a:pt x="130" y="5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685800">
                <a:buClrTx/>
                <a:defRPr/>
              </a:pPr>
              <a:endParaRPr lang="en-US" sz="135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501E124-3E58-B143-B400-8C1CA0410903}"/>
                </a:ext>
              </a:extLst>
            </p:cNvPr>
            <p:cNvGrpSpPr/>
            <p:nvPr/>
          </p:nvGrpSpPr>
          <p:grpSpPr>
            <a:xfrm>
              <a:off x="6634372" y="2940623"/>
              <a:ext cx="2191330" cy="1147763"/>
              <a:chOff x="6634372" y="2940623"/>
              <a:chExt cx="2191330" cy="1147763"/>
            </a:xfrm>
          </p:grpSpPr>
          <p:sp>
            <p:nvSpPr>
              <p:cNvPr id="210" name="Freeform 129">
                <a:extLst>
                  <a:ext uri="{FF2B5EF4-FFF2-40B4-BE49-F238E27FC236}">
                    <a16:creationId xmlns:a16="http://schemas.microsoft.com/office/drawing/2014/main" id="{2714FDDC-4D17-7B45-B269-20EEE62DA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4372" y="2940623"/>
                <a:ext cx="2178050" cy="1147763"/>
              </a:xfrm>
              <a:custGeom>
                <a:avLst/>
                <a:gdLst>
                  <a:gd name="T0" fmla="*/ 1509012 w 765"/>
                  <a:gd name="T1" fmla="*/ 5729 h 459"/>
                  <a:gd name="T2" fmla="*/ 1027025 w 765"/>
                  <a:gd name="T3" fmla="*/ 40395 h 459"/>
                  <a:gd name="T4" fmla="*/ 340902 w 765"/>
                  <a:gd name="T5" fmla="*/ 58024 h 459"/>
                  <a:gd name="T6" fmla="*/ 49874 w 765"/>
                  <a:gd name="T7" fmla="*/ 194383 h 459"/>
                  <a:gd name="T8" fmla="*/ 640932 w 765"/>
                  <a:gd name="T9" fmla="*/ 256788 h 459"/>
                  <a:gd name="T10" fmla="*/ 1233656 w 765"/>
                  <a:gd name="T11" fmla="*/ 246677 h 459"/>
                  <a:gd name="T12" fmla="*/ 2079640 w 765"/>
                  <a:gd name="T13" fmla="*/ 256788 h 459"/>
                  <a:gd name="T14" fmla="*/ 2485867 w 765"/>
                  <a:gd name="T15" fmla="*/ 251149 h 459"/>
                  <a:gd name="T16" fmla="*/ 2678580 w 765"/>
                  <a:gd name="T17" fmla="*/ 215337 h 459"/>
                  <a:gd name="T18" fmla="*/ 2671282 w 765"/>
                  <a:gd name="T19" fmla="*/ 91397 h 459"/>
                  <a:gd name="T20" fmla="*/ 2357408 w 765"/>
                  <a:gd name="T21" fmla="*/ 19830 h 459"/>
                  <a:gd name="T22" fmla="*/ 1509012 w 765"/>
                  <a:gd name="T23" fmla="*/ 5729 h 45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65"/>
                  <a:gd name="T37" fmla="*/ 0 h 459"/>
                  <a:gd name="T38" fmla="*/ 765 w 765"/>
                  <a:gd name="T39" fmla="*/ 459 h 45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65" h="459">
                    <a:moveTo>
                      <a:pt x="424" y="10"/>
                    </a:moveTo>
                    <a:cubicBezTo>
                      <a:pt x="362" y="16"/>
                      <a:pt x="343" y="55"/>
                      <a:pt x="288" y="70"/>
                    </a:cubicBezTo>
                    <a:cubicBezTo>
                      <a:pt x="233" y="85"/>
                      <a:pt x="142" y="56"/>
                      <a:pt x="96" y="100"/>
                    </a:cubicBezTo>
                    <a:cubicBezTo>
                      <a:pt x="50" y="144"/>
                      <a:pt x="0" y="279"/>
                      <a:pt x="14" y="336"/>
                    </a:cubicBezTo>
                    <a:cubicBezTo>
                      <a:pt x="28" y="393"/>
                      <a:pt x="125" y="429"/>
                      <a:pt x="180" y="444"/>
                    </a:cubicBezTo>
                    <a:cubicBezTo>
                      <a:pt x="235" y="459"/>
                      <a:pt x="279" y="426"/>
                      <a:pt x="346" y="426"/>
                    </a:cubicBezTo>
                    <a:cubicBezTo>
                      <a:pt x="413" y="426"/>
                      <a:pt x="525" y="443"/>
                      <a:pt x="584" y="444"/>
                    </a:cubicBezTo>
                    <a:cubicBezTo>
                      <a:pt x="643" y="445"/>
                      <a:pt x="670" y="446"/>
                      <a:pt x="698" y="434"/>
                    </a:cubicBezTo>
                    <a:cubicBezTo>
                      <a:pt x="726" y="422"/>
                      <a:pt x="743" y="418"/>
                      <a:pt x="752" y="372"/>
                    </a:cubicBezTo>
                    <a:cubicBezTo>
                      <a:pt x="761" y="326"/>
                      <a:pt x="765" y="214"/>
                      <a:pt x="750" y="158"/>
                    </a:cubicBezTo>
                    <a:cubicBezTo>
                      <a:pt x="735" y="102"/>
                      <a:pt x="716" y="58"/>
                      <a:pt x="662" y="34"/>
                    </a:cubicBezTo>
                    <a:cubicBezTo>
                      <a:pt x="608" y="10"/>
                      <a:pt x="505" y="0"/>
                      <a:pt x="424" y="1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CCFF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" name="Line 130">
                <a:extLst>
                  <a:ext uri="{FF2B5EF4-FFF2-40B4-BE49-F238E27FC236}">
                    <a16:creationId xmlns:a16="http://schemas.microsoft.com/office/drawing/2014/main" id="{97A8AF07-C5B4-6640-B645-1A49ED6470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464635" y="3294636"/>
                <a:ext cx="168275" cy="1206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Line 131">
                <a:extLst>
                  <a:ext uri="{FF2B5EF4-FFF2-40B4-BE49-F238E27FC236}">
                    <a16:creationId xmlns:a16="http://schemas.microsoft.com/office/drawing/2014/main" id="{A1E962AC-8FDB-1E4E-BD0F-9043077026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1272" y="3534348"/>
                <a:ext cx="0" cy="114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Line 132">
                <a:extLst>
                  <a:ext uri="{FF2B5EF4-FFF2-40B4-BE49-F238E27FC236}">
                    <a16:creationId xmlns:a16="http://schemas.microsoft.com/office/drawing/2014/main" id="{4122262E-A7B6-7449-AB95-3FC64C5C2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464635" y="3391473"/>
                <a:ext cx="358775" cy="400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" name="Line 133">
                <a:extLst>
                  <a:ext uri="{FF2B5EF4-FFF2-40B4-BE49-F238E27FC236}">
                    <a16:creationId xmlns:a16="http://schemas.microsoft.com/office/drawing/2014/main" id="{7B0F03F2-5671-944D-B9F4-87F926A07A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61522" y="3389886"/>
                <a:ext cx="0" cy="2714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Line 134">
                <a:extLst>
                  <a:ext uri="{FF2B5EF4-FFF2-40B4-BE49-F238E27FC236}">
                    <a16:creationId xmlns:a16="http://schemas.microsoft.com/office/drawing/2014/main" id="{F0BA2E1D-EA0D-D24C-9CC5-8122F354D0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90035" y="3813748"/>
                <a:ext cx="2571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Line 135">
                <a:extLst>
                  <a:ext uri="{FF2B5EF4-FFF2-40B4-BE49-F238E27FC236}">
                    <a16:creationId xmlns:a16="http://schemas.microsoft.com/office/drawing/2014/main" id="{41C88D92-E893-3547-A895-EE2536756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45685" y="3801048"/>
                <a:ext cx="241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" name="Line 172">
                <a:extLst>
                  <a:ext uri="{FF2B5EF4-FFF2-40B4-BE49-F238E27FC236}">
                    <a16:creationId xmlns:a16="http://schemas.microsoft.com/office/drawing/2014/main" id="{1921FCA0-8355-3148-9A13-062F091A40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0797" y="3797873"/>
                <a:ext cx="24288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buClrTx/>
                  <a:defRPr/>
                </a:pPr>
                <a:endParaRPr lang="en-US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Text Box 580">
                <a:extLst>
                  <a:ext uri="{FF2B5EF4-FFF2-40B4-BE49-F238E27FC236}">
                    <a16:creationId xmlns:a16="http://schemas.microsoft.com/office/drawing/2014/main" id="{4A3D00CF-E661-5640-9D56-DEC692C4B7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07584" y="3191448"/>
                <a:ext cx="618118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buClrTx/>
                  <a:defRPr/>
                </a:pPr>
                <a:r>
                  <a:rPr lang="en-US" altLang="en-US" sz="1350" kern="1200">
                    <a:solidFill>
                      <a:prstClr val="black"/>
                    </a:solidFill>
                    <a:cs typeface="+mn-cs"/>
                  </a:rPr>
                  <a:t>ISP</a:t>
                </a:r>
              </a:p>
            </p:txBody>
          </p:sp>
          <p:grpSp>
            <p:nvGrpSpPr>
              <p:cNvPr id="302" name="Group 301">
                <a:extLst>
                  <a:ext uri="{FF2B5EF4-FFF2-40B4-BE49-F238E27FC236}">
                    <a16:creationId xmlns:a16="http://schemas.microsoft.com/office/drawing/2014/main" id="{E50386C4-B069-4C43-8CFF-1CE6BF8E6F35}"/>
                  </a:ext>
                </a:extLst>
              </p:cNvPr>
              <p:cNvGrpSpPr/>
              <p:nvPr/>
            </p:nvGrpSpPr>
            <p:grpSpPr>
              <a:xfrm>
                <a:off x="6972551" y="3193191"/>
                <a:ext cx="576221" cy="330754"/>
                <a:chOff x="7493876" y="2774731"/>
                <a:chExt cx="1481958" cy="894622"/>
              </a:xfrm>
            </p:grpSpPr>
            <p:sp>
              <p:nvSpPr>
                <p:cNvPr id="303" name="Freeform 302">
                  <a:extLst>
                    <a:ext uri="{FF2B5EF4-FFF2-40B4-BE49-F238E27FC236}">
                      <a16:creationId xmlns:a16="http://schemas.microsoft.com/office/drawing/2014/main" id="{F6B400F7-8176-5D4D-B79C-399B66572776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r>
                    <a:rPr lang="en-US" sz="1350" kern="120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     </a:t>
                  </a:r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D5DD275D-1BBB-DC48-ABA5-EBF01DD85CC7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r>
                    <a:rPr lang="en-US" sz="1350" kern="120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</a:t>
                  </a:r>
                </a:p>
              </p:txBody>
            </p:sp>
            <p:grpSp>
              <p:nvGrpSpPr>
                <p:cNvPr id="305" name="Group 304">
                  <a:extLst>
                    <a:ext uri="{FF2B5EF4-FFF2-40B4-BE49-F238E27FC236}">
                      <a16:creationId xmlns:a16="http://schemas.microsoft.com/office/drawing/2014/main" id="{2C35B1C2-ED05-8144-83A6-62211C766560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6" name="Freeform 305">
                    <a:extLst>
                      <a:ext uri="{FF2B5EF4-FFF2-40B4-BE49-F238E27FC236}">
                        <a16:creationId xmlns:a16="http://schemas.microsoft.com/office/drawing/2014/main" id="{1AC0CB26-40B8-B844-97B1-817204D299A9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07" name="Freeform 306">
                    <a:extLst>
                      <a:ext uri="{FF2B5EF4-FFF2-40B4-BE49-F238E27FC236}">
                        <a16:creationId xmlns:a16="http://schemas.microsoft.com/office/drawing/2014/main" id="{3E664694-5EEC-A641-9FCB-53282AB2F2AD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08" name="Freeform 307">
                    <a:extLst>
                      <a:ext uri="{FF2B5EF4-FFF2-40B4-BE49-F238E27FC236}">
                        <a16:creationId xmlns:a16="http://schemas.microsoft.com/office/drawing/2014/main" id="{EDC3EEFD-A60B-B649-AC31-2A974A7A0A0C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09" name="Freeform 308">
                    <a:extLst>
                      <a:ext uri="{FF2B5EF4-FFF2-40B4-BE49-F238E27FC236}">
                        <a16:creationId xmlns:a16="http://schemas.microsoft.com/office/drawing/2014/main" id="{A78726D5-64F7-814F-A0A5-F2F99379191C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310" name="Group 309">
                <a:extLst>
                  <a:ext uri="{FF2B5EF4-FFF2-40B4-BE49-F238E27FC236}">
                    <a16:creationId xmlns:a16="http://schemas.microsoft.com/office/drawing/2014/main" id="{963510FF-BFE8-0848-A3AB-5E8FB082C76A}"/>
                  </a:ext>
                </a:extLst>
              </p:cNvPr>
              <p:cNvGrpSpPr/>
              <p:nvPr/>
            </p:nvGrpSpPr>
            <p:grpSpPr>
              <a:xfrm>
                <a:off x="6955883" y="3598924"/>
                <a:ext cx="576221" cy="330754"/>
                <a:chOff x="7493876" y="2774731"/>
                <a:chExt cx="1481958" cy="894622"/>
              </a:xfrm>
            </p:grpSpPr>
            <p:sp>
              <p:nvSpPr>
                <p:cNvPr id="311" name="Freeform 310">
                  <a:extLst>
                    <a:ext uri="{FF2B5EF4-FFF2-40B4-BE49-F238E27FC236}">
                      <a16:creationId xmlns:a16="http://schemas.microsoft.com/office/drawing/2014/main" id="{C4A019C5-7F53-6647-B1F8-36A9E7850A4C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r>
                    <a:rPr lang="en-US" sz="1350" kern="120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     </a:t>
                  </a:r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7A90237A-6248-3A4D-8783-2E7C66E68FDA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r>
                    <a:rPr lang="en-US" sz="1350" kern="120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</a:t>
                  </a:r>
                </a:p>
              </p:txBody>
            </p:sp>
            <p:grpSp>
              <p:nvGrpSpPr>
                <p:cNvPr id="313" name="Group 312">
                  <a:extLst>
                    <a:ext uri="{FF2B5EF4-FFF2-40B4-BE49-F238E27FC236}">
                      <a16:creationId xmlns:a16="http://schemas.microsoft.com/office/drawing/2014/main" id="{0DD0128B-ECE6-4643-A683-4B4324D7E55E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14" name="Freeform 313">
                    <a:extLst>
                      <a:ext uri="{FF2B5EF4-FFF2-40B4-BE49-F238E27FC236}">
                        <a16:creationId xmlns:a16="http://schemas.microsoft.com/office/drawing/2014/main" id="{B5ACBA40-6C98-4D43-AC27-C08351AB55E7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15" name="Freeform 314">
                    <a:extLst>
                      <a:ext uri="{FF2B5EF4-FFF2-40B4-BE49-F238E27FC236}">
                        <a16:creationId xmlns:a16="http://schemas.microsoft.com/office/drawing/2014/main" id="{96A02CCB-7BC0-0145-AD57-FC0B4CCE6575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16" name="Freeform 315">
                    <a:extLst>
                      <a:ext uri="{FF2B5EF4-FFF2-40B4-BE49-F238E27FC236}">
                        <a16:creationId xmlns:a16="http://schemas.microsoft.com/office/drawing/2014/main" id="{48E39E91-1D0A-B04A-93B2-0FAE09745684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17" name="Freeform 316">
                    <a:extLst>
                      <a:ext uri="{FF2B5EF4-FFF2-40B4-BE49-F238E27FC236}">
                        <a16:creationId xmlns:a16="http://schemas.microsoft.com/office/drawing/2014/main" id="{F00BA411-4D8F-BF47-92F5-D890F7041A75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51F28CFC-CA6F-D84F-8E80-C98627F34B62}"/>
                  </a:ext>
                </a:extLst>
              </p:cNvPr>
              <p:cNvGrpSpPr/>
              <p:nvPr/>
            </p:nvGrpSpPr>
            <p:grpSpPr>
              <a:xfrm>
                <a:off x="7720114" y="3593282"/>
                <a:ext cx="576221" cy="330754"/>
                <a:chOff x="7493876" y="2774731"/>
                <a:chExt cx="1481958" cy="894622"/>
              </a:xfrm>
            </p:grpSpPr>
            <p:sp>
              <p:nvSpPr>
                <p:cNvPr id="319" name="Freeform 318">
                  <a:extLst>
                    <a:ext uri="{FF2B5EF4-FFF2-40B4-BE49-F238E27FC236}">
                      <a16:creationId xmlns:a16="http://schemas.microsoft.com/office/drawing/2014/main" id="{6F4A5F65-E4F1-0C40-AC07-38C042A8D3A8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r>
                    <a:rPr lang="en-US" sz="1350" kern="120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     </a:t>
                  </a:r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7960C155-64DA-4F42-8B5E-08FF5CB27C42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r>
                    <a:rPr lang="en-US" sz="1350" kern="120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</a:t>
                  </a:r>
                </a:p>
              </p:txBody>
            </p:sp>
            <p:grpSp>
              <p:nvGrpSpPr>
                <p:cNvPr id="321" name="Group 320">
                  <a:extLst>
                    <a:ext uri="{FF2B5EF4-FFF2-40B4-BE49-F238E27FC236}">
                      <a16:creationId xmlns:a16="http://schemas.microsoft.com/office/drawing/2014/main" id="{E00DB61B-002E-9047-BCB1-D94BB8FBCC8E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22" name="Freeform 321">
                    <a:extLst>
                      <a:ext uri="{FF2B5EF4-FFF2-40B4-BE49-F238E27FC236}">
                        <a16:creationId xmlns:a16="http://schemas.microsoft.com/office/drawing/2014/main" id="{0A8FAC80-D4F8-604B-8B67-49E827424183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23" name="Freeform 322">
                    <a:extLst>
                      <a:ext uri="{FF2B5EF4-FFF2-40B4-BE49-F238E27FC236}">
                        <a16:creationId xmlns:a16="http://schemas.microsoft.com/office/drawing/2014/main" id="{7285BE00-18E3-A048-B7ED-22DCE0CFD13B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24" name="Freeform 323">
                    <a:extLst>
                      <a:ext uri="{FF2B5EF4-FFF2-40B4-BE49-F238E27FC236}">
                        <a16:creationId xmlns:a16="http://schemas.microsoft.com/office/drawing/2014/main" id="{78129E4B-CB99-694A-A77B-2E22814F2353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25" name="Freeform 324">
                    <a:extLst>
                      <a:ext uri="{FF2B5EF4-FFF2-40B4-BE49-F238E27FC236}">
                        <a16:creationId xmlns:a16="http://schemas.microsoft.com/office/drawing/2014/main" id="{B0BDF800-7AEE-A94F-BECE-219E0320E3B4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736946C1-1E2F-DF4A-9F00-C263EE5AE234}"/>
                  </a:ext>
                </a:extLst>
              </p:cNvPr>
              <p:cNvGrpSpPr/>
              <p:nvPr/>
            </p:nvGrpSpPr>
            <p:grpSpPr>
              <a:xfrm>
                <a:off x="7618622" y="3082478"/>
                <a:ext cx="576221" cy="330754"/>
                <a:chOff x="7493876" y="2774731"/>
                <a:chExt cx="1481958" cy="894622"/>
              </a:xfrm>
            </p:grpSpPr>
            <p:sp>
              <p:nvSpPr>
                <p:cNvPr id="276" name="Freeform 275">
                  <a:extLst>
                    <a:ext uri="{FF2B5EF4-FFF2-40B4-BE49-F238E27FC236}">
                      <a16:creationId xmlns:a16="http://schemas.microsoft.com/office/drawing/2014/main" id="{148A40A3-9A45-F842-B673-319FA17C4C7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r>
                    <a:rPr lang="en-US" sz="1350" kern="120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     </a:t>
                  </a:r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FA99FC29-A9F6-1D4A-BFA4-3ACEB5227B5A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buClrTx/>
                    <a:defRPr/>
                  </a:pPr>
                  <a:r>
                    <a:rPr lang="en-US" sz="1350" kern="120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</a:t>
                  </a:r>
                </a:p>
              </p:txBody>
            </p:sp>
            <p:grpSp>
              <p:nvGrpSpPr>
                <p:cNvPr id="278" name="Group 277">
                  <a:extLst>
                    <a:ext uri="{FF2B5EF4-FFF2-40B4-BE49-F238E27FC236}">
                      <a16:creationId xmlns:a16="http://schemas.microsoft.com/office/drawing/2014/main" id="{3184AD4E-CBF9-304F-B87E-D3672E024874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79" name="Freeform 278">
                    <a:extLst>
                      <a:ext uri="{FF2B5EF4-FFF2-40B4-BE49-F238E27FC236}">
                        <a16:creationId xmlns:a16="http://schemas.microsoft.com/office/drawing/2014/main" id="{1E7C4115-9DB9-B742-ADA0-538B15DFC1D6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80" name="Freeform 279">
                    <a:extLst>
                      <a:ext uri="{FF2B5EF4-FFF2-40B4-BE49-F238E27FC236}">
                        <a16:creationId xmlns:a16="http://schemas.microsoft.com/office/drawing/2014/main" id="{CE335472-B8B5-6B49-A72F-A564CB566AC3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81" name="Freeform 280">
                    <a:extLst>
                      <a:ext uri="{FF2B5EF4-FFF2-40B4-BE49-F238E27FC236}">
                        <a16:creationId xmlns:a16="http://schemas.microsoft.com/office/drawing/2014/main" id="{15F1BD6F-0F3C-FC44-8552-C4E10F60DACD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82" name="Freeform 281">
                    <a:extLst>
                      <a:ext uri="{FF2B5EF4-FFF2-40B4-BE49-F238E27FC236}">
                        <a16:creationId xmlns:a16="http://schemas.microsoft.com/office/drawing/2014/main" id="{CBD5BA84-60F4-B943-9657-3E980A6686A5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>
                      <a:buClrTx/>
                      <a:defRPr/>
                    </a:pPr>
                    <a:endParaRPr lang="en-US" sz="1350" kern="120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</p:grpSp>
      </p:grpSp>
      <p:sp>
        <p:nvSpPr>
          <p:cNvPr id="176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10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9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Access networks: cable-based access</a:t>
            </a:r>
            <a:endParaRPr lang="en-US" dirty="0"/>
          </a:p>
        </p:txBody>
      </p:sp>
      <p:sp>
        <p:nvSpPr>
          <p:cNvPr id="648" name="AutoShape 72">
            <a:extLst>
              <a:ext uri="{FF2B5EF4-FFF2-40B4-BE49-F238E27FC236}">
                <a16:creationId xmlns:a16="http://schemas.microsoft.com/office/drawing/2014/main" id="{00521831-0ED5-1349-A47C-654339E42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4263" y="956502"/>
            <a:ext cx="1701404" cy="351234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79" y="1039997"/>
            <a:ext cx="6950042" cy="30635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14600" y="4241800"/>
            <a:ext cx="3841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hybrid fiber-coaxial access network</a:t>
            </a:r>
          </a:p>
        </p:txBody>
      </p:sp>
      <p:sp>
        <p:nvSpPr>
          <p:cNvPr id="8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11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92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8412218" cy="670967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ea typeface="ＭＳ Ｐゴシック" panose="020B0600070205080204" pitchFamily="34" charset="-128"/>
              </a:rPr>
              <a:t>Access networks: Fiber to the home internet access</a:t>
            </a:r>
            <a:endParaRPr lang="en-US" sz="2800" dirty="0"/>
          </a:p>
        </p:txBody>
      </p:sp>
      <p:sp>
        <p:nvSpPr>
          <p:cNvPr id="648" name="AutoShape 72">
            <a:extLst>
              <a:ext uri="{FF2B5EF4-FFF2-40B4-BE49-F238E27FC236}">
                <a16:creationId xmlns:a16="http://schemas.microsoft.com/office/drawing/2014/main" id="{00521831-0ED5-1349-A47C-654339E42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4263" y="956502"/>
            <a:ext cx="1701404" cy="351234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7650" y="3447322"/>
            <a:ext cx="88963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▪ FTTH Internet access</a:t>
            </a:r>
          </a:p>
          <a:p>
            <a:r>
              <a:rPr lang="en-US" dirty="0"/>
              <a:t>▪ Optical splitter combines multiple homes on a single optical fiber</a:t>
            </a:r>
          </a:p>
          <a:p>
            <a:r>
              <a:rPr lang="en-US" dirty="0"/>
              <a:t>▪ Optical network terminator (ONT) provides internet to the home (optical to digital)</a:t>
            </a:r>
          </a:p>
          <a:p>
            <a:r>
              <a:rPr lang="en-US" dirty="0"/>
              <a:t>▪ Optical line terminator (OLT) providing conversion between optical and electrical signals,</a:t>
            </a:r>
          </a:p>
          <a:p>
            <a:r>
              <a:rPr lang="en-US" dirty="0"/>
              <a:t>connects to the Internet via a telco router</a:t>
            </a:r>
          </a:p>
          <a:p>
            <a:r>
              <a:rPr lang="en-US" dirty="0"/>
              <a:t>▪ FTTH can potentially provide Internet access rates in the gigabits per second range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221" y="875826"/>
            <a:ext cx="5738357" cy="2286198"/>
          </a:xfrm>
          <a:prstGeom prst="rect">
            <a:avLst/>
          </a:prstGeom>
        </p:spPr>
      </p:pic>
      <p:sp>
        <p:nvSpPr>
          <p:cNvPr id="8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87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8412218" cy="670967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ea typeface="ＭＳ Ｐゴシック" panose="020B0600070205080204" pitchFamily="34" charset="-128"/>
              </a:rPr>
              <a:t>Access networks: Fiber to the home internet access</a:t>
            </a:r>
            <a:endParaRPr lang="en-US" sz="2800" dirty="0"/>
          </a:p>
        </p:txBody>
      </p:sp>
      <p:sp>
        <p:nvSpPr>
          <p:cNvPr id="648" name="AutoShape 72">
            <a:extLst>
              <a:ext uri="{FF2B5EF4-FFF2-40B4-BE49-F238E27FC236}">
                <a16:creationId xmlns:a16="http://schemas.microsoft.com/office/drawing/2014/main" id="{00521831-0ED5-1349-A47C-654339E42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4263" y="956502"/>
            <a:ext cx="1701404" cy="351234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1800" kern="1200">
              <a:solidFill>
                <a:prstClr val="black"/>
              </a:solidFill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4467" y="1132119"/>
            <a:ext cx="88963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▪ Two other access network technologies are also used to provide Internet 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access to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the home where DSL, cable, and FTTH are not available (e.g., in some 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rural settings),</a:t>
            </a:r>
          </a:p>
          <a:p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lvl="4"/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	▪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A satellite link can be used to connect a residence to the Internet at speeds</a:t>
            </a:r>
          </a:p>
          <a:p>
            <a:pPr lvl="4"/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	of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more than 1 Mbps;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StarBand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and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HughesNet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are two such satellite access</a:t>
            </a:r>
          </a:p>
          <a:p>
            <a:pPr lvl="4"/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	providers.</a:t>
            </a:r>
          </a:p>
          <a:p>
            <a:pPr lvl="4"/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lvl="4"/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	▪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Dial-up access over traditional phone lines is based on the same model as</a:t>
            </a:r>
          </a:p>
          <a:p>
            <a:pPr lvl="4"/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	DSL—a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home modem connects over a phone line to a modem in the ISP.</a:t>
            </a:r>
          </a:p>
          <a:p>
            <a:pPr lvl="4"/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	Compared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with DSL and other broadband access networks, dial-up access is</a:t>
            </a:r>
          </a:p>
          <a:p>
            <a:pPr lvl="4"/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	very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slow at 56 kbps.</a:t>
            </a:r>
          </a:p>
        </p:txBody>
      </p:sp>
      <p:sp>
        <p:nvSpPr>
          <p:cNvPr id="8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13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6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Access networks: home networks</a:t>
            </a:r>
            <a:endParaRPr lang="en-US" dirty="0"/>
          </a:p>
        </p:txBody>
      </p:sp>
      <p:sp>
        <p:nvSpPr>
          <p:cNvPr id="146" name="AutoShape 99">
            <a:extLst>
              <a:ext uri="{FF2B5EF4-FFF2-40B4-BE49-F238E27FC236}">
                <a16:creationId xmlns:a16="http://schemas.microsoft.com/office/drawing/2014/main" id="{4A160FD5-4C4D-7544-A021-EFE195A31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679" y="1155049"/>
            <a:ext cx="4237434" cy="576263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latin typeface="+mn-lt"/>
            </a:endParaRPr>
          </a:p>
        </p:txBody>
      </p:sp>
      <p:sp>
        <p:nvSpPr>
          <p:cNvPr id="147" name="Text Box 26">
            <a:extLst>
              <a:ext uri="{FF2B5EF4-FFF2-40B4-BE49-F238E27FC236}">
                <a16:creationId xmlns:a16="http://schemas.microsoft.com/office/drawing/2014/main" id="{D0274863-BB77-C24E-B396-56EED77DE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8830" y="2596930"/>
            <a:ext cx="2172891" cy="56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800" dirty="0">
                <a:latin typeface="+mn-lt"/>
              </a:rPr>
              <a:t>to/from headend or central office</a:t>
            </a:r>
          </a:p>
        </p:txBody>
      </p:sp>
      <p:sp>
        <p:nvSpPr>
          <p:cNvPr id="148" name="Rectangle 87">
            <a:extLst>
              <a:ext uri="{FF2B5EF4-FFF2-40B4-BE49-F238E27FC236}">
                <a16:creationId xmlns:a16="http://schemas.microsoft.com/office/drawing/2014/main" id="{7D6B5C84-08A7-C741-8874-5BEAB1BC7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4910" y="1720596"/>
            <a:ext cx="3586163" cy="199667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latin typeface="+mn-lt"/>
            </a:endParaRPr>
          </a:p>
        </p:txBody>
      </p:sp>
      <p:grpSp>
        <p:nvGrpSpPr>
          <p:cNvPr id="149" name="Group 105">
            <a:extLst>
              <a:ext uri="{FF2B5EF4-FFF2-40B4-BE49-F238E27FC236}">
                <a16:creationId xmlns:a16="http://schemas.microsoft.com/office/drawing/2014/main" id="{B63ECFC0-CE11-5245-ADFB-E70CAF22F69D}"/>
              </a:ext>
            </a:extLst>
          </p:cNvPr>
          <p:cNvGrpSpPr>
            <a:grpSpLocks/>
          </p:cNvGrpSpPr>
          <p:nvPr/>
        </p:nvGrpSpPr>
        <p:grpSpPr bwMode="auto">
          <a:xfrm>
            <a:off x="4619011" y="2725483"/>
            <a:ext cx="2250281" cy="271463"/>
            <a:chOff x="2434" y="2109"/>
            <a:chExt cx="1890" cy="228"/>
          </a:xfrm>
        </p:grpSpPr>
        <p:grpSp>
          <p:nvGrpSpPr>
            <p:cNvPr id="150" name="Group 91">
              <a:extLst>
                <a:ext uri="{FF2B5EF4-FFF2-40B4-BE49-F238E27FC236}">
                  <a16:creationId xmlns:a16="http://schemas.microsoft.com/office/drawing/2014/main" id="{F907AE85-CF02-154A-8A53-7BFE20B382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2" y="2109"/>
              <a:ext cx="642" cy="228"/>
              <a:chOff x="322" y="890"/>
              <a:chExt cx="872" cy="339"/>
            </a:xfrm>
          </p:grpSpPr>
          <p:sp>
            <p:nvSpPr>
              <p:cNvPr id="153" name="Rectangle 92">
                <a:extLst>
                  <a:ext uri="{FF2B5EF4-FFF2-40B4-BE49-F238E27FC236}">
                    <a16:creationId xmlns:a16="http://schemas.microsoft.com/office/drawing/2014/main" id="{DC808D90-CA5B-CC4E-9F59-8446FCBD4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" y="1004"/>
                <a:ext cx="871" cy="2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100">
                  <a:latin typeface="+mn-lt"/>
                </a:endParaRPr>
              </a:p>
            </p:txBody>
          </p:sp>
          <p:sp>
            <p:nvSpPr>
              <p:cNvPr id="154" name="Rectangle 93">
                <a:extLst>
                  <a:ext uri="{FF2B5EF4-FFF2-40B4-BE49-F238E27FC236}">
                    <a16:creationId xmlns:a16="http://schemas.microsoft.com/office/drawing/2014/main" id="{1B2C7640-D539-9344-A812-A544BBE81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" y="1073"/>
                <a:ext cx="57" cy="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100">
                  <a:latin typeface="+mn-lt"/>
                </a:endParaRPr>
              </a:p>
            </p:txBody>
          </p:sp>
          <p:sp>
            <p:nvSpPr>
              <p:cNvPr id="155" name="Rectangle 94">
                <a:extLst>
                  <a:ext uri="{FF2B5EF4-FFF2-40B4-BE49-F238E27FC236}">
                    <a16:creationId xmlns:a16="http://schemas.microsoft.com/office/drawing/2014/main" id="{575359A2-2620-6041-9836-24D2493EA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" y="1073"/>
                <a:ext cx="56" cy="57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100">
                  <a:latin typeface="+mn-lt"/>
                </a:endParaRPr>
              </a:p>
            </p:txBody>
          </p:sp>
          <p:sp>
            <p:nvSpPr>
              <p:cNvPr id="156" name="Rectangle 95">
                <a:extLst>
                  <a:ext uri="{FF2B5EF4-FFF2-40B4-BE49-F238E27FC236}">
                    <a16:creationId xmlns:a16="http://schemas.microsoft.com/office/drawing/2014/main" id="{E5B3B553-893B-584E-8E61-7820A60B1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100">
                  <a:latin typeface="+mn-lt"/>
                </a:endParaRPr>
              </a:p>
            </p:txBody>
          </p:sp>
          <p:sp>
            <p:nvSpPr>
              <p:cNvPr id="199" name="Rectangle 96">
                <a:extLst>
                  <a:ext uri="{FF2B5EF4-FFF2-40B4-BE49-F238E27FC236}">
                    <a16:creationId xmlns:a16="http://schemas.microsoft.com/office/drawing/2014/main" id="{828B514D-B09C-D14D-AF7B-ABABEE49B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100">
                  <a:latin typeface="+mn-lt"/>
                </a:endParaRPr>
              </a:p>
            </p:txBody>
          </p:sp>
          <p:sp>
            <p:nvSpPr>
              <p:cNvPr id="200" name="AutoShape 97">
                <a:extLst>
                  <a:ext uri="{FF2B5EF4-FFF2-40B4-BE49-F238E27FC236}">
                    <a16:creationId xmlns:a16="http://schemas.microsoft.com/office/drawing/2014/main" id="{421771C9-7AD4-CC4C-B3BA-4D57863F1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>
                <a:off x="322" y="890"/>
                <a:ext cx="859" cy="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1 w 21600"/>
                  <a:gd name="T13" fmla="*/ 4516 h 21600"/>
                  <a:gd name="T14" fmla="*/ 17099 w 21600"/>
                  <a:gd name="T15" fmla="*/ 1708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500"/>
              </a:p>
            </p:txBody>
          </p:sp>
        </p:grpSp>
        <p:sp>
          <p:nvSpPr>
            <p:cNvPr id="151" name="Line 102">
              <a:extLst>
                <a:ext uri="{FF2B5EF4-FFF2-40B4-BE49-F238E27FC236}">
                  <a16:creationId xmlns:a16="http://schemas.microsoft.com/office/drawing/2014/main" id="{9BAD5509-6D09-DB44-87DD-29C938B0C8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1" y="2258"/>
              <a:ext cx="9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52" name="Line 104">
              <a:extLst>
                <a:ext uri="{FF2B5EF4-FFF2-40B4-BE49-F238E27FC236}">
                  <a16:creationId xmlns:a16="http://schemas.microsoft.com/office/drawing/2014/main" id="{44F38783-51E9-1F46-8255-A525AF6577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4" y="2261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</p:grpSp>
      <p:sp>
        <p:nvSpPr>
          <p:cNvPr id="210" name="Line 116">
            <a:extLst>
              <a:ext uri="{FF2B5EF4-FFF2-40B4-BE49-F238E27FC236}">
                <a16:creationId xmlns:a16="http://schemas.microsoft.com/office/drawing/2014/main" id="{7856E2F5-6F18-C846-8F52-6729FBB66F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29551" y="2883836"/>
            <a:ext cx="61674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00"/>
          </a:p>
        </p:txBody>
      </p:sp>
      <p:grpSp>
        <p:nvGrpSpPr>
          <p:cNvPr id="211" name="Group 119">
            <a:extLst>
              <a:ext uri="{FF2B5EF4-FFF2-40B4-BE49-F238E27FC236}">
                <a16:creationId xmlns:a16="http://schemas.microsoft.com/office/drawing/2014/main" id="{EC5DA6E3-3363-1B48-B254-2EBFB5498103}"/>
              </a:ext>
            </a:extLst>
          </p:cNvPr>
          <p:cNvGrpSpPr>
            <a:grpSpLocks/>
          </p:cNvGrpSpPr>
          <p:nvPr/>
        </p:nvGrpSpPr>
        <p:grpSpPr bwMode="auto">
          <a:xfrm>
            <a:off x="2764017" y="2449259"/>
            <a:ext cx="801290" cy="615553"/>
            <a:chOff x="2967" y="478"/>
            <a:chExt cx="788" cy="625"/>
          </a:xfrm>
        </p:grpSpPr>
        <p:pic>
          <p:nvPicPr>
            <p:cNvPr id="212" name="Picture 120" descr="access_point_stylized_small">
              <a:extLst>
                <a:ext uri="{FF2B5EF4-FFF2-40B4-BE49-F238E27FC236}">
                  <a16:creationId xmlns:a16="http://schemas.microsoft.com/office/drawing/2014/main" id="{C61FCE92-D1E3-EE4A-B69C-DF13FA394A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3" name="Picture 121" descr="antenna_radiation_stylized">
              <a:extLst>
                <a:ext uri="{FF2B5EF4-FFF2-40B4-BE49-F238E27FC236}">
                  <a16:creationId xmlns:a16="http://schemas.microsoft.com/office/drawing/2014/main" id="{5D07953C-19D0-2E42-9860-0BDAE4B7FA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4" name="Line 122">
            <a:extLst>
              <a:ext uri="{FF2B5EF4-FFF2-40B4-BE49-F238E27FC236}">
                <a16:creationId xmlns:a16="http://schemas.microsoft.com/office/drawing/2014/main" id="{BE64F84C-B27F-B442-9E28-B4C0179086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24116" y="2331826"/>
            <a:ext cx="0" cy="35123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00"/>
          </a:p>
        </p:txBody>
      </p:sp>
      <p:grpSp>
        <p:nvGrpSpPr>
          <p:cNvPr id="215" name="Group 138">
            <a:extLst>
              <a:ext uri="{FF2B5EF4-FFF2-40B4-BE49-F238E27FC236}">
                <a16:creationId xmlns:a16="http://schemas.microsoft.com/office/drawing/2014/main" id="{D742C348-83AB-E741-83A9-DF2ED1BEF85B}"/>
              </a:ext>
            </a:extLst>
          </p:cNvPr>
          <p:cNvGrpSpPr>
            <a:grpSpLocks/>
          </p:cNvGrpSpPr>
          <p:nvPr/>
        </p:nvGrpSpPr>
        <p:grpSpPr bwMode="auto">
          <a:xfrm>
            <a:off x="5397679" y="3063622"/>
            <a:ext cx="1895475" cy="1177528"/>
            <a:chOff x="3355" y="2333"/>
            <a:chExt cx="1592" cy="989"/>
          </a:xfrm>
        </p:grpSpPr>
        <p:sp>
          <p:nvSpPr>
            <p:cNvPr id="216" name="Text Box 39">
              <a:extLst>
                <a:ext uri="{FF2B5EF4-FFF2-40B4-BE49-F238E27FC236}">
                  <a16:creationId xmlns:a16="http://schemas.microsoft.com/office/drawing/2014/main" id="{646A742F-504F-3B40-89FE-C4D20BCCDC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5" y="2934"/>
              <a:ext cx="1592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500">
                  <a:latin typeface="+mn-lt"/>
                </a:rPr>
                <a:t>cable or DSL modem</a:t>
              </a:r>
            </a:p>
          </p:txBody>
        </p:sp>
        <p:sp>
          <p:nvSpPr>
            <p:cNvPr id="217" name="Line 129">
              <a:extLst>
                <a:ext uri="{FF2B5EF4-FFF2-40B4-BE49-F238E27FC236}">
                  <a16:creationId xmlns:a16="http://schemas.microsoft.com/office/drawing/2014/main" id="{7503FB48-7A18-9847-91A0-679C80B8D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9" y="2333"/>
              <a:ext cx="0" cy="59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</p:grpSp>
      <p:grpSp>
        <p:nvGrpSpPr>
          <p:cNvPr id="218" name="Group 139">
            <a:extLst>
              <a:ext uri="{FF2B5EF4-FFF2-40B4-BE49-F238E27FC236}">
                <a16:creationId xmlns:a16="http://schemas.microsoft.com/office/drawing/2014/main" id="{D1281F21-D2B1-9B46-8003-6AB257C40294}"/>
              </a:ext>
            </a:extLst>
          </p:cNvPr>
          <p:cNvGrpSpPr>
            <a:grpSpLocks/>
          </p:cNvGrpSpPr>
          <p:nvPr/>
        </p:nvGrpSpPr>
        <p:grpSpPr bwMode="auto">
          <a:xfrm>
            <a:off x="4448751" y="3057668"/>
            <a:ext cx="1945481" cy="1377553"/>
            <a:chOff x="2558" y="2328"/>
            <a:chExt cx="1634" cy="1157"/>
          </a:xfrm>
        </p:grpSpPr>
        <p:sp>
          <p:nvSpPr>
            <p:cNvPr id="219" name="Text Box 39">
              <a:extLst>
                <a:ext uri="{FF2B5EF4-FFF2-40B4-BE49-F238E27FC236}">
                  <a16:creationId xmlns:a16="http://schemas.microsoft.com/office/drawing/2014/main" id="{F6831A30-ACB5-104B-98AE-925BD43DD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8" y="3252"/>
              <a:ext cx="163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500">
                  <a:latin typeface="+mn-lt"/>
                </a:rPr>
                <a:t>router, firewall, NAT</a:t>
              </a:r>
            </a:p>
          </p:txBody>
        </p:sp>
        <p:sp>
          <p:nvSpPr>
            <p:cNvPr id="220" name="Line 133">
              <a:extLst>
                <a:ext uri="{FF2B5EF4-FFF2-40B4-BE49-F238E27FC236}">
                  <a16:creationId xmlns:a16="http://schemas.microsoft.com/office/drawing/2014/main" id="{DABF8E2E-008F-544C-BCD6-751130DFA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328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</p:grpSp>
      <p:grpSp>
        <p:nvGrpSpPr>
          <p:cNvPr id="221" name="Group 141">
            <a:extLst>
              <a:ext uri="{FF2B5EF4-FFF2-40B4-BE49-F238E27FC236}">
                <a16:creationId xmlns:a16="http://schemas.microsoft.com/office/drawing/2014/main" id="{49F7E4B1-9167-8448-9366-611119FFC227}"/>
              </a:ext>
            </a:extLst>
          </p:cNvPr>
          <p:cNvGrpSpPr>
            <a:grpSpLocks/>
          </p:cNvGrpSpPr>
          <p:nvPr/>
        </p:nvGrpSpPr>
        <p:grpSpPr bwMode="auto">
          <a:xfrm>
            <a:off x="4107041" y="3718464"/>
            <a:ext cx="2312194" cy="1087021"/>
            <a:chOff x="2062" y="2532"/>
            <a:chExt cx="1942" cy="1260"/>
          </a:xfrm>
        </p:grpSpPr>
        <p:sp>
          <p:nvSpPr>
            <p:cNvPr id="222" name="Line 134">
              <a:extLst>
                <a:ext uri="{FF2B5EF4-FFF2-40B4-BE49-F238E27FC236}">
                  <a16:creationId xmlns:a16="http://schemas.microsoft.com/office/drawing/2014/main" id="{30BA4B16-BA39-F546-81EE-7C093F7618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532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223" name="Text Box 39">
              <a:extLst>
                <a:ext uri="{FF2B5EF4-FFF2-40B4-BE49-F238E27FC236}">
                  <a16:creationId xmlns:a16="http://schemas.microsoft.com/office/drawing/2014/main" id="{A8AAE27C-6F91-8745-B8A0-54C5B6F4E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2" y="3471"/>
              <a:ext cx="1942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500" dirty="0">
                  <a:latin typeface="+mn-lt"/>
                </a:rPr>
                <a:t>wired Ethernet (1 </a:t>
              </a:r>
              <a:r>
                <a:rPr lang="en-US" altLang="en-US" sz="1500" dirty="0" err="1">
                  <a:latin typeface="+mn-lt"/>
                </a:rPr>
                <a:t>Gbps</a:t>
              </a:r>
              <a:r>
                <a:rPr lang="en-US" altLang="en-US" sz="1500" dirty="0">
                  <a:latin typeface="+mn-lt"/>
                </a:rPr>
                <a:t>)</a:t>
              </a:r>
            </a:p>
          </p:txBody>
        </p:sp>
      </p:grpSp>
      <p:grpSp>
        <p:nvGrpSpPr>
          <p:cNvPr id="224" name="Group 140">
            <a:extLst>
              <a:ext uri="{FF2B5EF4-FFF2-40B4-BE49-F238E27FC236}">
                <a16:creationId xmlns:a16="http://schemas.microsoft.com/office/drawing/2014/main" id="{712546AE-4EB8-8246-8F62-5C8ACD7A1157}"/>
              </a:ext>
            </a:extLst>
          </p:cNvPr>
          <p:cNvGrpSpPr>
            <a:grpSpLocks/>
          </p:cNvGrpSpPr>
          <p:nvPr/>
        </p:nvGrpSpPr>
        <p:grpSpPr bwMode="auto">
          <a:xfrm>
            <a:off x="1430516" y="3080288"/>
            <a:ext cx="2233613" cy="1596627"/>
            <a:chOff x="23" y="2347"/>
            <a:chExt cx="1876" cy="1341"/>
          </a:xfrm>
        </p:grpSpPr>
        <p:sp>
          <p:nvSpPr>
            <p:cNvPr id="225" name="Line 136">
              <a:extLst>
                <a:ext uri="{FF2B5EF4-FFF2-40B4-BE49-F238E27FC236}">
                  <a16:creationId xmlns:a16="http://schemas.microsoft.com/office/drawing/2014/main" id="{826E64FA-8748-A443-9DDC-23B3930BB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0" y="2347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226" name="Text Box 39">
              <a:extLst>
                <a:ext uri="{FF2B5EF4-FFF2-40B4-BE49-F238E27FC236}">
                  <a16:creationId xmlns:a16="http://schemas.microsoft.com/office/drawing/2014/main" id="{27BB7BBE-95DA-E14B-98DC-638CE33FCD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" y="3300"/>
              <a:ext cx="1876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80000"/>
                </a:lnSpc>
              </a:pPr>
              <a:r>
                <a:rPr lang="en-US" altLang="en-US" sz="1500" dirty="0" err="1">
                  <a:latin typeface="+mn-lt"/>
                </a:rPr>
                <a:t>WiFi</a:t>
              </a:r>
              <a:r>
                <a:rPr lang="en-US" altLang="en-US" sz="1500" dirty="0">
                  <a:latin typeface="+mn-lt"/>
                </a:rPr>
                <a:t> wireless access </a:t>
              </a:r>
            </a:p>
            <a:p>
              <a:pPr algn="r">
                <a:lnSpc>
                  <a:spcPct val="80000"/>
                </a:lnSpc>
              </a:pPr>
              <a:r>
                <a:rPr lang="en-US" altLang="en-US" sz="1500" dirty="0">
                  <a:latin typeface="+mn-lt"/>
                </a:rPr>
                <a:t>point (54, 450 Mbps)</a:t>
              </a:r>
            </a:p>
          </p:txBody>
        </p:sp>
      </p:grpSp>
      <p:sp>
        <p:nvSpPr>
          <p:cNvPr id="227" name="Text Box 142">
            <a:extLst>
              <a:ext uri="{FF2B5EF4-FFF2-40B4-BE49-F238E27FC236}">
                <a16:creationId xmlns:a16="http://schemas.microsoft.com/office/drawing/2014/main" id="{E0D602B7-3D10-644F-A082-4AD00685B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7871" y="1142719"/>
            <a:ext cx="1018228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altLang="en-US" sz="1800" dirty="0">
                <a:latin typeface="+mn-lt"/>
              </a:rPr>
              <a:t>wireless</a:t>
            </a:r>
          </a:p>
          <a:p>
            <a:pPr algn="r">
              <a:lnSpc>
                <a:spcPct val="90000"/>
              </a:lnSpc>
            </a:pPr>
            <a:r>
              <a:rPr lang="en-US" altLang="en-US" sz="1800" dirty="0">
                <a:latin typeface="+mn-lt"/>
              </a:rPr>
              <a:t>devices</a:t>
            </a:r>
          </a:p>
        </p:txBody>
      </p:sp>
      <p:grpSp>
        <p:nvGrpSpPr>
          <p:cNvPr id="228" name="Group 143">
            <a:extLst>
              <a:ext uri="{FF2B5EF4-FFF2-40B4-BE49-F238E27FC236}">
                <a16:creationId xmlns:a16="http://schemas.microsoft.com/office/drawing/2014/main" id="{9AA4B710-3339-A346-9EC7-A09E554F6751}"/>
              </a:ext>
            </a:extLst>
          </p:cNvPr>
          <p:cNvGrpSpPr>
            <a:grpSpLocks/>
          </p:cNvGrpSpPr>
          <p:nvPr/>
        </p:nvGrpSpPr>
        <p:grpSpPr bwMode="auto">
          <a:xfrm>
            <a:off x="2441357" y="1751553"/>
            <a:ext cx="550069" cy="569119"/>
            <a:chOff x="2751" y="1851"/>
            <a:chExt cx="462" cy="478"/>
          </a:xfrm>
        </p:grpSpPr>
        <p:pic>
          <p:nvPicPr>
            <p:cNvPr id="229" name="Picture 144" descr="iphone_stylized_small">
              <a:extLst>
                <a:ext uri="{FF2B5EF4-FFF2-40B4-BE49-F238E27FC236}">
                  <a16:creationId xmlns:a16="http://schemas.microsoft.com/office/drawing/2014/main" id="{41513B1D-08CB-D742-8152-CA81640B60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0" name="Picture 145" descr="antenna_radiation_stylized">
              <a:extLst>
                <a:ext uri="{FF2B5EF4-FFF2-40B4-BE49-F238E27FC236}">
                  <a16:creationId xmlns:a16="http://schemas.microsoft.com/office/drawing/2014/main" id="{F159AFE2-B4D2-464C-84AA-CF64E1E833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1" name="Line 146">
            <a:extLst>
              <a:ext uri="{FF2B5EF4-FFF2-40B4-BE49-F238E27FC236}">
                <a16:creationId xmlns:a16="http://schemas.microsoft.com/office/drawing/2014/main" id="{6BA2DD01-EC8E-9945-A63F-E69A2B22C1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116" y="3040575"/>
            <a:ext cx="2" cy="16884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00"/>
          </a:p>
        </p:txBody>
      </p:sp>
      <p:sp>
        <p:nvSpPr>
          <p:cNvPr id="232" name="Oval 147">
            <a:extLst>
              <a:ext uri="{FF2B5EF4-FFF2-40B4-BE49-F238E27FC236}">
                <a16:creationId xmlns:a16="http://schemas.microsoft.com/office/drawing/2014/main" id="{F04BCE9C-46F3-6345-9348-15575C0EF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3966" y="2536960"/>
            <a:ext cx="3671888" cy="607628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latin typeface="+mn-lt"/>
            </a:endParaRPr>
          </a:p>
        </p:txBody>
      </p:sp>
      <p:grpSp>
        <p:nvGrpSpPr>
          <p:cNvPr id="233" name="Group 150">
            <a:extLst>
              <a:ext uri="{FF2B5EF4-FFF2-40B4-BE49-F238E27FC236}">
                <a16:creationId xmlns:a16="http://schemas.microsoft.com/office/drawing/2014/main" id="{1BFB59FB-B949-4343-8746-FA556294EC0E}"/>
              </a:ext>
            </a:extLst>
          </p:cNvPr>
          <p:cNvGrpSpPr>
            <a:grpSpLocks/>
          </p:cNvGrpSpPr>
          <p:nvPr/>
        </p:nvGrpSpPr>
        <p:grpSpPr bwMode="auto">
          <a:xfrm>
            <a:off x="1312644" y="2935034"/>
            <a:ext cx="1415654" cy="602457"/>
            <a:chOff x="-76" y="2225"/>
            <a:chExt cx="1189" cy="506"/>
          </a:xfrm>
        </p:grpSpPr>
        <p:sp>
          <p:nvSpPr>
            <p:cNvPr id="234" name="Text Box 148">
              <a:extLst>
                <a:ext uri="{FF2B5EF4-FFF2-40B4-BE49-F238E27FC236}">
                  <a16:creationId xmlns:a16="http://schemas.microsoft.com/office/drawing/2014/main" id="{2847F148-6A2D-A24E-9C3A-CB4657150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6" y="2357"/>
              <a:ext cx="1189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altLang="en-US" sz="1350" dirty="0">
                  <a:latin typeface="+mn-lt"/>
                </a:rPr>
                <a:t>often combined </a:t>
              </a:r>
            </a:p>
            <a:p>
              <a:pPr algn="r">
                <a:lnSpc>
                  <a:spcPct val="85000"/>
                </a:lnSpc>
              </a:pPr>
              <a:r>
                <a:rPr lang="en-US" altLang="en-US" sz="1350" dirty="0">
                  <a:latin typeface="+mn-lt"/>
                </a:rPr>
                <a:t>in single box</a:t>
              </a:r>
            </a:p>
          </p:txBody>
        </p:sp>
        <p:sp>
          <p:nvSpPr>
            <p:cNvPr id="235" name="Line 149">
              <a:extLst>
                <a:ext uri="{FF2B5EF4-FFF2-40B4-BE49-F238E27FC236}">
                  <a16:creationId xmlns:a16="http://schemas.microsoft.com/office/drawing/2014/main" id="{791A7321-82EF-304E-8F5B-C7B5BF553F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0" y="2225"/>
              <a:ext cx="238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</p:grpSp>
      <p:grpSp>
        <p:nvGrpSpPr>
          <p:cNvPr id="236" name="Group 151">
            <a:extLst>
              <a:ext uri="{FF2B5EF4-FFF2-40B4-BE49-F238E27FC236}">
                <a16:creationId xmlns:a16="http://schemas.microsoft.com/office/drawing/2014/main" id="{CAC24AE8-8B01-2646-892D-B47CEA005DE7}"/>
              </a:ext>
            </a:extLst>
          </p:cNvPr>
          <p:cNvGrpSpPr>
            <a:grpSpLocks/>
          </p:cNvGrpSpPr>
          <p:nvPr/>
        </p:nvGrpSpPr>
        <p:grpSpPr bwMode="auto">
          <a:xfrm>
            <a:off x="3187879" y="1461040"/>
            <a:ext cx="715565" cy="770334"/>
            <a:chOff x="877" y="1008"/>
            <a:chExt cx="2747" cy="2591"/>
          </a:xfrm>
        </p:grpSpPr>
        <p:pic>
          <p:nvPicPr>
            <p:cNvPr id="237" name="Picture 152" descr="antenna_stylized">
              <a:extLst>
                <a:ext uri="{FF2B5EF4-FFF2-40B4-BE49-F238E27FC236}">
                  <a16:creationId xmlns:a16="http://schemas.microsoft.com/office/drawing/2014/main" id="{1BE3B9ED-47B2-614A-9C09-F039CFE3A1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" name="Picture 153" descr="laptop_keyboard">
              <a:extLst>
                <a:ext uri="{FF2B5EF4-FFF2-40B4-BE49-F238E27FC236}">
                  <a16:creationId xmlns:a16="http://schemas.microsoft.com/office/drawing/2014/main" id="{195E45EA-7733-D744-B06F-ACC6D6D56D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9" name="Freeform 154">
              <a:extLst>
                <a:ext uri="{FF2B5EF4-FFF2-40B4-BE49-F238E27FC236}">
                  <a16:creationId xmlns:a16="http://schemas.microsoft.com/office/drawing/2014/main" id="{F01194AD-C0B6-BD40-8B0C-95F73DDCE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500"/>
            </a:p>
          </p:txBody>
        </p:sp>
        <p:pic>
          <p:nvPicPr>
            <p:cNvPr id="240" name="Picture 155" descr="screen">
              <a:extLst>
                <a:ext uri="{FF2B5EF4-FFF2-40B4-BE49-F238E27FC236}">
                  <a16:creationId xmlns:a16="http://schemas.microsoft.com/office/drawing/2014/main" id="{5AA702A9-39D0-0F44-9DAA-746AF6B659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1" name="Freeform 156">
              <a:extLst>
                <a:ext uri="{FF2B5EF4-FFF2-40B4-BE49-F238E27FC236}">
                  <a16:creationId xmlns:a16="http://schemas.microsoft.com/office/drawing/2014/main" id="{68A5CCA6-333E-7140-BA3D-1173FFD24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242" name="Freeform 157">
              <a:extLst>
                <a:ext uri="{FF2B5EF4-FFF2-40B4-BE49-F238E27FC236}">
                  <a16:creationId xmlns:a16="http://schemas.microsoft.com/office/drawing/2014/main" id="{C4A8539F-1084-394E-A596-C0B374A3C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243" name="Freeform 158">
              <a:extLst>
                <a:ext uri="{FF2B5EF4-FFF2-40B4-BE49-F238E27FC236}">
                  <a16:creationId xmlns:a16="http://schemas.microsoft.com/office/drawing/2014/main" id="{C76F3FE2-141C-1D47-A04F-56C430C21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244" name="Freeform 159">
              <a:extLst>
                <a:ext uri="{FF2B5EF4-FFF2-40B4-BE49-F238E27FC236}">
                  <a16:creationId xmlns:a16="http://schemas.microsoft.com/office/drawing/2014/main" id="{7AC362EC-1B99-534E-95D8-5A24FAF24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245" name="Freeform 160">
              <a:extLst>
                <a:ext uri="{FF2B5EF4-FFF2-40B4-BE49-F238E27FC236}">
                  <a16:creationId xmlns:a16="http://schemas.microsoft.com/office/drawing/2014/main" id="{84D8536F-497F-2D44-8E01-C75CAE459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246" name="Freeform 161">
              <a:extLst>
                <a:ext uri="{FF2B5EF4-FFF2-40B4-BE49-F238E27FC236}">
                  <a16:creationId xmlns:a16="http://schemas.microsoft.com/office/drawing/2014/main" id="{01A5853F-2286-F74E-9472-2D882E491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500"/>
            </a:p>
          </p:txBody>
        </p:sp>
        <p:grpSp>
          <p:nvGrpSpPr>
            <p:cNvPr id="247" name="Group 162">
              <a:extLst>
                <a:ext uri="{FF2B5EF4-FFF2-40B4-BE49-F238E27FC236}">
                  <a16:creationId xmlns:a16="http://schemas.microsoft.com/office/drawing/2014/main" id="{FC372C7C-5EC9-9544-AA74-D69BBB0D1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54" name="Freeform 163">
                <a:extLst>
                  <a:ext uri="{FF2B5EF4-FFF2-40B4-BE49-F238E27FC236}">
                    <a16:creationId xmlns:a16="http://schemas.microsoft.com/office/drawing/2014/main" id="{856C9B59-FB1D-C848-9140-35A178B502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500"/>
              </a:p>
            </p:txBody>
          </p:sp>
          <p:sp>
            <p:nvSpPr>
              <p:cNvPr id="255" name="Freeform 164">
                <a:extLst>
                  <a:ext uri="{FF2B5EF4-FFF2-40B4-BE49-F238E27FC236}">
                    <a16:creationId xmlns:a16="http://schemas.microsoft.com/office/drawing/2014/main" id="{7094626E-365E-9A43-BD33-797126F012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500"/>
              </a:p>
            </p:txBody>
          </p:sp>
          <p:sp>
            <p:nvSpPr>
              <p:cNvPr id="256" name="Freeform 165">
                <a:extLst>
                  <a:ext uri="{FF2B5EF4-FFF2-40B4-BE49-F238E27FC236}">
                    <a16:creationId xmlns:a16="http://schemas.microsoft.com/office/drawing/2014/main" id="{B40F99D7-58E8-E040-B1F5-A267B2B3D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500"/>
              </a:p>
            </p:txBody>
          </p:sp>
          <p:sp>
            <p:nvSpPr>
              <p:cNvPr id="257" name="Freeform 166">
                <a:extLst>
                  <a:ext uri="{FF2B5EF4-FFF2-40B4-BE49-F238E27FC236}">
                    <a16:creationId xmlns:a16="http://schemas.microsoft.com/office/drawing/2014/main" id="{54B36EFA-A40E-3349-9364-BEF869A6C2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500"/>
              </a:p>
            </p:txBody>
          </p:sp>
          <p:sp>
            <p:nvSpPr>
              <p:cNvPr id="258" name="Freeform 167">
                <a:extLst>
                  <a:ext uri="{FF2B5EF4-FFF2-40B4-BE49-F238E27FC236}">
                    <a16:creationId xmlns:a16="http://schemas.microsoft.com/office/drawing/2014/main" id="{72B5FEE0-627E-2A44-A802-F468CAA77A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500"/>
              </a:p>
            </p:txBody>
          </p:sp>
          <p:sp>
            <p:nvSpPr>
              <p:cNvPr id="259" name="Freeform 168">
                <a:extLst>
                  <a:ext uri="{FF2B5EF4-FFF2-40B4-BE49-F238E27FC236}">
                    <a16:creationId xmlns:a16="http://schemas.microsoft.com/office/drawing/2014/main" id="{64E86AD2-B652-474E-8F8E-4BEE58055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500"/>
              </a:p>
            </p:txBody>
          </p:sp>
        </p:grpSp>
        <p:sp>
          <p:nvSpPr>
            <p:cNvPr id="248" name="Freeform 169">
              <a:extLst>
                <a:ext uri="{FF2B5EF4-FFF2-40B4-BE49-F238E27FC236}">
                  <a16:creationId xmlns:a16="http://schemas.microsoft.com/office/drawing/2014/main" id="{14152147-A3DF-4443-82CD-24E6A7B88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249" name="Freeform 170">
              <a:extLst>
                <a:ext uri="{FF2B5EF4-FFF2-40B4-BE49-F238E27FC236}">
                  <a16:creationId xmlns:a16="http://schemas.microsoft.com/office/drawing/2014/main" id="{77E7A1C9-A3D9-AA47-AF22-8859F248B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250" name="Freeform 171">
              <a:extLst>
                <a:ext uri="{FF2B5EF4-FFF2-40B4-BE49-F238E27FC236}">
                  <a16:creationId xmlns:a16="http://schemas.microsoft.com/office/drawing/2014/main" id="{9364745C-5427-5047-A89F-23E558404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251" name="Freeform 172">
              <a:extLst>
                <a:ext uri="{FF2B5EF4-FFF2-40B4-BE49-F238E27FC236}">
                  <a16:creationId xmlns:a16="http://schemas.microsoft.com/office/drawing/2014/main" id="{32386009-1275-DE49-9140-E7500A951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252" name="Freeform 173">
              <a:extLst>
                <a:ext uri="{FF2B5EF4-FFF2-40B4-BE49-F238E27FC236}">
                  <a16:creationId xmlns:a16="http://schemas.microsoft.com/office/drawing/2014/main" id="{87F49C34-B4C6-FA43-AA66-542D1E995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253" name="Freeform 174">
              <a:extLst>
                <a:ext uri="{FF2B5EF4-FFF2-40B4-BE49-F238E27FC236}">
                  <a16:creationId xmlns:a16="http://schemas.microsoft.com/office/drawing/2014/main" id="{FEA4386D-E8CF-1A45-8AFD-BA52E4034AE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500"/>
            </a:p>
          </p:txBody>
        </p:sp>
      </p:grpSp>
      <p:grpSp>
        <p:nvGrpSpPr>
          <p:cNvPr id="260" name="Group 175">
            <a:extLst>
              <a:ext uri="{FF2B5EF4-FFF2-40B4-BE49-F238E27FC236}">
                <a16:creationId xmlns:a16="http://schemas.microsoft.com/office/drawing/2014/main" id="{B6936DC6-44F7-CB40-83FE-8A8E8F6B6953}"/>
              </a:ext>
            </a:extLst>
          </p:cNvPr>
          <p:cNvGrpSpPr>
            <a:grpSpLocks/>
          </p:cNvGrpSpPr>
          <p:nvPr/>
        </p:nvGrpSpPr>
        <p:grpSpPr bwMode="auto">
          <a:xfrm>
            <a:off x="3765331" y="1809893"/>
            <a:ext cx="842963" cy="646510"/>
            <a:chOff x="-44" y="1473"/>
            <a:chExt cx="981" cy="1105"/>
          </a:xfrm>
        </p:grpSpPr>
        <p:pic>
          <p:nvPicPr>
            <p:cNvPr id="261" name="Picture 176" descr="desktop_computer_stylized_medium">
              <a:extLst>
                <a:ext uri="{FF2B5EF4-FFF2-40B4-BE49-F238E27FC236}">
                  <a16:creationId xmlns:a16="http://schemas.microsoft.com/office/drawing/2014/main" id="{DD8A088B-92B7-C94B-A78B-C7EEF5CC9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2" name="Freeform 177">
              <a:extLst>
                <a:ext uri="{FF2B5EF4-FFF2-40B4-BE49-F238E27FC236}">
                  <a16:creationId xmlns:a16="http://schemas.microsoft.com/office/drawing/2014/main" id="{6BA9B84C-C884-674B-BC10-7591CA428A4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500"/>
            </a:p>
          </p:txBody>
        </p:sp>
      </p:grpSp>
      <p:grpSp>
        <p:nvGrpSpPr>
          <p:cNvPr id="263" name="Group 178">
            <a:extLst>
              <a:ext uri="{FF2B5EF4-FFF2-40B4-BE49-F238E27FC236}">
                <a16:creationId xmlns:a16="http://schemas.microsoft.com/office/drawing/2014/main" id="{CA75072E-ACB4-2742-82C6-C3324A921E2D}"/>
              </a:ext>
            </a:extLst>
          </p:cNvPr>
          <p:cNvGrpSpPr>
            <a:grpSpLocks/>
          </p:cNvGrpSpPr>
          <p:nvPr/>
        </p:nvGrpSpPr>
        <p:grpSpPr bwMode="auto">
          <a:xfrm>
            <a:off x="3721279" y="3164824"/>
            <a:ext cx="636984" cy="534591"/>
            <a:chOff x="-44" y="1473"/>
            <a:chExt cx="981" cy="1105"/>
          </a:xfrm>
        </p:grpSpPr>
        <p:pic>
          <p:nvPicPr>
            <p:cNvPr id="264" name="Picture 179" descr="desktop_computer_stylized_medium">
              <a:extLst>
                <a:ext uri="{FF2B5EF4-FFF2-40B4-BE49-F238E27FC236}">
                  <a16:creationId xmlns:a16="http://schemas.microsoft.com/office/drawing/2014/main" id="{00E678F0-099F-6844-9F36-4E5530807C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5" name="Freeform 180">
              <a:extLst>
                <a:ext uri="{FF2B5EF4-FFF2-40B4-BE49-F238E27FC236}">
                  <a16:creationId xmlns:a16="http://schemas.microsoft.com/office/drawing/2014/main" id="{3F89BBB2-AF47-CE4F-8BCA-113B5761032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500"/>
            </a:p>
          </p:txBody>
        </p:sp>
      </p:grpSp>
      <p:grpSp>
        <p:nvGrpSpPr>
          <p:cNvPr id="266" name="Group 98">
            <a:extLst>
              <a:ext uri="{FF2B5EF4-FFF2-40B4-BE49-F238E27FC236}">
                <a16:creationId xmlns:a16="http://schemas.microsoft.com/office/drawing/2014/main" id="{A3DA2B28-D9C2-BC43-A42F-30A066AEF6C2}"/>
              </a:ext>
            </a:extLst>
          </p:cNvPr>
          <p:cNvGrpSpPr>
            <a:grpSpLocks/>
          </p:cNvGrpSpPr>
          <p:nvPr/>
        </p:nvGrpSpPr>
        <p:grpSpPr bwMode="auto">
          <a:xfrm>
            <a:off x="4767838" y="1567005"/>
            <a:ext cx="719138" cy="957263"/>
            <a:chOff x="5806938" y="3011924"/>
            <a:chExt cx="347997" cy="396620"/>
          </a:xfrm>
        </p:grpSpPr>
        <p:pic>
          <p:nvPicPr>
            <p:cNvPr id="267" name="Picture 101" descr="fridge2.png">
              <a:extLst>
                <a:ext uri="{FF2B5EF4-FFF2-40B4-BE49-F238E27FC236}">
                  <a16:creationId xmlns:a16="http://schemas.microsoft.com/office/drawing/2014/main" id="{59D46EB5-E84A-B84C-A47E-A7F91543A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6702" y="3071517"/>
              <a:ext cx="189578" cy="337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8" name="Picture 1115" descr="antenna_stylized">
              <a:extLst>
                <a:ext uri="{FF2B5EF4-FFF2-40B4-BE49-F238E27FC236}">
                  <a16:creationId xmlns:a16="http://schemas.microsoft.com/office/drawing/2014/main" id="{8EEB311B-0E27-4240-8EBE-6A91CB84D8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6938" y="3011924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37A8C1F2-8D7B-3045-B15A-5DB56AB82DFE}"/>
              </a:ext>
            </a:extLst>
          </p:cNvPr>
          <p:cNvGrpSpPr/>
          <p:nvPr/>
        </p:nvGrpSpPr>
        <p:grpSpPr>
          <a:xfrm>
            <a:off x="3794433" y="2647031"/>
            <a:ext cx="894152" cy="437893"/>
            <a:chOff x="7493876" y="2774731"/>
            <a:chExt cx="1481958" cy="894622"/>
          </a:xfrm>
        </p:grpSpPr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B49BEC54-DEA5-CA4E-B957-C65E2CEC65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0B80E2CA-F9B2-6349-BC4E-75B4DCD9E3A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C588090F-19FF-6E4C-84BC-12D7596DA01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BABB54BB-EBB6-9142-9753-E527BC1E910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3E0E4E3B-AF65-094E-8217-883961A8DB2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9546C5AA-74FA-3A42-86B2-47124A8C6E8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AF09D7B5-E321-AD40-818B-AD357E78BC2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84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14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17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/>
      <p:bldP spid="227" grpId="0"/>
      <p:bldP spid="2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Wireless access networks</a:t>
            </a:r>
            <a:endParaRPr lang="en-US" dirty="0"/>
          </a:p>
        </p:txBody>
      </p:sp>
      <p:sp>
        <p:nvSpPr>
          <p:cNvPr id="274" name="Rectangle 3">
            <a:extLst>
              <a:ext uri="{FF2B5EF4-FFF2-40B4-BE49-F238E27FC236}">
                <a16:creationId xmlns:a16="http://schemas.microsoft.com/office/drawing/2014/main" id="{C852E311-2B98-3D4D-B5CD-7B58FBE2D507}"/>
              </a:ext>
            </a:extLst>
          </p:cNvPr>
          <p:cNvSpPr txBox="1">
            <a:spLocks noChangeArrowheads="1"/>
          </p:cNvSpPr>
          <p:nvPr/>
        </p:nvSpPr>
        <p:spPr>
          <a:xfrm>
            <a:off x="666751" y="880799"/>
            <a:ext cx="7034705" cy="839002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100" dirty="0">
                <a:ea typeface="ＭＳ Ｐゴシック" panose="020B0600070205080204" pitchFamily="34" charset="-128"/>
              </a:rPr>
              <a:t>Shared </a:t>
            </a:r>
            <a:r>
              <a:rPr lang="en-US" altLang="en-US" sz="2100" i="1" dirty="0">
                <a:ea typeface="ＭＳ Ｐゴシック" panose="020B0600070205080204" pitchFamily="34" charset="-128"/>
              </a:rPr>
              <a:t>wireless</a:t>
            </a:r>
            <a:r>
              <a:rPr lang="en-US" altLang="en-US" sz="2100" dirty="0">
                <a:ea typeface="ＭＳ Ｐゴシック" panose="020B0600070205080204" pitchFamily="34" charset="-128"/>
              </a:rPr>
              <a:t> access network connects end system to router</a:t>
            </a:r>
          </a:p>
          <a:p>
            <a:pPr marL="254794" indent="-169069"/>
            <a:r>
              <a:rPr lang="en-US" altLang="en-US" sz="1800" dirty="0">
                <a:ea typeface="Arial" panose="020B0604020202020204" pitchFamily="34" charset="0"/>
              </a:rPr>
              <a:t>via base station aka </a:t>
            </a:r>
            <a:r>
              <a:rPr lang="en-US" altLang="en-US" sz="1800" dirty="0">
                <a:ea typeface="ＭＳ Ｐゴシック" panose="020B0600070205080204" pitchFamily="34" charset="-128"/>
              </a:rPr>
              <a:t>“</a:t>
            </a:r>
            <a:r>
              <a:rPr lang="en-US" altLang="ja-JP" sz="1800" dirty="0">
                <a:ea typeface="ＭＳ Ｐゴシック" panose="020B0600070205080204" pitchFamily="34" charset="-128"/>
              </a:rPr>
              <a:t>access point”</a:t>
            </a:r>
            <a:endParaRPr lang="en-US" altLang="en-US" sz="1800" dirty="0">
              <a:ea typeface="Arial" panose="020B0604020202020204" pitchFamily="34" charset="0"/>
            </a:endParaRPr>
          </a:p>
        </p:txBody>
      </p:sp>
      <p:sp>
        <p:nvSpPr>
          <p:cNvPr id="275" name="Rectangle 3">
            <a:extLst>
              <a:ext uri="{FF2B5EF4-FFF2-40B4-BE49-F238E27FC236}">
                <a16:creationId xmlns:a16="http://schemas.microsoft.com/office/drawing/2014/main" id="{507B7289-7AEE-9442-86FC-7846C9A20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33" y="1787366"/>
            <a:ext cx="4000617" cy="2338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2625" indent="-2254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 altLang="en-US" sz="2100" dirty="0">
                <a:solidFill>
                  <a:srgbClr val="CC0000"/>
                </a:solidFill>
                <a:latin typeface="+mn-lt"/>
              </a:rPr>
              <a:t>Wireless local area networks </a:t>
            </a:r>
            <a:r>
              <a:rPr lang="en-US" altLang="en-US" sz="1500" dirty="0">
                <a:solidFill>
                  <a:srgbClr val="CC0000"/>
                </a:solidFill>
                <a:latin typeface="+mn-lt"/>
              </a:rPr>
              <a:t>(WLANs)</a:t>
            </a:r>
          </a:p>
          <a:p>
            <a:pPr marL="257175" lvl="1" indent="-19526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altLang="en-US" sz="1800" dirty="0">
                <a:latin typeface="+mn-lt"/>
              </a:rPr>
              <a:t>typically within or around building (~100 ft)</a:t>
            </a:r>
          </a:p>
          <a:p>
            <a:pPr marL="257175" lvl="1" indent="-19526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altLang="en-US" sz="1800" dirty="0">
                <a:latin typeface="+mn-lt"/>
              </a:rPr>
              <a:t>802.11b/g/n (</a:t>
            </a:r>
            <a:r>
              <a:rPr lang="en-US" altLang="en-US" sz="1800" dirty="0" err="1">
                <a:latin typeface="+mn-lt"/>
              </a:rPr>
              <a:t>WiFi</a:t>
            </a:r>
            <a:r>
              <a:rPr lang="en-US" altLang="en-US" sz="1800" dirty="0">
                <a:latin typeface="+mn-lt"/>
              </a:rPr>
              <a:t>): 11, 54, 450 Mbps transmission rate</a:t>
            </a:r>
          </a:p>
        </p:txBody>
      </p:sp>
      <p:grpSp>
        <p:nvGrpSpPr>
          <p:cNvPr id="276" name="Group 85">
            <a:extLst>
              <a:ext uri="{FF2B5EF4-FFF2-40B4-BE49-F238E27FC236}">
                <a16:creationId xmlns:a16="http://schemas.microsoft.com/office/drawing/2014/main" id="{1E5C1FB4-96B5-1549-9EA9-C4C877601D41}"/>
              </a:ext>
            </a:extLst>
          </p:cNvPr>
          <p:cNvGrpSpPr>
            <a:grpSpLocks/>
          </p:cNvGrpSpPr>
          <p:nvPr/>
        </p:nvGrpSpPr>
        <p:grpSpPr bwMode="auto">
          <a:xfrm>
            <a:off x="1092898" y="3555633"/>
            <a:ext cx="1865710" cy="1171575"/>
            <a:chOff x="2889" y="1631"/>
            <a:chExt cx="980" cy="743"/>
          </a:xfrm>
        </p:grpSpPr>
        <p:sp>
          <p:nvSpPr>
            <p:cNvPr id="277" name="Rectangle 86">
              <a:extLst>
                <a:ext uri="{FF2B5EF4-FFF2-40B4-BE49-F238E27FC236}">
                  <a16:creationId xmlns:a16="http://schemas.microsoft.com/office/drawing/2014/main" id="{0DEDFA50-4D81-5044-AECD-5FA9C8153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278" name="AutoShape 87">
              <a:extLst>
                <a:ext uri="{FF2B5EF4-FFF2-40B4-BE49-F238E27FC236}">
                  <a16:creationId xmlns:a16="http://schemas.microsoft.com/office/drawing/2014/main" id="{F3166EDD-1642-CE42-8A80-905D2B2F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en-US" altLang="en-US" sz="1800">
                <a:solidFill>
                  <a:srgbClr val="00CCFF"/>
                </a:solidFill>
              </a:endParaRPr>
            </a:p>
          </p:txBody>
        </p:sp>
      </p:grpSp>
      <p:sp>
        <p:nvSpPr>
          <p:cNvPr id="279" name="Line 110">
            <a:extLst>
              <a:ext uri="{FF2B5EF4-FFF2-40B4-BE49-F238E27FC236}">
                <a16:creationId xmlns:a16="http://schemas.microsoft.com/office/drawing/2014/main" id="{D363724C-D4D5-AE42-B0EB-49CDF8565A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2746" y="4561564"/>
            <a:ext cx="700555" cy="29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280" name="Line 116">
            <a:extLst>
              <a:ext uri="{FF2B5EF4-FFF2-40B4-BE49-F238E27FC236}">
                <a16:creationId xmlns:a16="http://schemas.microsoft.com/office/drawing/2014/main" id="{C737A2C2-F349-534E-8E7F-DEE682F91C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76329" y="4508133"/>
            <a:ext cx="215504" cy="35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383" name="Group 246">
            <a:extLst>
              <a:ext uri="{FF2B5EF4-FFF2-40B4-BE49-F238E27FC236}">
                <a16:creationId xmlns:a16="http://schemas.microsoft.com/office/drawing/2014/main" id="{30E16050-D356-0644-BE98-F9013447D0E9}"/>
              </a:ext>
            </a:extLst>
          </p:cNvPr>
          <p:cNvGrpSpPr>
            <a:grpSpLocks/>
          </p:cNvGrpSpPr>
          <p:nvPr/>
        </p:nvGrpSpPr>
        <p:grpSpPr bwMode="auto">
          <a:xfrm>
            <a:off x="1519142" y="4215239"/>
            <a:ext cx="647700" cy="441722"/>
            <a:chOff x="2967" y="478"/>
            <a:chExt cx="788" cy="625"/>
          </a:xfrm>
        </p:grpSpPr>
        <p:pic>
          <p:nvPicPr>
            <p:cNvPr id="384" name="Picture 247" descr="access_point_stylized_small">
              <a:extLst>
                <a:ext uri="{FF2B5EF4-FFF2-40B4-BE49-F238E27FC236}">
                  <a16:creationId xmlns:a16="http://schemas.microsoft.com/office/drawing/2014/main" id="{38317097-25CA-3444-BCBF-133874013A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5" name="Picture 248" descr="antenna_radiation_stylized">
              <a:extLst>
                <a:ext uri="{FF2B5EF4-FFF2-40B4-BE49-F238E27FC236}">
                  <a16:creationId xmlns:a16="http://schemas.microsoft.com/office/drawing/2014/main" id="{9B8610E4-100E-B349-B08F-C4E646F538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86" name="Group 390">
            <a:extLst>
              <a:ext uri="{FF2B5EF4-FFF2-40B4-BE49-F238E27FC236}">
                <a16:creationId xmlns:a16="http://schemas.microsoft.com/office/drawing/2014/main" id="{FAAA55DA-ADE3-E443-841D-CDBF9B4C27F7}"/>
              </a:ext>
            </a:extLst>
          </p:cNvPr>
          <p:cNvGrpSpPr>
            <a:grpSpLocks/>
          </p:cNvGrpSpPr>
          <p:nvPr/>
        </p:nvGrpSpPr>
        <p:grpSpPr bwMode="auto">
          <a:xfrm>
            <a:off x="1454848" y="3638977"/>
            <a:ext cx="567929" cy="511969"/>
            <a:chOff x="877" y="1008"/>
            <a:chExt cx="2747" cy="2591"/>
          </a:xfrm>
        </p:grpSpPr>
        <p:pic>
          <p:nvPicPr>
            <p:cNvPr id="387" name="Picture 391" descr="antenna_stylized">
              <a:extLst>
                <a:ext uri="{FF2B5EF4-FFF2-40B4-BE49-F238E27FC236}">
                  <a16:creationId xmlns:a16="http://schemas.microsoft.com/office/drawing/2014/main" id="{1DEF40AC-79A6-904A-A606-A1BAF512D0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8" name="Picture 392" descr="laptop_keyboard">
              <a:extLst>
                <a:ext uri="{FF2B5EF4-FFF2-40B4-BE49-F238E27FC236}">
                  <a16:creationId xmlns:a16="http://schemas.microsoft.com/office/drawing/2014/main" id="{54169649-35A6-144B-A18B-136B61B721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" name="Freeform 393">
              <a:extLst>
                <a:ext uri="{FF2B5EF4-FFF2-40B4-BE49-F238E27FC236}">
                  <a16:creationId xmlns:a16="http://schemas.microsoft.com/office/drawing/2014/main" id="{1334E773-93FF-1842-83E0-85D952851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050"/>
            </a:p>
          </p:txBody>
        </p:sp>
        <p:pic>
          <p:nvPicPr>
            <p:cNvPr id="390" name="Picture 394" descr="screen">
              <a:extLst>
                <a:ext uri="{FF2B5EF4-FFF2-40B4-BE49-F238E27FC236}">
                  <a16:creationId xmlns:a16="http://schemas.microsoft.com/office/drawing/2014/main" id="{2EE963A1-67D0-6C4D-B557-6D983D0649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1" name="Freeform 395">
              <a:extLst>
                <a:ext uri="{FF2B5EF4-FFF2-40B4-BE49-F238E27FC236}">
                  <a16:creationId xmlns:a16="http://schemas.microsoft.com/office/drawing/2014/main" id="{4490769E-9EE9-744B-8B95-4D0EA5E2C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92" name="Freeform 396">
              <a:extLst>
                <a:ext uri="{FF2B5EF4-FFF2-40B4-BE49-F238E27FC236}">
                  <a16:creationId xmlns:a16="http://schemas.microsoft.com/office/drawing/2014/main" id="{86B549E5-F6AB-0243-8BA4-02E6A5C61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93" name="Freeform 397">
              <a:extLst>
                <a:ext uri="{FF2B5EF4-FFF2-40B4-BE49-F238E27FC236}">
                  <a16:creationId xmlns:a16="http://schemas.microsoft.com/office/drawing/2014/main" id="{2158DB92-5A91-F54B-89BD-22C15347A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94" name="Freeform 398">
              <a:extLst>
                <a:ext uri="{FF2B5EF4-FFF2-40B4-BE49-F238E27FC236}">
                  <a16:creationId xmlns:a16="http://schemas.microsoft.com/office/drawing/2014/main" id="{064AA7AE-552D-FC4B-AB18-43DD23E76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11" name="Freeform 399">
              <a:extLst>
                <a:ext uri="{FF2B5EF4-FFF2-40B4-BE49-F238E27FC236}">
                  <a16:creationId xmlns:a16="http://schemas.microsoft.com/office/drawing/2014/main" id="{B109158B-A820-0C43-A7F4-AD2D27EBF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12" name="Freeform 400">
              <a:extLst>
                <a:ext uri="{FF2B5EF4-FFF2-40B4-BE49-F238E27FC236}">
                  <a16:creationId xmlns:a16="http://schemas.microsoft.com/office/drawing/2014/main" id="{2B4B0633-4E89-864D-99B5-B369ABA21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413" name="Group 401">
              <a:extLst>
                <a:ext uri="{FF2B5EF4-FFF2-40B4-BE49-F238E27FC236}">
                  <a16:creationId xmlns:a16="http://schemas.microsoft.com/office/drawing/2014/main" id="{D30B7833-DC10-DB4C-891B-956E992BBA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28" name="Freeform 402">
                <a:extLst>
                  <a:ext uri="{FF2B5EF4-FFF2-40B4-BE49-F238E27FC236}">
                    <a16:creationId xmlns:a16="http://schemas.microsoft.com/office/drawing/2014/main" id="{2A2DF47F-482A-4C4B-8F26-E682B9C84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29" name="Freeform 403">
                <a:extLst>
                  <a:ext uri="{FF2B5EF4-FFF2-40B4-BE49-F238E27FC236}">
                    <a16:creationId xmlns:a16="http://schemas.microsoft.com/office/drawing/2014/main" id="{D89B427F-55D6-7F48-A040-E93E341821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30" name="Freeform 404">
                <a:extLst>
                  <a:ext uri="{FF2B5EF4-FFF2-40B4-BE49-F238E27FC236}">
                    <a16:creationId xmlns:a16="http://schemas.microsoft.com/office/drawing/2014/main" id="{B8497482-C311-8A49-8EA0-97A9755C84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31" name="Freeform 405">
                <a:extLst>
                  <a:ext uri="{FF2B5EF4-FFF2-40B4-BE49-F238E27FC236}">
                    <a16:creationId xmlns:a16="http://schemas.microsoft.com/office/drawing/2014/main" id="{79ECED84-E4CB-694E-A50E-9D06939B3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32" name="Freeform 406">
                <a:extLst>
                  <a:ext uri="{FF2B5EF4-FFF2-40B4-BE49-F238E27FC236}">
                    <a16:creationId xmlns:a16="http://schemas.microsoft.com/office/drawing/2014/main" id="{80C19383-6CF7-544E-AD91-DC62824CF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33" name="Freeform 407">
                <a:extLst>
                  <a:ext uri="{FF2B5EF4-FFF2-40B4-BE49-F238E27FC236}">
                    <a16:creationId xmlns:a16="http://schemas.microsoft.com/office/drawing/2014/main" id="{694FEF7D-90AA-B64C-B271-895E860B0F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</p:grpSp>
        <p:sp>
          <p:nvSpPr>
            <p:cNvPr id="414" name="Freeform 408">
              <a:extLst>
                <a:ext uri="{FF2B5EF4-FFF2-40B4-BE49-F238E27FC236}">
                  <a16:creationId xmlns:a16="http://schemas.microsoft.com/office/drawing/2014/main" id="{FCA32457-04CE-CC41-86F1-43D4958F9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15" name="Freeform 409">
              <a:extLst>
                <a:ext uri="{FF2B5EF4-FFF2-40B4-BE49-F238E27FC236}">
                  <a16:creationId xmlns:a16="http://schemas.microsoft.com/office/drawing/2014/main" id="{A9D5B70C-2017-CC4E-8B0F-6BF50D56D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16" name="Freeform 410">
              <a:extLst>
                <a:ext uri="{FF2B5EF4-FFF2-40B4-BE49-F238E27FC236}">
                  <a16:creationId xmlns:a16="http://schemas.microsoft.com/office/drawing/2014/main" id="{8E9EA5E7-2B72-5945-B81D-B56209A4B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17" name="Freeform 411">
              <a:extLst>
                <a:ext uri="{FF2B5EF4-FFF2-40B4-BE49-F238E27FC236}">
                  <a16:creationId xmlns:a16="http://schemas.microsoft.com/office/drawing/2014/main" id="{3086408F-FB97-0342-9DF4-2F6CEF480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18" name="Freeform 412">
              <a:extLst>
                <a:ext uri="{FF2B5EF4-FFF2-40B4-BE49-F238E27FC236}">
                  <a16:creationId xmlns:a16="http://schemas.microsoft.com/office/drawing/2014/main" id="{A65312A3-A823-6847-AFEB-6B5C6CF2DA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27" name="Freeform 413">
              <a:extLst>
                <a:ext uri="{FF2B5EF4-FFF2-40B4-BE49-F238E27FC236}">
                  <a16:creationId xmlns:a16="http://schemas.microsoft.com/office/drawing/2014/main" id="{01CB1475-1200-8E4F-A96B-22BBF439F5B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494" name="Text Box 446">
            <a:extLst>
              <a:ext uri="{FF2B5EF4-FFF2-40B4-BE49-F238E27FC236}">
                <a16:creationId xmlns:a16="http://schemas.microsoft.com/office/drawing/2014/main" id="{77B0C617-629A-E847-826F-89D4A80DB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824" y="4527913"/>
            <a:ext cx="96372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50" i="1" dirty="0">
                <a:latin typeface="+mn-lt"/>
              </a:rPr>
              <a:t>to Internet</a:t>
            </a:r>
          </a:p>
        </p:txBody>
      </p:sp>
      <p:grpSp>
        <p:nvGrpSpPr>
          <p:cNvPr id="496" name="Group 114">
            <a:extLst>
              <a:ext uri="{FF2B5EF4-FFF2-40B4-BE49-F238E27FC236}">
                <a16:creationId xmlns:a16="http://schemas.microsoft.com/office/drawing/2014/main" id="{B6E0C4FE-F286-644F-BAC2-A1DC8618FFCA}"/>
              </a:ext>
            </a:extLst>
          </p:cNvPr>
          <p:cNvGrpSpPr>
            <a:grpSpLocks/>
          </p:cNvGrpSpPr>
          <p:nvPr/>
        </p:nvGrpSpPr>
        <p:grpSpPr bwMode="auto">
          <a:xfrm>
            <a:off x="2121598" y="3684221"/>
            <a:ext cx="477441" cy="659606"/>
            <a:chOff x="5806938" y="3011924"/>
            <a:chExt cx="347997" cy="396620"/>
          </a:xfrm>
        </p:grpSpPr>
        <p:pic>
          <p:nvPicPr>
            <p:cNvPr id="497" name="Picture 117" descr="fridge2.png">
              <a:extLst>
                <a:ext uri="{FF2B5EF4-FFF2-40B4-BE49-F238E27FC236}">
                  <a16:creationId xmlns:a16="http://schemas.microsoft.com/office/drawing/2014/main" id="{092DD1DD-274C-5543-92C3-6F5EA0CEC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6702" y="3071517"/>
              <a:ext cx="189578" cy="337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115" descr="antenna_stylized">
              <a:extLst>
                <a:ext uri="{FF2B5EF4-FFF2-40B4-BE49-F238E27FC236}">
                  <a16:creationId xmlns:a16="http://schemas.microsoft.com/office/drawing/2014/main" id="{77E3B796-99C6-C544-AF7A-E6CF22C59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6938" y="3011924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A8AFD06E-51F7-BC46-9B65-24254676E3FB}"/>
              </a:ext>
            </a:extLst>
          </p:cNvPr>
          <p:cNvGrpSpPr/>
          <p:nvPr/>
        </p:nvGrpSpPr>
        <p:grpSpPr>
          <a:xfrm>
            <a:off x="2092499" y="4412742"/>
            <a:ext cx="514551" cy="272062"/>
            <a:chOff x="7493876" y="2774731"/>
            <a:chExt cx="1481958" cy="894622"/>
          </a:xfrm>
        </p:grpSpPr>
        <p:sp>
          <p:nvSpPr>
            <p:cNvPr id="521" name="Freeform 520">
              <a:extLst>
                <a:ext uri="{FF2B5EF4-FFF2-40B4-BE49-F238E27FC236}">
                  <a16:creationId xmlns:a16="http://schemas.microsoft.com/office/drawing/2014/main" id="{9B3AF3CF-631D-C049-AEC8-6B1A6454821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22" name="Oval 521">
              <a:extLst>
                <a:ext uri="{FF2B5EF4-FFF2-40B4-BE49-F238E27FC236}">
                  <a16:creationId xmlns:a16="http://schemas.microsoft.com/office/drawing/2014/main" id="{52CF3104-11F0-AB47-A540-B9EEE075A8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D6B1DC5D-1FB3-ED43-B200-16DCD1485E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6E2041D5-1650-8247-B5F1-4231E7A5524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C9729AF-3D56-0B4F-99AF-A7E83686740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58CA7E-67F5-574F-92F8-05C1E26C15B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6460EEC5-0ECA-EF4B-8CD6-D1A9A438051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A10AE25-0B57-C546-B85A-8CA4E50124F9}"/>
              </a:ext>
            </a:extLst>
          </p:cNvPr>
          <p:cNvGrpSpPr/>
          <p:nvPr/>
        </p:nvGrpSpPr>
        <p:grpSpPr>
          <a:xfrm>
            <a:off x="4966745" y="1483373"/>
            <a:ext cx="4273507" cy="3173648"/>
            <a:chOff x="6622326" y="1977830"/>
            <a:chExt cx="5698009" cy="4231530"/>
          </a:xfrm>
        </p:grpSpPr>
        <p:sp>
          <p:nvSpPr>
            <p:cNvPr id="435" name="Freeform 84">
              <a:extLst>
                <a:ext uri="{FF2B5EF4-FFF2-40B4-BE49-F238E27FC236}">
                  <a16:creationId xmlns:a16="http://schemas.microsoft.com/office/drawing/2014/main" id="{9CDCB2CD-4EE3-8A41-9279-3F5B5ED7E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4928" y="4765952"/>
              <a:ext cx="2365994" cy="1410011"/>
            </a:xfrm>
            <a:custGeom>
              <a:avLst/>
              <a:gdLst>
                <a:gd name="T0" fmla="*/ 1388 w 1036"/>
                <a:gd name="T1" fmla="*/ 11 h 675"/>
                <a:gd name="T2" fmla="*/ 837 w 1036"/>
                <a:gd name="T3" fmla="*/ 53 h 675"/>
                <a:gd name="T4" fmla="*/ 442 w 1036"/>
                <a:gd name="T5" fmla="*/ 129 h 675"/>
                <a:gd name="T6" fmla="*/ 329 w 1036"/>
                <a:gd name="T7" fmla="*/ 229 h 675"/>
                <a:gd name="T8" fmla="*/ 45 w 1036"/>
                <a:gd name="T9" fmla="*/ 297 h 675"/>
                <a:gd name="T10" fmla="*/ 37 w 1036"/>
                <a:gd name="T11" fmla="*/ 459 h 675"/>
                <a:gd name="T12" fmla="*/ 282 w 1036"/>
                <a:gd name="T13" fmla="*/ 489 h 675"/>
                <a:gd name="T14" fmla="*/ 984 w 1036"/>
                <a:gd name="T15" fmla="*/ 489 h 675"/>
                <a:gd name="T16" fmla="*/ 1281 w 1036"/>
                <a:gd name="T17" fmla="*/ 555 h 675"/>
                <a:gd name="T18" fmla="*/ 1612 w 1036"/>
                <a:gd name="T19" fmla="*/ 657 h 675"/>
                <a:gd name="T20" fmla="*/ 1865 w 1036"/>
                <a:gd name="T21" fmla="*/ 661 h 675"/>
                <a:gd name="T22" fmla="*/ 2039 w 1036"/>
                <a:gd name="T23" fmla="*/ 603 h 675"/>
                <a:gd name="T24" fmla="*/ 2128 w 1036"/>
                <a:gd name="T25" fmla="*/ 445 h 675"/>
                <a:gd name="T26" fmla="*/ 2183 w 1036"/>
                <a:gd name="T27" fmla="*/ 291 h 675"/>
                <a:gd name="T28" fmla="*/ 2189 w 1036"/>
                <a:gd name="T29" fmla="*/ 107 h 675"/>
                <a:gd name="T30" fmla="*/ 2001 w 1036"/>
                <a:gd name="T31" fmla="*/ 17 h 675"/>
                <a:gd name="T32" fmla="*/ 1662 w 1036"/>
                <a:gd name="T33" fmla="*/ 3 h 675"/>
                <a:gd name="T34" fmla="*/ 1388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36" name="Line 93">
              <a:extLst>
                <a:ext uri="{FF2B5EF4-FFF2-40B4-BE49-F238E27FC236}">
                  <a16:creationId xmlns:a16="http://schemas.microsoft.com/office/drawing/2014/main" id="{6FDAE611-2E57-5A47-872E-E5E3B5F0E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60702" y="5771600"/>
              <a:ext cx="203294" cy="325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pic>
          <p:nvPicPr>
            <p:cNvPr id="437" name="Picture 133" descr="car_icon_small">
              <a:extLst>
                <a:ext uri="{FF2B5EF4-FFF2-40B4-BE49-F238E27FC236}">
                  <a16:creationId xmlns:a16="http://schemas.microsoft.com/office/drawing/2014/main" id="{637721B2-956D-D641-840D-1562F36440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7747" y="4780575"/>
              <a:ext cx="1157044" cy="221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38" name="Group 134">
              <a:extLst>
                <a:ext uri="{FF2B5EF4-FFF2-40B4-BE49-F238E27FC236}">
                  <a16:creationId xmlns:a16="http://schemas.microsoft.com/office/drawing/2014/main" id="{0F7E2BCC-C8D7-BB4F-9192-511E992860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35067" y="4550795"/>
              <a:ext cx="566627" cy="507604"/>
              <a:chOff x="2751" y="1851"/>
              <a:chExt cx="462" cy="478"/>
            </a:xfrm>
          </p:grpSpPr>
          <p:pic>
            <p:nvPicPr>
              <p:cNvPr id="492" name="Picture 135" descr="iphone_stylized_small">
                <a:extLst>
                  <a:ext uri="{FF2B5EF4-FFF2-40B4-BE49-F238E27FC236}">
                    <a16:creationId xmlns:a16="http://schemas.microsoft.com/office/drawing/2014/main" id="{D235C6D0-2907-324E-B167-1D284A7162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3" name="Picture 136" descr="antenna_radiation_stylized">
                <a:extLst>
                  <a:ext uri="{FF2B5EF4-FFF2-40B4-BE49-F238E27FC236}">
                    <a16:creationId xmlns:a16="http://schemas.microsoft.com/office/drawing/2014/main" id="{28B99AF5-1D2E-3E41-B4BF-B68E85E0F0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39" name="Group 252">
              <a:extLst>
                <a:ext uri="{FF2B5EF4-FFF2-40B4-BE49-F238E27FC236}">
                  <a16:creationId xmlns:a16="http://schemas.microsoft.com/office/drawing/2014/main" id="{50E2A8EC-FB31-5641-8D7F-E159AC6644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44949" y="4943509"/>
              <a:ext cx="622858" cy="831384"/>
              <a:chOff x="742" y="2409"/>
              <a:chExt cx="576" cy="881"/>
            </a:xfrm>
          </p:grpSpPr>
          <p:grpSp>
            <p:nvGrpSpPr>
              <p:cNvPr id="474" name="Group 253">
                <a:extLst>
                  <a:ext uri="{FF2B5EF4-FFF2-40B4-BE49-F238E27FC236}">
                    <a16:creationId xmlns:a16="http://schemas.microsoft.com/office/drawing/2014/main" id="{C32350E9-2A70-3C4B-AF84-F993852C3F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477" name="Line 270">
                  <a:extLst>
                    <a:ext uri="{FF2B5EF4-FFF2-40B4-BE49-F238E27FC236}">
                      <a16:creationId xmlns:a16="http://schemas.microsoft.com/office/drawing/2014/main" id="{8583BEF8-BEDA-F244-88A4-7F9104FF63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78" name="Line 271">
                  <a:extLst>
                    <a:ext uri="{FF2B5EF4-FFF2-40B4-BE49-F238E27FC236}">
                      <a16:creationId xmlns:a16="http://schemas.microsoft.com/office/drawing/2014/main" id="{851DA692-9982-CD45-B908-27C6FE3171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79" name="Line 272">
                  <a:extLst>
                    <a:ext uri="{FF2B5EF4-FFF2-40B4-BE49-F238E27FC236}">
                      <a16:creationId xmlns:a16="http://schemas.microsoft.com/office/drawing/2014/main" id="{0EDF8D44-8A7A-9A44-890A-50EFE9EAB9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80" name="Line 273">
                  <a:extLst>
                    <a:ext uri="{FF2B5EF4-FFF2-40B4-BE49-F238E27FC236}">
                      <a16:creationId xmlns:a16="http://schemas.microsoft.com/office/drawing/2014/main" id="{7DA30A0E-02A3-004E-95E6-34261D127C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81" name="Line 274">
                  <a:extLst>
                    <a:ext uri="{FF2B5EF4-FFF2-40B4-BE49-F238E27FC236}">
                      <a16:creationId xmlns:a16="http://schemas.microsoft.com/office/drawing/2014/main" id="{F656242D-4E39-AF46-854A-36BE29E104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82" name="Line 275">
                  <a:extLst>
                    <a:ext uri="{FF2B5EF4-FFF2-40B4-BE49-F238E27FC236}">
                      <a16:creationId xmlns:a16="http://schemas.microsoft.com/office/drawing/2014/main" id="{10AB3D00-F920-FF4C-8064-0CC634E57B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83" name="Line 276">
                  <a:extLst>
                    <a:ext uri="{FF2B5EF4-FFF2-40B4-BE49-F238E27FC236}">
                      <a16:creationId xmlns:a16="http://schemas.microsoft.com/office/drawing/2014/main" id="{183C87D5-A0A3-D349-9E9E-90CFF4AA1E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84" name="Line 277">
                  <a:extLst>
                    <a:ext uri="{FF2B5EF4-FFF2-40B4-BE49-F238E27FC236}">
                      <a16:creationId xmlns:a16="http://schemas.microsoft.com/office/drawing/2014/main" id="{DE4F5680-31BA-7D4A-9D85-201D7A1790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85" name="Line 278">
                  <a:extLst>
                    <a:ext uri="{FF2B5EF4-FFF2-40B4-BE49-F238E27FC236}">
                      <a16:creationId xmlns:a16="http://schemas.microsoft.com/office/drawing/2014/main" id="{CA71A0A2-238B-6D4B-AC81-BCE2F78CD6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86" name="Line 279">
                  <a:extLst>
                    <a:ext uri="{FF2B5EF4-FFF2-40B4-BE49-F238E27FC236}">
                      <a16:creationId xmlns:a16="http://schemas.microsoft.com/office/drawing/2014/main" id="{6FCF58F0-3A90-0543-85ED-923CE620E0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87" name="Line 280">
                  <a:extLst>
                    <a:ext uri="{FF2B5EF4-FFF2-40B4-BE49-F238E27FC236}">
                      <a16:creationId xmlns:a16="http://schemas.microsoft.com/office/drawing/2014/main" id="{FB6B6298-E1B6-CD4D-909E-E331723D8B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88" name="Line 281">
                  <a:extLst>
                    <a:ext uri="{FF2B5EF4-FFF2-40B4-BE49-F238E27FC236}">
                      <a16:creationId xmlns:a16="http://schemas.microsoft.com/office/drawing/2014/main" id="{67EB7EA1-CA9C-3F43-BF34-9263C9C642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89" name="Line 282">
                  <a:extLst>
                    <a:ext uri="{FF2B5EF4-FFF2-40B4-BE49-F238E27FC236}">
                      <a16:creationId xmlns:a16="http://schemas.microsoft.com/office/drawing/2014/main" id="{EDF8C0D4-1D23-FC49-888E-6E37A46409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90" name="Line 283">
                  <a:extLst>
                    <a:ext uri="{FF2B5EF4-FFF2-40B4-BE49-F238E27FC236}">
                      <a16:creationId xmlns:a16="http://schemas.microsoft.com/office/drawing/2014/main" id="{67F7C046-7A3F-F342-BB54-DCA37FD3E8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491" name="Line 284">
                  <a:extLst>
                    <a:ext uri="{FF2B5EF4-FFF2-40B4-BE49-F238E27FC236}">
                      <a16:creationId xmlns:a16="http://schemas.microsoft.com/office/drawing/2014/main" id="{B5CE6A48-9C71-BA49-B354-FB1B882DA4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</p:grpSp>
          <p:pic>
            <p:nvPicPr>
              <p:cNvPr id="475" name="Picture 269" descr="cell_tower_radiation copy">
                <a:extLst>
                  <a:ext uri="{FF2B5EF4-FFF2-40B4-BE49-F238E27FC236}">
                    <a16:creationId xmlns:a16="http://schemas.microsoft.com/office/drawing/2014/main" id="{07541E4F-69A0-9B40-B347-340BAEF770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6" name="Oval 270">
                <a:extLst>
                  <a:ext uri="{FF2B5EF4-FFF2-40B4-BE49-F238E27FC236}">
                    <a16:creationId xmlns:a16="http://schemas.microsoft.com/office/drawing/2014/main" id="{E70C0C6B-13F2-DD4E-A1F5-A46EEABDE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5" cy="67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grpSp>
          <p:nvGrpSpPr>
            <p:cNvPr id="440" name="Group 342">
              <a:extLst>
                <a:ext uri="{FF2B5EF4-FFF2-40B4-BE49-F238E27FC236}">
                  <a16:creationId xmlns:a16="http://schemas.microsoft.com/office/drawing/2014/main" id="{E3D3FCB3-71E6-DE44-8A87-D991FFC36E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1178" y="5204622"/>
              <a:ext cx="728830" cy="536849"/>
              <a:chOff x="877" y="1008"/>
              <a:chExt cx="2747" cy="2591"/>
            </a:xfrm>
          </p:grpSpPr>
          <p:pic>
            <p:nvPicPr>
              <p:cNvPr id="451" name="Picture 343" descr="antenna_stylized">
                <a:extLst>
                  <a:ext uri="{FF2B5EF4-FFF2-40B4-BE49-F238E27FC236}">
                    <a16:creationId xmlns:a16="http://schemas.microsoft.com/office/drawing/2014/main" id="{A6B9A133-8E91-AE41-9A82-C38BA1D1E0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52" name="Picture 344" descr="laptop_keyboard">
                <a:extLst>
                  <a:ext uri="{FF2B5EF4-FFF2-40B4-BE49-F238E27FC236}">
                    <a16:creationId xmlns:a16="http://schemas.microsoft.com/office/drawing/2014/main" id="{4935A9F8-287E-E64E-9A9A-DDFACF42A8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3" name="Freeform 345">
                <a:extLst>
                  <a:ext uri="{FF2B5EF4-FFF2-40B4-BE49-F238E27FC236}">
                    <a16:creationId xmlns:a16="http://schemas.microsoft.com/office/drawing/2014/main" id="{0F1D7158-01AF-CC4D-B0F9-AD2B12BE71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050"/>
              </a:p>
            </p:txBody>
          </p:sp>
          <p:pic>
            <p:nvPicPr>
              <p:cNvPr id="454" name="Picture 346" descr="screen">
                <a:extLst>
                  <a:ext uri="{FF2B5EF4-FFF2-40B4-BE49-F238E27FC236}">
                    <a16:creationId xmlns:a16="http://schemas.microsoft.com/office/drawing/2014/main" id="{4369ED44-99D4-8B4C-9091-3892F20AB4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5" name="Freeform 347">
                <a:extLst>
                  <a:ext uri="{FF2B5EF4-FFF2-40B4-BE49-F238E27FC236}">
                    <a16:creationId xmlns:a16="http://schemas.microsoft.com/office/drawing/2014/main" id="{67E4F183-1729-1D46-B293-5D7569535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56" name="Freeform 348">
                <a:extLst>
                  <a:ext uri="{FF2B5EF4-FFF2-40B4-BE49-F238E27FC236}">
                    <a16:creationId xmlns:a16="http://schemas.microsoft.com/office/drawing/2014/main" id="{DDF32966-5894-0D4B-9173-E3125F5B2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57" name="Freeform 349">
                <a:extLst>
                  <a:ext uri="{FF2B5EF4-FFF2-40B4-BE49-F238E27FC236}">
                    <a16:creationId xmlns:a16="http://schemas.microsoft.com/office/drawing/2014/main" id="{EDCA5A12-6CCA-B24C-8A6D-494F3C007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58" name="Freeform 350">
                <a:extLst>
                  <a:ext uri="{FF2B5EF4-FFF2-40B4-BE49-F238E27FC236}">
                    <a16:creationId xmlns:a16="http://schemas.microsoft.com/office/drawing/2014/main" id="{2FDB6017-5761-3845-880C-92229B5C0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59" name="Freeform 351">
                <a:extLst>
                  <a:ext uri="{FF2B5EF4-FFF2-40B4-BE49-F238E27FC236}">
                    <a16:creationId xmlns:a16="http://schemas.microsoft.com/office/drawing/2014/main" id="{D59CB996-4740-0C4D-A75E-DE4810638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60" name="Freeform 352">
                <a:extLst>
                  <a:ext uri="{FF2B5EF4-FFF2-40B4-BE49-F238E27FC236}">
                    <a16:creationId xmlns:a16="http://schemas.microsoft.com/office/drawing/2014/main" id="{5312999F-D54F-1A4D-9720-CF31963616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461" name="Group 353">
                <a:extLst>
                  <a:ext uri="{FF2B5EF4-FFF2-40B4-BE49-F238E27FC236}">
                    <a16:creationId xmlns:a16="http://schemas.microsoft.com/office/drawing/2014/main" id="{3582A132-591C-CA4B-9465-7F64474005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68" name="Freeform 354">
                  <a:extLst>
                    <a:ext uri="{FF2B5EF4-FFF2-40B4-BE49-F238E27FC236}">
                      <a16:creationId xmlns:a16="http://schemas.microsoft.com/office/drawing/2014/main" id="{A7F9DE10-10D5-FF46-8F98-AFC1696E3C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469" name="Freeform 355">
                  <a:extLst>
                    <a:ext uri="{FF2B5EF4-FFF2-40B4-BE49-F238E27FC236}">
                      <a16:creationId xmlns:a16="http://schemas.microsoft.com/office/drawing/2014/main" id="{61166FBA-E660-3D40-AC29-29461BA3F6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470" name="Freeform 356">
                  <a:extLst>
                    <a:ext uri="{FF2B5EF4-FFF2-40B4-BE49-F238E27FC236}">
                      <a16:creationId xmlns:a16="http://schemas.microsoft.com/office/drawing/2014/main" id="{0301AC7E-4E70-6D44-8036-F42387066F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471" name="Freeform 357">
                  <a:extLst>
                    <a:ext uri="{FF2B5EF4-FFF2-40B4-BE49-F238E27FC236}">
                      <a16:creationId xmlns:a16="http://schemas.microsoft.com/office/drawing/2014/main" id="{4EDBF937-AECE-F044-BBD1-C494928413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472" name="Freeform 358">
                  <a:extLst>
                    <a:ext uri="{FF2B5EF4-FFF2-40B4-BE49-F238E27FC236}">
                      <a16:creationId xmlns:a16="http://schemas.microsoft.com/office/drawing/2014/main" id="{A336DEE2-1DAE-0D4B-B46D-00609E2C67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473" name="Freeform 359">
                  <a:extLst>
                    <a:ext uri="{FF2B5EF4-FFF2-40B4-BE49-F238E27FC236}">
                      <a16:creationId xmlns:a16="http://schemas.microsoft.com/office/drawing/2014/main" id="{02CB1998-32DE-7B48-9CBD-361C1D3A2E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sp>
            <p:nvSpPr>
              <p:cNvPr id="462" name="Freeform 360">
                <a:extLst>
                  <a:ext uri="{FF2B5EF4-FFF2-40B4-BE49-F238E27FC236}">
                    <a16:creationId xmlns:a16="http://schemas.microsoft.com/office/drawing/2014/main" id="{26757C20-D719-6A4A-8984-52BB641C5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63" name="Freeform 361">
                <a:extLst>
                  <a:ext uri="{FF2B5EF4-FFF2-40B4-BE49-F238E27FC236}">
                    <a16:creationId xmlns:a16="http://schemas.microsoft.com/office/drawing/2014/main" id="{BD62CA5C-D26B-A846-B7B4-2307AEBE3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64" name="Freeform 362">
                <a:extLst>
                  <a:ext uri="{FF2B5EF4-FFF2-40B4-BE49-F238E27FC236}">
                    <a16:creationId xmlns:a16="http://schemas.microsoft.com/office/drawing/2014/main" id="{9126BD70-551D-4A4A-B361-FF7350AA2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65" name="Freeform 363">
                <a:extLst>
                  <a:ext uri="{FF2B5EF4-FFF2-40B4-BE49-F238E27FC236}">
                    <a16:creationId xmlns:a16="http://schemas.microsoft.com/office/drawing/2014/main" id="{93E901F0-D4A8-514B-9F20-C9620A958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66" name="Freeform 364">
                <a:extLst>
                  <a:ext uri="{FF2B5EF4-FFF2-40B4-BE49-F238E27FC236}">
                    <a16:creationId xmlns:a16="http://schemas.microsoft.com/office/drawing/2014/main" id="{A9CEC9B5-2324-8B4E-BF53-89EA24EEE5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67" name="Freeform 365">
                <a:extLst>
                  <a:ext uri="{FF2B5EF4-FFF2-40B4-BE49-F238E27FC236}">
                    <a16:creationId xmlns:a16="http://schemas.microsoft.com/office/drawing/2014/main" id="{272F2166-F980-0844-AB5C-698B428C521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</p:grpSp>
        <p:sp>
          <p:nvSpPr>
            <p:cNvPr id="442" name="Line 444">
              <a:extLst>
                <a:ext uri="{FF2B5EF4-FFF2-40B4-BE49-F238E27FC236}">
                  <a16:creationId xmlns:a16="http://schemas.microsoft.com/office/drawing/2014/main" id="{481CD60C-7E80-3046-BA38-7757FA0D7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33050" y="5885917"/>
              <a:ext cx="6293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95" name="Text Box 447">
              <a:extLst>
                <a:ext uri="{FF2B5EF4-FFF2-40B4-BE49-F238E27FC236}">
                  <a16:creationId xmlns:a16="http://schemas.microsoft.com/office/drawing/2014/main" id="{8B59250E-199D-2D4A-939F-41CE680CA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77842" y="5809251"/>
              <a:ext cx="128496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350" i="1" dirty="0">
                  <a:latin typeface="+mn-lt"/>
                </a:rPr>
                <a:t>to Internet</a:t>
              </a:r>
            </a:p>
          </p:txBody>
        </p:sp>
        <p:sp>
          <p:nvSpPr>
            <p:cNvPr id="519" name="Rectangle 3">
              <a:extLst>
                <a:ext uri="{FF2B5EF4-FFF2-40B4-BE49-F238E27FC236}">
                  <a16:creationId xmlns:a16="http://schemas.microsoft.com/office/drawing/2014/main" id="{5ACB1E0A-FDEE-D248-9701-84D389859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2326" y="1977830"/>
              <a:ext cx="5698009" cy="262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682625" indent="-2254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</a:pPr>
              <a:endParaRPr lang="en-US" altLang="en-US" sz="1800" dirty="0">
                <a:latin typeface="Gill Sans MT" panose="020B0502020104020203" pitchFamily="34" charset="77"/>
              </a:endParaRPr>
            </a:p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None/>
              </a:pPr>
              <a:r>
                <a:rPr lang="en-US" altLang="en-US" sz="2100" dirty="0">
                  <a:solidFill>
                    <a:srgbClr val="CC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Wide-area cellular access networks</a:t>
              </a:r>
            </a:p>
            <a:p>
              <a:pPr marL="342900" lvl="1" indent="-186929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</a:pPr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provided by mobile, cellular network operator (10’</a:t>
              </a:r>
              <a:r>
                <a:rPr lang="en-US" altLang="ja-JP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s km)</a:t>
              </a:r>
            </a:p>
            <a:p>
              <a:pPr marL="342900" lvl="1" indent="-186929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</a:pPr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10’s Mbps </a:t>
              </a:r>
            </a:p>
            <a:p>
              <a:pPr marL="342900" lvl="1" indent="-186929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</a:pPr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4G cellular networks (5G coming)</a:t>
              </a:r>
            </a:p>
          </p:txBody>
        </p:sp>
        <p:grpSp>
          <p:nvGrpSpPr>
            <p:cNvPr id="528" name="Group 527">
              <a:extLst>
                <a:ext uri="{FF2B5EF4-FFF2-40B4-BE49-F238E27FC236}">
                  <a16:creationId xmlns:a16="http://schemas.microsoft.com/office/drawing/2014/main" id="{28C4EE31-C504-7445-8D95-6A3C3DC5C5B1}"/>
                </a:ext>
              </a:extLst>
            </p:cNvPr>
            <p:cNvGrpSpPr/>
            <p:nvPr/>
          </p:nvGrpSpPr>
          <p:grpSpPr>
            <a:xfrm>
              <a:off x="8517156" y="5755545"/>
              <a:ext cx="499292" cy="246225"/>
              <a:chOff x="7493876" y="2774731"/>
              <a:chExt cx="1481958" cy="894622"/>
            </a:xfrm>
          </p:grpSpPr>
          <p:sp>
            <p:nvSpPr>
              <p:cNvPr id="529" name="Freeform 528">
                <a:extLst>
                  <a:ext uri="{FF2B5EF4-FFF2-40B4-BE49-F238E27FC236}">
                    <a16:creationId xmlns:a16="http://schemas.microsoft.com/office/drawing/2014/main" id="{2F9AC5A6-86B3-264E-9C95-738A625F1E2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30" name="Oval 529">
                <a:extLst>
                  <a:ext uri="{FF2B5EF4-FFF2-40B4-BE49-F238E27FC236}">
                    <a16:creationId xmlns:a16="http://schemas.microsoft.com/office/drawing/2014/main" id="{E1D96795-4FCB-344B-8998-DD0683321AD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31" name="Group 530">
                <a:extLst>
                  <a:ext uri="{FF2B5EF4-FFF2-40B4-BE49-F238E27FC236}">
                    <a16:creationId xmlns:a16="http://schemas.microsoft.com/office/drawing/2014/main" id="{35B010DA-EA36-324B-918D-6AC6F9C74C5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2" name="Freeform 531">
                  <a:extLst>
                    <a:ext uri="{FF2B5EF4-FFF2-40B4-BE49-F238E27FC236}">
                      <a16:creationId xmlns:a16="http://schemas.microsoft.com/office/drawing/2014/main" id="{67E44A8D-A0DC-6B4F-B985-D75E7A9F239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3" name="Freeform 532">
                  <a:extLst>
                    <a:ext uri="{FF2B5EF4-FFF2-40B4-BE49-F238E27FC236}">
                      <a16:creationId xmlns:a16="http://schemas.microsoft.com/office/drawing/2014/main" id="{9E1FF050-72AC-1741-8117-A9A4CDF1D41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4" name="Freeform 533">
                  <a:extLst>
                    <a:ext uri="{FF2B5EF4-FFF2-40B4-BE49-F238E27FC236}">
                      <a16:creationId xmlns:a16="http://schemas.microsoft.com/office/drawing/2014/main" id="{23CC4FEB-E25B-6E4C-A347-C7C5CC68E14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5" name="Freeform 534">
                  <a:extLst>
                    <a:ext uri="{FF2B5EF4-FFF2-40B4-BE49-F238E27FC236}">
                      <a16:creationId xmlns:a16="http://schemas.microsoft.com/office/drawing/2014/main" id="{9969B14E-BFE8-A344-87C5-0FCB6040CA4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</p:grpSp>
      <p:sp>
        <p:nvSpPr>
          <p:cNvPr id="1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15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80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Access networks: enterprise networks</a:t>
            </a:r>
            <a:endParaRPr lang="en-US" dirty="0"/>
          </a:p>
        </p:txBody>
      </p:sp>
      <p:sp>
        <p:nvSpPr>
          <p:cNvPr id="145" name="Content Placeholder 52">
            <a:extLst>
              <a:ext uri="{FF2B5EF4-FFF2-40B4-BE49-F238E27FC236}">
                <a16:creationId xmlns:a16="http://schemas.microsoft.com/office/drawing/2014/main" id="{48955155-F4D7-1E4F-B411-D5E3FDA9D978}"/>
              </a:ext>
            </a:extLst>
          </p:cNvPr>
          <p:cNvSpPr txBox="1">
            <a:spLocks/>
          </p:cNvSpPr>
          <p:nvPr/>
        </p:nvSpPr>
        <p:spPr>
          <a:xfrm>
            <a:off x="762141" y="2980780"/>
            <a:ext cx="8491862" cy="18008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/>
              <a:t>companies, universities, etc.</a:t>
            </a:r>
          </a:p>
          <a:p>
            <a:pPr marL="215504" lvl="1" indent="-215504">
              <a:buSzPct val="100000"/>
              <a:buFont typeface="Wingdings" charset="2"/>
              <a:buChar char="§"/>
              <a:defRPr/>
            </a:pPr>
            <a:r>
              <a:rPr lang="en-US" sz="2100" dirty="0"/>
              <a:t>mix of wired, wireless link technologies, connecting a mix of switches and routers </a:t>
            </a:r>
            <a:r>
              <a:rPr lang="en-US" sz="1800" dirty="0"/>
              <a:t>(we’ll cover differences shortly)</a:t>
            </a:r>
            <a:endParaRPr lang="en-US" sz="2100" dirty="0"/>
          </a:p>
          <a:p>
            <a:pPr marL="551260" lvl="2" indent="-215504">
              <a:buClr>
                <a:srgbClr val="0000A8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/>
              <a:t>Ethernet: wired access at 100Mbps, 1Gbps, 10Gbps </a:t>
            </a:r>
          </a:p>
          <a:p>
            <a:pPr marL="551260" lvl="2" indent="-215504">
              <a:buClr>
                <a:srgbClr val="0000A8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 err="1"/>
              <a:t>WiFi</a:t>
            </a:r>
            <a:r>
              <a:rPr lang="en-US" sz="2100" dirty="0"/>
              <a:t>: wireless access points at </a:t>
            </a:r>
            <a:r>
              <a:rPr lang="en-US" altLang="en-US" sz="2100" dirty="0"/>
              <a:t>11, 54, 450 Mbps </a:t>
            </a:r>
            <a:endParaRPr lang="en-US" sz="2100" dirty="0"/>
          </a:p>
        </p:txBody>
      </p:sp>
      <p:sp>
        <p:nvSpPr>
          <p:cNvPr id="146" name="Line 2">
            <a:extLst>
              <a:ext uri="{FF2B5EF4-FFF2-40B4-BE49-F238E27FC236}">
                <a16:creationId xmlns:a16="http://schemas.microsoft.com/office/drawing/2014/main" id="{78EC8EF9-E918-4047-8CA6-5136F4F717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625" y="2006865"/>
            <a:ext cx="0" cy="2299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147" name="Line 3">
            <a:extLst>
              <a:ext uri="{FF2B5EF4-FFF2-40B4-BE49-F238E27FC236}">
                <a16:creationId xmlns:a16="http://schemas.microsoft.com/office/drawing/2014/main" id="{3430E7C9-5F72-3E41-BACC-F43489C6FE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8572" y="2010761"/>
            <a:ext cx="0" cy="2743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148" name="Line 4">
            <a:extLst>
              <a:ext uri="{FF2B5EF4-FFF2-40B4-BE49-F238E27FC236}">
                <a16:creationId xmlns:a16="http://schemas.microsoft.com/office/drawing/2014/main" id="{C70C76A9-2C86-B54E-BB1F-E5D1C0DC89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95200" y="1997511"/>
            <a:ext cx="384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155" name="Line 59">
            <a:extLst>
              <a:ext uri="{FF2B5EF4-FFF2-40B4-BE49-F238E27FC236}">
                <a16:creationId xmlns:a16="http://schemas.microsoft.com/office/drawing/2014/main" id="{37134444-A8BA-214B-A06A-AE9236E3F9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6139" y="1889170"/>
            <a:ext cx="58524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156" name="Line 61">
            <a:extLst>
              <a:ext uri="{FF2B5EF4-FFF2-40B4-BE49-F238E27FC236}">
                <a16:creationId xmlns:a16="http://schemas.microsoft.com/office/drawing/2014/main" id="{DB749FEF-C2E4-CD41-AD2C-5F18AEA1BA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22103" y="1585972"/>
            <a:ext cx="0" cy="263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grpSp>
        <p:nvGrpSpPr>
          <p:cNvPr id="199" name="Group 62">
            <a:extLst>
              <a:ext uri="{FF2B5EF4-FFF2-40B4-BE49-F238E27FC236}">
                <a16:creationId xmlns:a16="http://schemas.microsoft.com/office/drawing/2014/main" id="{7B79186C-6091-C54B-A71E-6C432BE2DE9C}"/>
              </a:ext>
            </a:extLst>
          </p:cNvPr>
          <p:cNvGrpSpPr>
            <a:grpSpLocks/>
          </p:cNvGrpSpPr>
          <p:nvPr/>
        </p:nvGrpSpPr>
        <p:grpSpPr bwMode="auto">
          <a:xfrm>
            <a:off x="3056766" y="1363836"/>
            <a:ext cx="481141" cy="307874"/>
            <a:chOff x="2967" y="478"/>
            <a:chExt cx="788" cy="625"/>
          </a:xfrm>
        </p:grpSpPr>
        <p:pic>
          <p:nvPicPr>
            <p:cNvPr id="200" name="Picture 63" descr="access_point_stylized_small">
              <a:extLst>
                <a:ext uri="{FF2B5EF4-FFF2-40B4-BE49-F238E27FC236}">
                  <a16:creationId xmlns:a16="http://schemas.microsoft.com/office/drawing/2014/main" id="{855B47FA-ECFF-7442-9320-1E8F8E5BE7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1" name="Picture 64" descr="antenna_radiation_stylized">
              <a:extLst>
                <a:ext uri="{FF2B5EF4-FFF2-40B4-BE49-F238E27FC236}">
                  <a16:creationId xmlns:a16="http://schemas.microsoft.com/office/drawing/2014/main" id="{6A2B1A1C-7A73-4841-A562-EB2D93E464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2" name="Group 65">
            <a:extLst>
              <a:ext uri="{FF2B5EF4-FFF2-40B4-BE49-F238E27FC236}">
                <a16:creationId xmlns:a16="http://schemas.microsoft.com/office/drawing/2014/main" id="{D053B7EE-BFEC-524C-AD4A-6CD534CEEE30}"/>
              </a:ext>
            </a:extLst>
          </p:cNvPr>
          <p:cNvGrpSpPr>
            <a:grpSpLocks/>
          </p:cNvGrpSpPr>
          <p:nvPr/>
        </p:nvGrpSpPr>
        <p:grpSpPr bwMode="auto">
          <a:xfrm>
            <a:off x="3418933" y="1047387"/>
            <a:ext cx="342922" cy="346846"/>
            <a:chOff x="877" y="1008"/>
            <a:chExt cx="2747" cy="2591"/>
          </a:xfrm>
        </p:grpSpPr>
        <p:pic>
          <p:nvPicPr>
            <p:cNvPr id="203" name="Picture 66" descr="antenna_stylized">
              <a:extLst>
                <a:ext uri="{FF2B5EF4-FFF2-40B4-BE49-F238E27FC236}">
                  <a16:creationId xmlns:a16="http://schemas.microsoft.com/office/drawing/2014/main" id="{33BEB7BB-6731-7F49-B6B7-31F8FEC63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" name="Picture 67" descr="laptop_keyboard">
              <a:extLst>
                <a:ext uri="{FF2B5EF4-FFF2-40B4-BE49-F238E27FC236}">
                  <a16:creationId xmlns:a16="http://schemas.microsoft.com/office/drawing/2014/main" id="{BF1602EA-545E-B640-8592-119A84BEE4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" name="Freeform 68">
              <a:extLst>
                <a:ext uri="{FF2B5EF4-FFF2-40B4-BE49-F238E27FC236}">
                  <a16:creationId xmlns:a16="http://schemas.microsoft.com/office/drawing/2014/main" id="{11ECA48A-06A7-8447-BA87-0E8B723ED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00"/>
            </a:p>
          </p:txBody>
        </p:sp>
        <p:pic>
          <p:nvPicPr>
            <p:cNvPr id="206" name="Picture 69" descr="screen">
              <a:extLst>
                <a:ext uri="{FF2B5EF4-FFF2-40B4-BE49-F238E27FC236}">
                  <a16:creationId xmlns:a16="http://schemas.microsoft.com/office/drawing/2014/main" id="{1C881AE4-B476-7A44-95A5-82A954B033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7" name="Freeform 70">
              <a:extLst>
                <a:ext uri="{FF2B5EF4-FFF2-40B4-BE49-F238E27FC236}">
                  <a16:creationId xmlns:a16="http://schemas.microsoft.com/office/drawing/2014/main" id="{1B337601-D9B4-7448-83DD-77341DD6A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08" name="Freeform 71">
              <a:extLst>
                <a:ext uri="{FF2B5EF4-FFF2-40B4-BE49-F238E27FC236}">
                  <a16:creationId xmlns:a16="http://schemas.microsoft.com/office/drawing/2014/main" id="{161F090B-9EE2-B94E-A8DF-4A5663361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09" name="Freeform 72">
              <a:extLst>
                <a:ext uri="{FF2B5EF4-FFF2-40B4-BE49-F238E27FC236}">
                  <a16:creationId xmlns:a16="http://schemas.microsoft.com/office/drawing/2014/main" id="{EA85E2AB-125F-2C49-83F9-C42D1D6EC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0" name="Freeform 73">
              <a:extLst>
                <a:ext uri="{FF2B5EF4-FFF2-40B4-BE49-F238E27FC236}">
                  <a16:creationId xmlns:a16="http://schemas.microsoft.com/office/drawing/2014/main" id="{30C6296D-F737-B44E-BE30-85489809A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1" name="Freeform 74">
              <a:extLst>
                <a:ext uri="{FF2B5EF4-FFF2-40B4-BE49-F238E27FC236}">
                  <a16:creationId xmlns:a16="http://schemas.microsoft.com/office/drawing/2014/main" id="{243088FD-E61E-7648-AE02-DDA323B2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2" name="Freeform 75">
              <a:extLst>
                <a:ext uri="{FF2B5EF4-FFF2-40B4-BE49-F238E27FC236}">
                  <a16:creationId xmlns:a16="http://schemas.microsoft.com/office/drawing/2014/main" id="{9198CF6D-764B-224A-9A95-622FA22F8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grpSp>
          <p:nvGrpSpPr>
            <p:cNvPr id="213" name="Group 76">
              <a:extLst>
                <a:ext uri="{FF2B5EF4-FFF2-40B4-BE49-F238E27FC236}">
                  <a16:creationId xmlns:a16="http://schemas.microsoft.com/office/drawing/2014/main" id="{9868D947-6DC7-3643-B7B5-D99B19673E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20" name="Freeform 77">
                <a:extLst>
                  <a:ext uri="{FF2B5EF4-FFF2-40B4-BE49-F238E27FC236}">
                    <a16:creationId xmlns:a16="http://schemas.microsoft.com/office/drawing/2014/main" id="{50788173-0E26-0B42-B2E8-0EC7A938E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21" name="Freeform 78">
                <a:extLst>
                  <a:ext uri="{FF2B5EF4-FFF2-40B4-BE49-F238E27FC236}">
                    <a16:creationId xmlns:a16="http://schemas.microsoft.com/office/drawing/2014/main" id="{180BD8C5-F87F-7E49-B3C8-67A4CDB0C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22" name="Freeform 79">
                <a:extLst>
                  <a:ext uri="{FF2B5EF4-FFF2-40B4-BE49-F238E27FC236}">
                    <a16:creationId xmlns:a16="http://schemas.microsoft.com/office/drawing/2014/main" id="{C149722A-E2E9-0E45-95F3-42B9BE380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23" name="Freeform 80">
                <a:extLst>
                  <a:ext uri="{FF2B5EF4-FFF2-40B4-BE49-F238E27FC236}">
                    <a16:creationId xmlns:a16="http://schemas.microsoft.com/office/drawing/2014/main" id="{CFD7B918-016B-C94E-AB8C-4F58772CBA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24" name="Freeform 81">
                <a:extLst>
                  <a:ext uri="{FF2B5EF4-FFF2-40B4-BE49-F238E27FC236}">
                    <a16:creationId xmlns:a16="http://schemas.microsoft.com/office/drawing/2014/main" id="{64AD1518-EC35-5F4C-8F5B-8E223416E0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25" name="Freeform 82">
                <a:extLst>
                  <a:ext uri="{FF2B5EF4-FFF2-40B4-BE49-F238E27FC236}">
                    <a16:creationId xmlns:a16="http://schemas.microsoft.com/office/drawing/2014/main" id="{EB6197E5-CEFD-934E-8641-906A57EB86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</p:grpSp>
        <p:sp>
          <p:nvSpPr>
            <p:cNvPr id="214" name="Freeform 83">
              <a:extLst>
                <a:ext uri="{FF2B5EF4-FFF2-40B4-BE49-F238E27FC236}">
                  <a16:creationId xmlns:a16="http://schemas.microsoft.com/office/drawing/2014/main" id="{33A1E63F-43CD-A044-BB06-91CEE273E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5" name="Freeform 84">
              <a:extLst>
                <a:ext uri="{FF2B5EF4-FFF2-40B4-BE49-F238E27FC236}">
                  <a16:creationId xmlns:a16="http://schemas.microsoft.com/office/drawing/2014/main" id="{57A25C33-4D80-2B4B-A928-426B33FAC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6" name="Freeform 85">
              <a:extLst>
                <a:ext uri="{FF2B5EF4-FFF2-40B4-BE49-F238E27FC236}">
                  <a16:creationId xmlns:a16="http://schemas.microsoft.com/office/drawing/2014/main" id="{E408CBEA-A44D-A342-B595-30BC7F4AC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7" name="Freeform 86">
              <a:extLst>
                <a:ext uri="{FF2B5EF4-FFF2-40B4-BE49-F238E27FC236}">
                  <a16:creationId xmlns:a16="http://schemas.microsoft.com/office/drawing/2014/main" id="{AD2A6909-FEE2-0C4D-B8B1-7F94F9D6F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8" name="Freeform 87">
              <a:extLst>
                <a:ext uri="{FF2B5EF4-FFF2-40B4-BE49-F238E27FC236}">
                  <a16:creationId xmlns:a16="http://schemas.microsoft.com/office/drawing/2014/main" id="{7865A40B-07FE-C945-A916-21A77EA65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9" name="Freeform 88">
              <a:extLst>
                <a:ext uri="{FF2B5EF4-FFF2-40B4-BE49-F238E27FC236}">
                  <a16:creationId xmlns:a16="http://schemas.microsoft.com/office/drawing/2014/main" id="{4ECECCC6-85BE-3249-87B3-7075350D2FE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26" name="Group 89">
            <a:extLst>
              <a:ext uri="{FF2B5EF4-FFF2-40B4-BE49-F238E27FC236}">
                <a16:creationId xmlns:a16="http://schemas.microsoft.com/office/drawing/2014/main" id="{195FBDA6-1C42-ED46-BB36-3E5B4ADF9317}"/>
              </a:ext>
            </a:extLst>
          </p:cNvPr>
          <p:cNvGrpSpPr>
            <a:grpSpLocks/>
          </p:cNvGrpSpPr>
          <p:nvPr/>
        </p:nvGrpSpPr>
        <p:grpSpPr bwMode="auto">
          <a:xfrm>
            <a:off x="2575624" y="1184567"/>
            <a:ext cx="312305" cy="307095"/>
            <a:chOff x="877" y="1008"/>
            <a:chExt cx="2747" cy="2591"/>
          </a:xfrm>
        </p:grpSpPr>
        <p:pic>
          <p:nvPicPr>
            <p:cNvPr id="227" name="Picture 90" descr="antenna_stylized">
              <a:extLst>
                <a:ext uri="{FF2B5EF4-FFF2-40B4-BE49-F238E27FC236}">
                  <a16:creationId xmlns:a16="http://schemas.microsoft.com/office/drawing/2014/main" id="{FB6A7722-2BBA-1F4A-812C-C7E75F506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8" name="Picture 91" descr="laptop_keyboard">
              <a:extLst>
                <a:ext uri="{FF2B5EF4-FFF2-40B4-BE49-F238E27FC236}">
                  <a16:creationId xmlns:a16="http://schemas.microsoft.com/office/drawing/2014/main" id="{D8F9E3AD-6362-6042-823B-BF763AA9B6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9" name="Freeform 92">
              <a:extLst>
                <a:ext uri="{FF2B5EF4-FFF2-40B4-BE49-F238E27FC236}">
                  <a16:creationId xmlns:a16="http://schemas.microsoft.com/office/drawing/2014/main" id="{9D313A38-75E6-C14B-8BA9-04C45E90F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00"/>
            </a:p>
          </p:txBody>
        </p:sp>
        <p:pic>
          <p:nvPicPr>
            <p:cNvPr id="230" name="Picture 93" descr="screen">
              <a:extLst>
                <a:ext uri="{FF2B5EF4-FFF2-40B4-BE49-F238E27FC236}">
                  <a16:creationId xmlns:a16="http://schemas.microsoft.com/office/drawing/2014/main" id="{138BC760-A933-DC4F-8D13-AE4B30B8A5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1" name="Freeform 94">
              <a:extLst>
                <a:ext uri="{FF2B5EF4-FFF2-40B4-BE49-F238E27FC236}">
                  <a16:creationId xmlns:a16="http://schemas.microsoft.com/office/drawing/2014/main" id="{46B9C550-136D-8344-8F64-015D05090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2" name="Freeform 95">
              <a:extLst>
                <a:ext uri="{FF2B5EF4-FFF2-40B4-BE49-F238E27FC236}">
                  <a16:creationId xmlns:a16="http://schemas.microsoft.com/office/drawing/2014/main" id="{1AEF38EA-E3E6-684E-A05D-6FCE72C0F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3" name="Freeform 96">
              <a:extLst>
                <a:ext uri="{FF2B5EF4-FFF2-40B4-BE49-F238E27FC236}">
                  <a16:creationId xmlns:a16="http://schemas.microsoft.com/office/drawing/2014/main" id="{0CCAEDD5-29B9-EC48-9D02-3C7BCF216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4" name="Freeform 97">
              <a:extLst>
                <a:ext uri="{FF2B5EF4-FFF2-40B4-BE49-F238E27FC236}">
                  <a16:creationId xmlns:a16="http://schemas.microsoft.com/office/drawing/2014/main" id="{BCE03132-8C69-D847-8712-9E6015C5F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5" name="Freeform 98">
              <a:extLst>
                <a:ext uri="{FF2B5EF4-FFF2-40B4-BE49-F238E27FC236}">
                  <a16:creationId xmlns:a16="http://schemas.microsoft.com/office/drawing/2014/main" id="{62262D6F-816A-3E4E-BD07-1409ECBA7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6" name="Freeform 99">
              <a:extLst>
                <a:ext uri="{FF2B5EF4-FFF2-40B4-BE49-F238E27FC236}">
                  <a16:creationId xmlns:a16="http://schemas.microsoft.com/office/drawing/2014/main" id="{7E84ADC3-5174-F747-991F-E70D98EE9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grpSp>
          <p:nvGrpSpPr>
            <p:cNvPr id="237" name="Group 100">
              <a:extLst>
                <a:ext uri="{FF2B5EF4-FFF2-40B4-BE49-F238E27FC236}">
                  <a16:creationId xmlns:a16="http://schemas.microsoft.com/office/drawing/2014/main" id="{33BB6422-44CD-D34D-BDF2-6A2EB041A8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44" name="Freeform 101">
                <a:extLst>
                  <a:ext uri="{FF2B5EF4-FFF2-40B4-BE49-F238E27FC236}">
                    <a16:creationId xmlns:a16="http://schemas.microsoft.com/office/drawing/2014/main" id="{57104B12-227C-CB45-BE1C-4D6CBA1A5D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45" name="Freeform 102">
                <a:extLst>
                  <a:ext uri="{FF2B5EF4-FFF2-40B4-BE49-F238E27FC236}">
                    <a16:creationId xmlns:a16="http://schemas.microsoft.com/office/drawing/2014/main" id="{FDFB2D05-4F98-F149-B42D-DDCE84459D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46" name="Freeform 103">
                <a:extLst>
                  <a:ext uri="{FF2B5EF4-FFF2-40B4-BE49-F238E27FC236}">
                    <a16:creationId xmlns:a16="http://schemas.microsoft.com/office/drawing/2014/main" id="{A23B522D-B23A-674C-8D71-BA8102DB7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47" name="Freeform 104">
                <a:extLst>
                  <a:ext uri="{FF2B5EF4-FFF2-40B4-BE49-F238E27FC236}">
                    <a16:creationId xmlns:a16="http://schemas.microsoft.com/office/drawing/2014/main" id="{170123EF-410A-0448-A9E9-5D00ED0884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48" name="Freeform 105">
                <a:extLst>
                  <a:ext uri="{FF2B5EF4-FFF2-40B4-BE49-F238E27FC236}">
                    <a16:creationId xmlns:a16="http://schemas.microsoft.com/office/drawing/2014/main" id="{1CA72CE1-7F70-A848-8469-9D90AD7E4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49" name="Freeform 106">
                <a:extLst>
                  <a:ext uri="{FF2B5EF4-FFF2-40B4-BE49-F238E27FC236}">
                    <a16:creationId xmlns:a16="http://schemas.microsoft.com/office/drawing/2014/main" id="{FB74D4D3-7208-E742-9718-C72FDCF9D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</p:grpSp>
        <p:sp>
          <p:nvSpPr>
            <p:cNvPr id="238" name="Freeform 107">
              <a:extLst>
                <a:ext uri="{FF2B5EF4-FFF2-40B4-BE49-F238E27FC236}">
                  <a16:creationId xmlns:a16="http://schemas.microsoft.com/office/drawing/2014/main" id="{9E7FF2C1-E20A-9A40-9EF9-5761BCDF7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9" name="Freeform 108">
              <a:extLst>
                <a:ext uri="{FF2B5EF4-FFF2-40B4-BE49-F238E27FC236}">
                  <a16:creationId xmlns:a16="http://schemas.microsoft.com/office/drawing/2014/main" id="{7333190A-52B4-A447-8967-781E25516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40" name="Freeform 109">
              <a:extLst>
                <a:ext uri="{FF2B5EF4-FFF2-40B4-BE49-F238E27FC236}">
                  <a16:creationId xmlns:a16="http://schemas.microsoft.com/office/drawing/2014/main" id="{616DE346-7268-F247-B3F1-2DA05CF31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41" name="Freeform 110">
              <a:extLst>
                <a:ext uri="{FF2B5EF4-FFF2-40B4-BE49-F238E27FC236}">
                  <a16:creationId xmlns:a16="http://schemas.microsoft.com/office/drawing/2014/main" id="{7DDDFB91-973A-9643-9FA2-506DBEE4F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42" name="Freeform 111">
              <a:extLst>
                <a:ext uri="{FF2B5EF4-FFF2-40B4-BE49-F238E27FC236}">
                  <a16:creationId xmlns:a16="http://schemas.microsoft.com/office/drawing/2014/main" id="{84803906-43B0-3742-9B38-4F066FF4A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43" name="Freeform 112">
              <a:extLst>
                <a:ext uri="{FF2B5EF4-FFF2-40B4-BE49-F238E27FC236}">
                  <a16:creationId xmlns:a16="http://schemas.microsoft.com/office/drawing/2014/main" id="{2E0643D3-4621-104F-B703-5116732F7C0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50" name="Group 113">
            <a:extLst>
              <a:ext uri="{FF2B5EF4-FFF2-40B4-BE49-F238E27FC236}">
                <a16:creationId xmlns:a16="http://schemas.microsoft.com/office/drawing/2014/main" id="{0E752C90-C514-3241-8B89-D3D2CCB8A1E8}"/>
              </a:ext>
            </a:extLst>
          </p:cNvPr>
          <p:cNvGrpSpPr>
            <a:grpSpLocks/>
          </p:cNvGrpSpPr>
          <p:nvPr/>
        </p:nvGrpSpPr>
        <p:grpSpPr bwMode="auto">
          <a:xfrm>
            <a:off x="2987657" y="1033358"/>
            <a:ext cx="349921" cy="302418"/>
            <a:chOff x="877" y="1008"/>
            <a:chExt cx="2747" cy="2591"/>
          </a:xfrm>
        </p:grpSpPr>
        <p:pic>
          <p:nvPicPr>
            <p:cNvPr id="251" name="Picture 114" descr="antenna_stylized">
              <a:extLst>
                <a:ext uri="{FF2B5EF4-FFF2-40B4-BE49-F238E27FC236}">
                  <a16:creationId xmlns:a16="http://schemas.microsoft.com/office/drawing/2014/main" id="{2841DB94-38B2-6046-B941-F65808179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2" name="Picture 115" descr="laptop_keyboard">
              <a:extLst>
                <a:ext uri="{FF2B5EF4-FFF2-40B4-BE49-F238E27FC236}">
                  <a16:creationId xmlns:a16="http://schemas.microsoft.com/office/drawing/2014/main" id="{0B971AB4-F783-2944-AA4E-FD359F6C40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3" name="Freeform 116">
              <a:extLst>
                <a:ext uri="{FF2B5EF4-FFF2-40B4-BE49-F238E27FC236}">
                  <a16:creationId xmlns:a16="http://schemas.microsoft.com/office/drawing/2014/main" id="{44EC4260-9F60-EF4E-9337-91625F01B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00"/>
            </a:p>
          </p:txBody>
        </p:sp>
        <p:pic>
          <p:nvPicPr>
            <p:cNvPr id="254" name="Picture 117" descr="screen">
              <a:extLst>
                <a:ext uri="{FF2B5EF4-FFF2-40B4-BE49-F238E27FC236}">
                  <a16:creationId xmlns:a16="http://schemas.microsoft.com/office/drawing/2014/main" id="{286BB844-0A27-2940-A39C-FDBAA3AA56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5" name="Freeform 118">
              <a:extLst>
                <a:ext uri="{FF2B5EF4-FFF2-40B4-BE49-F238E27FC236}">
                  <a16:creationId xmlns:a16="http://schemas.microsoft.com/office/drawing/2014/main" id="{1E9B5613-FBBA-4F41-8A83-AA56F6522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56" name="Freeform 119">
              <a:extLst>
                <a:ext uri="{FF2B5EF4-FFF2-40B4-BE49-F238E27FC236}">
                  <a16:creationId xmlns:a16="http://schemas.microsoft.com/office/drawing/2014/main" id="{42455E03-081D-6F4D-8BEB-084B9B67A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57" name="Freeform 120">
              <a:extLst>
                <a:ext uri="{FF2B5EF4-FFF2-40B4-BE49-F238E27FC236}">
                  <a16:creationId xmlns:a16="http://schemas.microsoft.com/office/drawing/2014/main" id="{E92542AF-6D62-DD48-9013-1BC66BEDE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58" name="Freeform 121">
              <a:extLst>
                <a:ext uri="{FF2B5EF4-FFF2-40B4-BE49-F238E27FC236}">
                  <a16:creationId xmlns:a16="http://schemas.microsoft.com/office/drawing/2014/main" id="{792BE613-81AF-B14C-A3B2-EE8DF1E91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59" name="Freeform 122">
              <a:extLst>
                <a:ext uri="{FF2B5EF4-FFF2-40B4-BE49-F238E27FC236}">
                  <a16:creationId xmlns:a16="http://schemas.microsoft.com/office/drawing/2014/main" id="{6F215839-7DAB-604E-87F6-6047DF19D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60" name="Freeform 123">
              <a:extLst>
                <a:ext uri="{FF2B5EF4-FFF2-40B4-BE49-F238E27FC236}">
                  <a16:creationId xmlns:a16="http://schemas.microsoft.com/office/drawing/2014/main" id="{3E5F9781-A4BD-DB4D-82C3-2D92A8538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grpSp>
          <p:nvGrpSpPr>
            <p:cNvPr id="261" name="Group 124">
              <a:extLst>
                <a:ext uri="{FF2B5EF4-FFF2-40B4-BE49-F238E27FC236}">
                  <a16:creationId xmlns:a16="http://schemas.microsoft.com/office/drawing/2014/main" id="{393E160F-AFD1-5D45-B819-DE879061F4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68" name="Freeform 125">
                <a:extLst>
                  <a:ext uri="{FF2B5EF4-FFF2-40B4-BE49-F238E27FC236}">
                    <a16:creationId xmlns:a16="http://schemas.microsoft.com/office/drawing/2014/main" id="{4904CC6D-453E-934A-818A-3CF1D255C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69" name="Freeform 126">
                <a:extLst>
                  <a:ext uri="{FF2B5EF4-FFF2-40B4-BE49-F238E27FC236}">
                    <a16:creationId xmlns:a16="http://schemas.microsoft.com/office/drawing/2014/main" id="{1D0387D3-CCB1-4F49-A44A-C641ACCCF0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70" name="Freeform 127">
                <a:extLst>
                  <a:ext uri="{FF2B5EF4-FFF2-40B4-BE49-F238E27FC236}">
                    <a16:creationId xmlns:a16="http://schemas.microsoft.com/office/drawing/2014/main" id="{270FA557-F288-8844-90C9-73F2E2AFC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71" name="Freeform 128">
                <a:extLst>
                  <a:ext uri="{FF2B5EF4-FFF2-40B4-BE49-F238E27FC236}">
                    <a16:creationId xmlns:a16="http://schemas.microsoft.com/office/drawing/2014/main" id="{B75AB632-12F1-C145-9D0E-E3D452E48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72" name="Freeform 129">
                <a:extLst>
                  <a:ext uri="{FF2B5EF4-FFF2-40B4-BE49-F238E27FC236}">
                    <a16:creationId xmlns:a16="http://schemas.microsoft.com/office/drawing/2014/main" id="{D2A4E0BA-8C8D-B548-97AF-4D8ED66D72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73" name="Freeform 130">
                <a:extLst>
                  <a:ext uri="{FF2B5EF4-FFF2-40B4-BE49-F238E27FC236}">
                    <a16:creationId xmlns:a16="http://schemas.microsoft.com/office/drawing/2014/main" id="{C17C1EF5-66D1-E14D-A9E8-AF60C754F6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/>
              </a:p>
            </p:txBody>
          </p:sp>
        </p:grpSp>
        <p:sp>
          <p:nvSpPr>
            <p:cNvPr id="262" name="Freeform 131">
              <a:extLst>
                <a:ext uri="{FF2B5EF4-FFF2-40B4-BE49-F238E27FC236}">
                  <a16:creationId xmlns:a16="http://schemas.microsoft.com/office/drawing/2014/main" id="{1C23D2CA-C579-3D4F-9D1E-D5347D281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63" name="Freeform 132">
              <a:extLst>
                <a:ext uri="{FF2B5EF4-FFF2-40B4-BE49-F238E27FC236}">
                  <a16:creationId xmlns:a16="http://schemas.microsoft.com/office/drawing/2014/main" id="{A33C9E47-14D3-ED46-9A0A-92F7CCFDD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64" name="Freeform 133">
              <a:extLst>
                <a:ext uri="{FF2B5EF4-FFF2-40B4-BE49-F238E27FC236}">
                  <a16:creationId xmlns:a16="http://schemas.microsoft.com/office/drawing/2014/main" id="{1D805834-F99F-8348-B5AE-489B56E35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65" name="Freeform 134">
              <a:extLst>
                <a:ext uri="{FF2B5EF4-FFF2-40B4-BE49-F238E27FC236}">
                  <a16:creationId xmlns:a16="http://schemas.microsoft.com/office/drawing/2014/main" id="{216AC738-4685-0B48-97A3-46CAAFF23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66" name="Freeform 135">
              <a:extLst>
                <a:ext uri="{FF2B5EF4-FFF2-40B4-BE49-F238E27FC236}">
                  <a16:creationId xmlns:a16="http://schemas.microsoft.com/office/drawing/2014/main" id="{7A3FD7AC-5BB4-9F4F-86B5-3C7016BF6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67" name="Freeform 136">
              <a:extLst>
                <a:ext uri="{FF2B5EF4-FFF2-40B4-BE49-F238E27FC236}">
                  <a16:creationId xmlns:a16="http://schemas.microsoft.com/office/drawing/2014/main" id="{7E600B2B-CDB3-BE48-AD4C-A5540AA76B3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283" name="Line 305">
            <a:extLst>
              <a:ext uri="{FF2B5EF4-FFF2-40B4-BE49-F238E27FC236}">
                <a16:creationId xmlns:a16="http://schemas.microsoft.com/office/drawing/2014/main" id="{044937FD-83F2-5849-B39F-4C2E6F70CF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36429" y="1479191"/>
            <a:ext cx="919416" cy="37646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284" name="Line 306">
            <a:extLst>
              <a:ext uri="{FF2B5EF4-FFF2-40B4-BE49-F238E27FC236}">
                <a16:creationId xmlns:a16="http://schemas.microsoft.com/office/drawing/2014/main" id="{116BD36F-2C9B-894A-99DC-AD32A65DAE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7202" y="1918009"/>
            <a:ext cx="0" cy="3203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285" name="Line 340">
            <a:extLst>
              <a:ext uri="{FF2B5EF4-FFF2-40B4-BE49-F238E27FC236}">
                <a16:creationId xmlns:a16="http://schemas.microsoft.com/office/drawing/2014/main" id="{AA687FF7-49CE-D841-9AB8-00A78E5865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7154" y="1914112"/>
            <a:ext cx="0" cy="3203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grpSp>
        <p:nvGrpSpPr>
          <p:cNvPr id="286" name="Group 230">
            <a:extLst>
              <a:ext uri="{FF2B5EF4-FFF2-40B4-BE49-F238E27FC236}">
                <a16:creationId xmlns:a16="http://schemas.microsoft.com/office/drawing/2014/main" id="{15AD3327-20C2-F44F-8051-39D4007F22C1}"/>
              </a:ext>
            </a:extLst>
          </p:cNvPr>
          <p:cNvGrpSpPr>
            <a:grpSpLocks/>
          </p:cNvGrpSpPr>
          <p:nvPr/>
        </p:nvGrpSpPr>
        <p:grpSpPr bwMode="auto">
          <a:xfrm>
            <a:off x="4347972" y="2218089"/>
            <a:ext cx="201204" cy="376464"/>
            <a:chOff x="4140" y="429"/>
            <a:chExt cx="1425" cy="2396"/>
          </a:xfrm>
        </p:grpSpPr>
        <p:sp>
          <p:nvSpPr>
            <p:cNvPr id="287" name="Freeform 231">
              <a:extLst>
                <a:ext uri="{FF2B5EF4-FFF2-40B4-BE49-F238E27FC236}">
                  <a16:creationId xmlns:a16="http://schemas.microsoft.com/office/drawing/2014/main" id="{F0ABE57A-D637-5C47-8DF4-FA99B089D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88" name="Rectangle 232">
              <a:extLst>
                <a:ext uri="{FF2B5EF4-FFF2-40B4-BE49-F238E27FC236}">
                  <a16:creationId xmlns:a16="http://schemas.microsoft.com/office/drawing/2014/main" id="{7C25617C-1459-D649-AA8B-63DF31DE6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289" name="Freeform 233">
              <a:extLst>
                <a:ext uri="{FF2B5EF4-FFF2-40B4-BE49-F238E27FC236}">
                  <a16:creationId xmlns:a16="http://schemas.microsoft.com/office/drawing/2014/main" id="{6B116F4F-6EEE-524D-916E-A2B8DC284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0" name="Freeform 234">
              <a:extLst>
                <a:ext uri="{FF2B5EF4-FFF2-40B4-BE49-F238E27FC236}">
                  <a16:creationId xmlns:a16="http://schemas.microsoft.com/office/drawing/2014/main" id="{D8A80062-832D-2148-A6AE-0E50F45DE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1" name="Rectangle 235">
              <a:extLst>
                <a:ext uri="{FF2B5EF4-FFF2-40B4-BE49-F238E27FC236}">
                  <a16:creationId xmlns:a16="http://schemas.microsoft.com/office/drawing/2014/main" id="{1E6CD5FD-2185-F049-8BB1-7722AD123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grpSp>
          <p:nvGrpSpPr>
            <p:cNvPr id="292" name="Group 236">
              <a:extLst>
                <a:ext uri="{FF2B5EF4-FFF2-40B4-BE49-F238E27FC236}">
                  <a16:creationId xmlns:a16="http://schemas.microsoft.com/office/drawing/2014/main" id="{EC16BD93-C6E9-E44C-8265-25A74EDF50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17" name="AutoShape 237">
                <a:extLst>
                  <a:ext uri="{FF2B5EF4-FFF2-40B4-BE49-F238E27FC236}">
                    <a16:creationId xmlns:a16="http://schemas.microsoft.com/office/drawing/2014/main" id="{A48A0EE5-D373-7D42-80AF-6624D2B22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  <p:sp>
            <p:nvSpPr>
              <p:cNvPr id="318" name="AutoShape 238">
                <a:extLst>
                  <a:ext uri="{FF2B5EF4-FFF2-40B4-BE49-F238E27FC236}">
                    <a16:creationId xmlns:a16="http://schemas.microsoft.com/office/drawing/2014/main" id="{62B3372D-24FD-224D-87B2-608BB33AF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</p:grpSp>
        <p:sp>
          <p:nvSpPr>
            <p:cNvPr id="293" name="Rectangle 239">
              <a:extLst>
                <a:ext uri="{FF2B5EF4-FFF2-40B4-BE49-F238E27FC236}">
                  <a16:creationId xmlns:a16="http://schemas.microsoft.com/office/drawing/2014/main" id="{34C89A3B-D23A-BC4F-98D0-9C3E37D15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9"/>
              <a:ext cx="595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grpSp>
          <p:nvGrpSpPr>
            <p:cNvPr id="294" name="Group 240">
              <a:extLst>
                <a:ext uri="{FF2B5EF4-FFF2-40B4-BE49-F238E27FC236}">
                  <a16:creationId xmlns:a16="http://schemas.microsoft.com/office/drawing/2014/main" id="{EF0991A6-3D9E-E240-9F78-C22FA850EC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15" name="AutoShape 241">
                <a:extLst>
                  <a:ext uri="{FF2B5EF4-FFF2-40B4-BE49-F238E27FC236}">
                    <a16:creationId xmlns:a16="http://schemas.microsoft.com/office/drawing/2014/main" id="{37B22D79-C533-9C45-ACA8-4C435BD41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  <p:sp>
            <p:nvSpPr>
              <p:cNvPr id="316" name="AutoShape 242">
                <a:extLst>
                  <a:ext uri="{FF2B5EF4-FFF2-40B4-BE49-F238E27FC236}">
                    <a16:creationId xmlns:a16="http://schemas.microsoft.com/office/drawing/2014/main" id="{A7FBB337-3C80-1D4F-9C16-CDA73008E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</p:grpSp>
        <p:sp>
          <p:nvSpPr>
            <p:cNvPr id="295" name="Rectangle 243">
              <a:extLst>
                <a:ext uri="{FF2B5EF4-FFF2-40B4-BE49-F238E27FC236}">
                  <a16:creationId xmlns:a16="http://schemas.microsoft.com/office/drawing/2014/main" id="{98CEF5B7-D2DC-4A45-B21D-4D45002D7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296" name="Rectangle 244">
              <a:extLst>
                <a:ext uri="{FF2B5EF4-FFF2-40B4-BE49-F238E27FC236}">
                  <a16:creationId xmlns:a16="http://schemas.microsoft.com/office/drawing/2014/main" id="{97835B20-A1ED-E544-9C89-CC3420492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4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grpSp>
          <p:nvGrpSpPr>
            <p:cNvPr id="297" name="Group 245">
              <a:extLst>
                <a:ext uri="{FF2B5EF4-FFF2-40B4-BE49-F238E27FC236}">
                  <a16:creationId xmlns:a16="http://schemas.microsoft.com/office/drawing/2014/main" id="{7A5529E5-2659-4647-9DFF-9F954D4AB7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3" name="AutoShape 246">
                <a:extLst>
                  <a:ext uri="{FF2B5EF4-FFF2-40B4-BE49-F238E27FC236}">
                    <a16:creationId xmlns:a16="http://schemas.microsoft.com/office/drawing/2014/main" id="{DEADFAE0-EB4F-294C-A3F2-6B3F23A302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  <p:sp>
            <p:nvSpPr>
              <p:cNvPr id="314" name="AutoShape 247">
                <a:extLst>
                  <a:ext uri="{FF2B5EF4-FFF2-40B4-BE49-F238E27FC236}">
                    <a16:creationId xmlns:a16="http://schemas.microsoft.com/office/drawing/2014/main" id="{FC511F02-E8D4-4A44-9F9F-740F8FD05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</p:grpSp>
        <p:sp>
          <p:nvSpPr>
            <p:cNvPr id="298" name="Freeform 248">
              <a:extLst>
                <a:ext uri="{FF2B5EF4-FFF2-40B4-BE49-F238E27FC236}">
                  <a16:creationId xmlns:a16="http://schemas.microsoft.com/office/drawing/2014/main" id="{4BDE68C7-631F-AC42-854B-493CB1A20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grpSp>
          <p:nvGrpSpPr>
            <p:cNvPr id="299" name="Group 249">
              <a:extLst>
                <a:ext uri="{FF2B5EF4-FFF2-40B4-BE49-F238E27FC236}">
                  <a16:creationId xmlns:a16="http://schemas.microsoft.com/office/drawing/2014/main" id="{FEA57B3C-78A9-8F42-A963-C7851FF774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1" name="AutoShape 250">
                <a:extLst>
                  <a:ext uri="{FF2B5EF4-FFF2-40B4-BE49-F238E27FC236}">
                    <a16:creationId xmlns:a16="http://schemas.microsoft.com/office/drawing/2014/main" id="{D6E24A6F-DD80-9140-8755-00540132A8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  <p:sp>
            <p:nvSpPr>
              <p:cNvPr id="312" name="AutoShape 251">
                <a:extLst>
                  <a:ext uri="{FF2B5EF4-FFF2-40B4-BE49-F238E27FC236}">
                    <a16:creationId xmlns:a16="http://schemas.microsoft.com/office/drawing/2014/main" id="{A252A03B-0C9A-AF43-8F54-8E31C2536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</p:grpSp>
        <p:sp>
          <p:nvSpPr>
            <p:cNvPr id="300" name="Rectangle 252">
              <a:extLst>
                <a:ext uri="{FF2B5EF4-FFF2-40B4-BE49-F238E27FC236}">
                  <a16:creationId xmlns:a16="http://schemas.microsoft.com/office/drawing/2014/main" id="{AD65A7A3-C3B2-2D48-823C-4716AFAF8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01" name="Freeform 253">
              <a:extLst>
                <a:ext uri="{FF2B5EF4-FFF2-40B4-BE49-F238E27FC236}">
                  <a16:creationId xmlns:a16="http://schemas.microsoft.com/office/drawing/2014/main" id="{55060728-909E-DA45-ABF9-474FEB8DA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02" name="Freeform 254">
              <a:extLst>
                <a:ext uri="{FF2B5EF4-FFF2-40B4-BE49-F238E27FC236}">
                  <a16:creationId xmlns:a16="http://schemas.microsoft.com/office/drawing/2014/main" id="{E827490C-3738-AD4C-88A6-A9C4923B6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03" name="Oval 255">
              <a:extLst>
                <a:ext uri="{FF2B5EF4-FFF2-40B4-BE49-F238E27FC236}">
                  <a16:creationId xmlns:a16="http://schemas.microsoft.com/office/drawing/2014/main" id="{CCC3A224-18A2-AE4B-AD66-FCC527F30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04" name="Freeform 256">
              <a:extLst>
                <a:ext uri="{FF2B5EF4-FFF2-40B4-BE49-F238E27FC236}">
                  <a16:creationId xmlns:a16="http://schemas.microsoft.com/office/drawing/2014/main" id="{7C6501F6-6A0F-6641-AF44-CE0295D31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05" name="AutoShape 257">
              <a:extLst>
                <a:ext uri="{FF2B5EF4-FFF2-40B4-BE49-F238E27FC236}">
                  <a16:creationId xmlns:a16="http://schemas.microsoft.com/office/drawing/2014/main" id="{52FA1B61-3DC9-5C40-AAF2-19B14D2DB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06" name="AutoShape 258">
              <a:extLst>
                <a:ext uri="{FF2B5EF4-FFF2-40B4-BE49-F238E27FC236}">
                  <a16:creationId xmlns:a16="http://schemas.microsoft.com/office/drawing/2014/main" id="{F9626126-AB4D-7746-9101-53DFEB4F8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1"/>
              <a:ext cx="1066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07" name="Oval 259">
              <a:extLst>
                <a:ext uri="{FF2B5EF4-FFF2-40B4-BE49-F238E27FC236}">
                  <a16:creationId xmlns:a16="http://schemas.microsoft.com/office/drawing/2014/main" id="{021860D6-74E1-8441-9209-A901F763E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08" name="Oval 260">
              <a:extLst>
                <a:ext uri="{FF2B5EF4-FFF2-40B4-BE49-F238E27FC236}">
                  <a16:creationId xmlns:a16="http://schemas.microsoft.com/office/drawing/2014/main" id="{04E2F25B-A1A7-CD41-8A2E-06E719172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200">
                <a:solidFill>
                  <a:srgbClr val="FF0000"/>
                </a:solidFill>
              </a:endParaRPr>
            </a:p>
          </p:txBody>
        </p:sp>
        <p:sp>
          <p:nvSpPr>
            <p:cNvPr id="309" name="Oval 261">
              <a:extLst>
                <a:ext uri="{FF2B5EF4-FFF2-40B4-BE49-F238E27FC236}">
                  <a16:creationId xmlns:a16="http://schemas.microsoft.com/office/drawing/2014/main" id="{1C097505-D93B-EA4F-935B-69F2E390C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10" name="Rectangle 262">
              <a:extLst>
                <a:ext uri="{FF2B5EF4-FFF2-40B4-BE49-F238E27FC236}">
                  <a16:creationId xmlns:a16="http://schemas.microsoft.com/office/drawing/2014/main" id="{80EF05EA-B207-E645-85AD-50DEBA997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</p:grpSp>
      <p:sp>
        <p:nvSpPr>
          <p:cNvPr id="320" name="Text Box 343">
            <a:extLst>
              <a:ext uri="{FF2B5EF4-FFF2-40B4-BE49-F238E27FC236}">
                <a16:creationId xmlns:a16="http://schemas.microsoft.com/office/drawing/2014/main" id="{DAA1BF42-CEB1-D44D-BFCC-227544D66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7679" y="2179897"/>
            <a:ext cx="886782" cy="445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350" dirty="0">
                <a:latin typeface="+mn-lt"/>
              </a:rPr>
              <a:t>Ethernet </a:t>
            </a:r>
          </a:p>
          <a:p>
            <a:pPr algn="ctr">
              <a:lnSpc>
                <a:spcPct val="85000"/>
              </a:lnSpc>
            </a:pPr>
            <a:r>
              <a:rPr lang="en-US" altLang="en-US" sz="1350" dirty="0">
                <a:latin typeface="+mn-lt"/>
              </a:rPr>
              <a:t>switch</a:t>
            </a:r>
          </a:p>
        </p:txBody>
      </p:sp>
      <p:sp>
        <p:nvSpPr>
          <p:cNvPr id="321" name="Line 344">
            <a:extLst>
              <a:ext uri="{FF2B5EF4-FFF2-40B4-BE49-F238E27FC236}">
                <a16:creationId xmlns:a16="http://schemas.microsoft.com/office/drawing/2014/main" id="{641EC1AA-258E-9B4B-9C37-D252829753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9988" y="2384108"/>
            <a:ext cx="289559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322" name="Text Box 345">
            <a:extLst>
              <a:ext uri="{FF2B5EF4-FFF2-40B4-BE49-F238E27FC236}">
                <a16:creationId xmlns:a16="http://schemas.microsoft.com/office/drawing/2014/main" id="{2B23CE10-4B02-6E4C-ADE8-8FB8E2016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819" y="2186912"/>
            <a:ext cx="1463863" cy="445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350" dirty="0">
                <a:latin typeface="+mn-lt"/>
              </a:rPr>
              <a:t>institutional mail,</a:t>
            </a:r>
          </a:p>
          <a:p>
            <a:pPr algn="ctr">
              <a:lnSpc>
                <a:spcPct val="85000"/>
              </a:lnSpc>
            </a:pPr>
            <a:r>
              <a:rPr lang="en-US" altLang="en-US" sz="1350" dirty="0">
                <a:latin typeface="+mn-lt"/>
              </a:rPr>
              <a:t>web servers</a:t>
            </a:r>
          </a:p>
        </p:txBody>
      </p:sp>
      <p:sp>
        <p:nvSpPr>
          <p:cNvPr id="323" name="Text Box 346">
            <a:extLst>
              <a:ext uri="{FF2B5EF4-FFF2-40B4-BE49-F238E27FC236}">
                <a16:creationId xmlns:a16="http://schemas.microsoft.com/office/drawing/2014/main" id="{C37B11C0-0373-D241-B3F6-6248BB3B2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1051" y="1883762"/>
            <a:ext cx="1550425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350" dirty="0">
                <a:latin typeface="+mn-lt"/>
              </a:rPr>
              <a:t>institutional router</a:t>
            </a:r>
          </a:p>
        </p:txBody>
      </p:sp>
      <p:sp>
        <p:nvSpPr>
          <p:cNvPr id="324" name="Line 347">
            <a:extLst>
              <a:ext uri="{FF2B5EF4-FFF2-40B4-BE49-F238E27FC236}">
                <a16:creationId xmlns:a16="http://schemas.microsoft.com/office/drawing/2014/main" id="{BC9F99E4-CA5B-FD49-A02D-5F85B2296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9338" y="1605459"/>
            <a:ext cx="554624" cy="325801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325" name="Line 348">
            <a:extLst>
              <a:ext uri="{FF2B5EF4-FFF2-40B4-BE49-F238E27FC236}">
                <a16:creationId xmlns:a16="http://schemas.microsoft.com/office/drawing/2014/main" id="{3C10B23E-2DA3-234F-BB19-4B7F3FD0C8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9578" y="1440219"/>
            <a:ext cx="53537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326" name="Line 349">
            <a:extLst>
              <a:ext uri="{FF2B5EF4-FFF2-40B4-BE49-F238E27FC236}">
                <a16:creationId xmlns:a16="http://schemas.microsoft.com/office/drawing/2014/main" id="{0A81B4C1-C1C8-A345-A32D-A82E7EBACC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7325" y="1438661"/>
            <a:ext cx="535379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327" name="Line 350">
            <a:extLst>
              <a:ext uri="{FF2B5EF4-FFF2-40B4-BE49-F238E27FC236}">
                <a16:creationId xmlns:a16="http://schemas.microsoft.com/office/drawing/2014/main" id="{516F0A60-D8E9-6140-AD11-129F7CA811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1401" y="1482309"/>
            <a:ext cx="277312" cy="162901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328" name="Text Box 351">
            <a:extLst>
              <a:ext uri="{FF2B5EF4-FFF2-40B4-BE49-F238E27FC236}">
                <a16:creationId xmlns:a16="http://schemas.microsoft.com/office/drawing/2014/main" id="{94641050-9D51-CA4C-90D5-813728713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5477" y="1582076"/>
            <a:ext cx="1521571" cy="62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350" dirty="0">
                <a:latin typeface="+mn-lt"/>
              </a:rPr>
              <a:t>Enterprise link to </a:t>
            </a:r>
          </a:p>
          <a:p>
            <a:pPr algn="ctr">
              <a:lnSpc>
                <a:spcPct val="85000"/>
              </a:lnSpc>
            </a:pPr>
            <a:r>
              <a:rPr lang="en-US" altLang="en-US" sz="1350" dirty="0">
                <a:latin typeface="+mn-lt"/>
              </a:rPr>
              <a:t>ISP (Internet)</a:t>
            </a:r>
          </a:p>
          <a:p>
            <a:pPr algn="ctr">
              <a:lnSpc>
                <a:spcPct val="85000"/>
              </a:lnSpc>
            </a:pPr>
            <a:endParaRPr lang="en-US" altLang="en-US" sz="1350" dirty="0">
              <a:latin typeface="+mn-lt"/>
            </a:endParaRPr>
          </a:p>
        </p:txBody>
      </p:sp>
      <p:sp>
        <p:nvSpPr>
          <p:cNvPr id="335" name="Line 359">
            <a:extLst>
              <a:ext uri="{FF2B5EF4-FFF2-40B4-BE49-F238E27FC236}">
                <a16:creationId xmlns:a16="http://schemas.microsoft.com/office/drawing/2014/main" id="{97A12484-2FF1-6149-8ABD-D6D41AA5A9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1528" y="1587532"/>
            <a:ext cx="0" cy="14575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grpSp>
        <p:nvGrpSpPr>
          <p:cNvPr id="336" name="Group 360">
            <a:extLst>
              <a:ext uri="{FF2B5EF4-FFF2-40B4-BE49-F238E27FC236}">
                <a16:creationId xmlns:a16="http://schemas.microsoft.com/office/drawing/2014/main" id="{747942F1-CA1E-1B40-A6D9-EFC1C4EF177F}"/>
              </a:ext>
            </a:extLst>
          </p:cNvPr>
          <p:cNvGrpSpPr>
            <a:grpSpLocks/>
          </p:cNvGrpSpPr>
          <p:nvPr/>
        </p:nvGrpSpPr>
        <p:grpSpPr bwMode="auto">
          <a:xfrm>
            <a:off x="4590292" y="2214971"/>
            <a:ext cx="201204" cy="376464"/>
            <a:chOff x="4140" y="429"/>
            <a:chExt cx="1425" cy="2396"/>
          </a:xfrm>
        </p:grpSpPr>
        <p:sp>
          <p:nvSpPr>
            <p:cNvPr id="337" name="Freeform 361">
              <a:extLst>
                <a:ext uri="{FF2B5EF4-FFF2-40B4-BE49-F238E27FC236}">
                  <a16:creationId xmlns:a16="http://schemas.microsoft.com/office/drawing/2014/main" id="{A95DC624-B285-D246-93FF-BCD2C29F9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38" name="Rectangle 362">
              <a:extLst>
                <a:ext uri="{FF2B5EF4-FFF2-40B4-BE49-F238E27FC236}">
                  <a16:creationId xmlns:a16="http://schemas.microsoft.com/office/drawing/2014/main" id="{9A79B284-8916-FD46-8350-4C85531A9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39" name="Freeform 363">
              <a:extLst>
                <a:ext uri="{FF2B5EF4-FFF2-40B4-BE49-F238E27FC236}">
                  <a16:creationId xmlns:a16="http://schemas.microsoft.com/office/drawing/2014/main" id="{E442C2E6-5E48-F744-BC37-32D55EE93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40" name="Freeform 364">
              <a:extLst>
                <a:ext uri="{FF2B5EF4-FFF2-40B4-BE49-F238E27FC236}">
                  <a16:creationId xmlns:a16="http://schemas.microsoft.com/office/drawing/2014/main" id="{0A95ECE1-B6C3-5E4F-968C-F18153093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41" name="Rectangle 365">
              <a:extLst>
                <a:ext uri="{FF2B5EF4-FFF2-40B4-BE49-F238E27FC236}">
                  <a16:creationId xmlns:a16="http://schemas.microsoft.com/office/drawing/2014/main" id="{7E2F74EE-7534-BF42-B4B0-776EB1698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grpSp>
          <p:nvGrpSpPr>
            <p:cNvPr id="342" name="Group 366">
              <a:extLst>
                <a:ext uri="{FF2B5EF4-FFF2-40B4-BE49-F238E27FC236}">
                  <a16:creationId xmlns:a16="http://schemas.microsoft.com/office/drawing/2014/main" id="{5440758F-8C7D-534F-8781-BA459D2D4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67" name="AutoShape 367">
                <a:extLst>
                  <a:ext uri="{FF2B5EF4-FFF2-40B4-BE49-F238E27FC236}">
                    <a16:creationId xmlns:a16="http://schemas.microsoft.com/office/drawing/2014/main" id="{FA1BC11F-08E0-6741-A19A-91A95371C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  <p:sp>
            <p:nvSpPr>
              <p:cNvPr id="368" name="AutoShape 368">
                <a:extLst>
                  <a:ext uri="{FF2B5EF4-FFF2-40B4-BE49-F238E27FC236}">
                    <a16:creationId xmlns:a16="http://schemas.microsoft.com/office/drawing/2014/main" id="{9CD110CA-53B7-F941-B8E8-DCF253E80B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</p:grpSp>
        <p:sp>
          <p:nvSpPr>
            <p:cNvPr id="343" name="Rectangle 369">
              <a:extLst>
                <a:ext uri="{FF2B5EF4-FFF2-40B4-BE49-F238E27FC236}">
                  <a16:creationId xmlns:a16="http://schemas.microsoft.com/office/drawing/2014/main" id="{1EC69C20-EBCC-F94C-8E85-3BFDEA3EE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9"/>
              <a:ext cx="595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grpSp>
          <p:nvGrpSpPr>
            <p:cNvPr id="344" name="Group 370">
              <a:extLst>
                <a:ext uri="{FF2B5EF4-FFF2-40B4-BE49-F238E27FC236}">
                  <a16:creationId xmlns:a16="http://schemas.microsoft.com/office/drawing/2014/main" id="{07519735-A399-0245-A06D-45262AB760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65" name="AutoShape 371">
                <a:extLst>
                  <a:ext uri="{FF2B5EF4-FFF2-40B4-BE49-F238E27FC236}">
                    <a16:creationId xmlns:a16="http://schemas.microsoft.com/office/drawing/2014/main" id="{E8257B33-A34F-9542-B057-AAFF66A5C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  <p:sp>
            <p:nvSpPr>
              <p:cNvPr id="366" name="AutoShape 372">
                <a:extLst>
                  <a:ext uri="{FF2B5EF4-FFF2-40B4-BE49-F238E27FC236}">
                    <a16:creationId xmlns:a16="http://schemas.microsoft.com/office/drawing/2014/main" id="{6206D05B-C4DF-2F4E-99A4-33B3EB7BE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</p:grpSp>
        <p:sp>
          <p:nvSpPr>
            <p:cNvPr id="345" name="Rectangle 373">
              <a:extLst>
                <a:ext uri="{FF2B5EF4-FFF2-40B4-BE49-F238E27FC236}">
                  <a16:creationId xmlns:a16="http://schemas.microsoft.com/office/drawing/2014/main" id="{34B7A55F-FAF6-8849-A14E-C0885CC26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46" name="Rectangle 374">
              <a:extLst>
                <a:ext uri="{FF2B5EF4-FFF2-40B4-BE49-F238E27FC236}">
                  <a16:creationId xmlns:a16="http://schemas.microsoft.com/office/drawing/2014/main" id="{C26AEB9F-96DA-1B4D-97DF-0A9854549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4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grpSp>
          <p:nvGrpSpPr>
            <p:cNvPr id="347" name="Group 375">
              <a:extLst>
                <a:ext uri="{FF2B5EF4-FFF2-40B4-BE49-F238E27FC236}">
                  <a16:creationId xmlns:a16="http://schemas.microsoft.com/office/drawing/2014/main" id="{0329E24E-6F06-BF4E-955D-9D0A65224E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63" name="AutoShape 376">
                <a:extLst>
                  <a:ext uri="{FF2B5EF4-FFF2-40B4-BE49-F238E27FC236}">
                    <a16:creationId xmlns:a16="http://schemas.microsoft.com/office/drawing/2014/main" id="{FD17C6A2-EAC5-EF40-ABBB-CB758AF39F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  <p:sp>
            <p:nvSpPr>
              <p:cNvPr id="364" name="AutoShape 377">
                <a:extLst>
                  <a:ext uri="{FF2B5EF4-FFF2-40B4-BE49-F238E27FC236}">
                    <a16:creationId xmlns:a16="http://schemas.microsoft.com/office/drawing/2014/main" id="{D8BB3738-918B-854D-9E55-88D255A72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</p:grpSp>
        <p:sp>
          <p:nvSpPr>
            <p:cNvPr id="348" name="Freeform 378">
              <a:extLst>
                <a:ext uri="{FF2B5EF4-FFF2-40B4-BE49-F238E27FC236}">
                  <a16:creationId xmlns:a16="http://schemas.microsoft.com/office/drawing/2014/main" id="{F7337DC2-5413-BF46-B779-6F96A77DE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grpSp>
          <p:nvGrpSpPr>
            <p:cNvPr id="349" name="Group 379">
              <a:extLst>
                <a:ext uri="{FF2B5EF4-FFF2-40B4-BE49-F238E27FC236}">
                  <a16:creationId xmlns:a16="http://schemas.microsoft.com/office/drawing/2014/main" id="{F6601C7A-DE13-3B44-AE58-1B3092D2C5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61" name="AutoShape 380">
                <a:extLst>
                  <a:ext uri="{FF2B5EF4-FFF2-40B4-BE49-F238E27FC236}">
                    <a16:creationId xmlns:a16="http://schemas.microsoft.com/office/drawing/2014/main" id="{721AAB25-2061-A947-86F3-4BE381FC3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  <p:sp>
            <p:nvSpPr>
              <p:cNvPr id="362" name="AutoShape 381">
                <a:extLst>
                  <a:ext uri="{FF2B5EF4-FFF2-40B4-BE49-F238E27FC236}">
                    <a16:creationId xmlns:a16="http://schemas.microsoft.com/office/drawing/2014/main" id="{429809BB-5207-CA46-808A-B1E3BDA81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500"/>
              </a:p>
            </p:txBody>
          </p:sp>
        </p:grpSp>
        <p:sp>
          <p:nvSpPr>
            <p:cNvPr id="350" name="Rectangle 382">
              <a:extLst>
                <a:ext uri="{FF2B5EF4-FFF2-40B4-BE49-F238E27FC236}">
                  <a16:creationId xmlns:a16="http://schemas.microsoft.com/office/drawing/2014/main" id="{E47E9CEA-B6EE-DE48-A618-79372629D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51" name="Freeform 383">
              <a:extLst>
                <a:ext uri="{FF2B5EF4-FFF2-40B4-BE49-F238E27FC236}">
                  <a16:creationId xmlns:a16="http://schemas.microsoft.com/office/drawing/2014/main" id="{9D844685-50C6-9F49-B75D-D38EF4841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52" name="Freeform 384">
              <a:extLst>
                <a:ext uri="{FF2B5EF4-FFF2-40B4-BE49-F238E27FC236}">
                  <a16:creationId xmlns:a16="http://schemas.microsoft.com/office/drawing/2014/main" id="{C856727D-A741-4248-AA97-E181A2BC5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53" name="Oval 385">
              <a:extLst>
                <a:ext uri="{FF2B5EF4-FFF2-40B4-BE49-F238E27FC236}">
                  <a16:creationId xmlns:a16="http://schemas.microsoft.com/office/drawing/2014/main" id="{2C4B4AB6-1D17-1F4D-8BA0-D5E9F83E8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54" name="Freeform 386">
              <a:extLst>
                <a:ext uri="{FF2B5EF4-FFF2-40B4-BE49-F238E27FC236}">
                  <a16:creationId xmlns:a16="http://schemas.microsoft.com/office/drawing/2014/main" id="{6C506339-85FF-E148-B5F8-049C6E141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55" name="AutoShape 387">
              <a:extLst>
                <a:ext uri="{FF2B5EF4-FFF2-40B4-BE49-F238E27FC236}">
                  <a16:creationId xmlns:a16="http://schemas.microsoft.com/office/drawing/2014/main" id="{ED12CE05-81E4-8946-99AA-9D0A1A7C4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56" name="AutoShape 388">
              <a:extLst>
                <a:ext uri="{FF2B5EF4-FFF2-40B4-BE49-F238E27FC236}">
                  <a16:creationId xmlns:a16="http://schemas.microsoft.com/office/drawing/2014/main" id="{F7252737-5820-0244-AA4C-5506D7C76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1"/>
              <a:ext cx="1066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57" name="Oval 389">
              <a:extLst>
                <a:ext uri="{FF2B5EF4-FFF2-40B4-BE49-F238E27FC236}">
                  <a16:creationId xmlns:a16="http://schemas.microsoft.com/office/drawing/2014/main" id="{159E8A40-2489-CD49-B9A0-9A2A2840B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58" name="Oval 390">
              <a:extLst>
                <a:ext uri="{FF2B5EF4-FFF2-40B4-BE49-F238E27FC236}">
                  <a16:creationId xmlns:a16="http://schemas.microsoft.com/office/drawing/2014/main" id="{DCC47899-EDAF-8243-B83E-B128262A9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200">
                <a:solidFill>
                  <a:srgbClr val="FF0000"/>
                </a:solidFill>
              </a:endParaRPr>
            </a:p>
          </p:txBody>
        </p:sp>
        <p:sp>
          <p:nvSpPr>
            <p:cNvPr id="359" name="Oval 391">
              <a:extLst>
                <a:ext uri="{FF2B5EF4-FFF2-40B4-BE49-F238E27FC236}">
                  <a16:creationId xmlns:a16="http://schemas.microsoft.com/office/drawing/2014/main" id="{46D30038-FDE6-B64A-85D1-5B400F229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60" name="Rectangle 392">
              <a:extLst>
                <a:ext uri="{FF2B5EF4-FFF2-40B4-BE49-F238E27FC236}">
                  <a16:creationId xmlns:a16="http://schemas.microsoft.com/office/drawing/2014/main" id="{F74E671F-6892-684D-A076-94F9230D2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500"/>
            </a:p>
          </p:txBody>
        </p:sp>
      </p:grpSp>
      <p:grpSp>
        <p:nvGrpSpPr>
          <p:cNvPr id="370" name="Group 395">
            <a:extLst>
              <a:ext uri="{FF2B5EF4-FFF2-40B4-BE49-F238E27FC236}">
                <a16:creationId xmlns:a16="http://schemas.microsoft.com/office/drawing/2014/main" id="{F42AAE7E-5AFB-0249-BDBC-81D5F7DED0C2}"/>
              </a:ext>
            </a:extLst>
          </p:cNvPr>
          <p:cNvGrpSpPr>
            <a:grpSpLocks/>
          </p:cNvGrpSpPr>
          <p:nvPr/>
        </p:nvGrpSpPr>
        <p:grpSpPr bwMode="auto">
          <a:xfrm>
            <a:off x="2239702" y="1702887"/>
            <a:ext cx="398909" cy="326580"/>
            <a:chOff x="-44" y="1473"/>
            <a:chExt cx="981" cy="1105"/>
          </a:xfrm>
        </p:grpSpPr>
        <p:pic>
          <p:nvPicPr>
            <p:cNvPr id="371" name="Picture 396" descr="desktop_computer_stylized_medium">
              <a:extLst>
                <a:ext uri="{FF2B5EF4-FFF2-40B4-BE49-F238E27FC236}">
                  <a16:creationId xmlns:a16="http://schemas.microsoft.com/office/drawing/2014/main" id="{4AE8F020-6115-B04F-81B6-7656CAE9A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2" name="Freeform 397">
              <a:extLst>
                <a:ext uri="{FF2B5EF4-FFF2-40B4-BE49-F238E27FC236}">
                  <a16:creationId xmlns:a16="http://schemas.microsoft.com/office/drawing/2014/main" id="{C4FDE2C9-11FF-FA4F-A204-2288DCC33FE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200"/>
            </a:p>
          </p:txBody>
        </p:sp>
      </p:grpSp>
      <p:grpSp>
        <p:nvGrpSpPr>
          <p:cNvPr id="373" name="Group 398">
            <a:extLst>
              <a:ext uri="{FF2B5EF4-FFF2-40B4-BE49-F238E27FC236}">
                <a16:creationId xmlns:a16="http://schemas.microsoft.com/office/drawing/2014/main" id="{2FACFB54-A469-5245-B7FD-22A98FFC4DE7}"/>
              </a:ext>
            </a:extLst>
          </p:cNvPr>
          <p:cNvGrpSpPr>
            <a:grpSpLocks/>
          </p:cNvGrpSpPr>
          <p:nvPr/>
        </p:nvGrpSpPr>
        <p:grpSpPr bwMode="auto">
          <a:xfrm>
            <a:off x="2456653" y="1923465"/>
            <a:ext cx="398909" cy="326581"/>
            <a:chOff x="-44" y="1473"/>
            <a:chExt cx="981" cy="1105"/>
          </a:xfrm>
        </p:grpSpPr>
        <p:pic>
          <p:nvPicPr>
            <p:cNvPr id="374" name="Picture 399" descr="desktop_computer_stylized_medium">
              <a:extLst>
                <a:ext uri="{FF2B5EF4-FFF2-40B4-BE49-F238E27FC236}">
                  <a16:creationId xmlns:a16="http://schemas.microsoft.com/office/drawing/2014/main" id="{7119A347-68E9-F446-93E5-6AC58CB5D6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5" name="Freeform 400">
              <a:extLst>
                <a:ext uri="{FF2B5EF4-FFF2-40B4-BE49-F238E27FC236}">
                  <a16:creationId xmlns:a16="http://schemas.microsoft.com/office/drawing/2014/main" id="{B4F57E63-5822-F542-94A1-456B247E5C5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200"/>
            </a:p>
          </p:txBody>
        </p:sp>
      </p:grpSp>
      <p:grpSp>
        <p:nvGrpSpPr>
          <p:cNvPr id="376" name="Group 401">
            <a:extLst>
              <a:ext uri="{FF2B5EF4-FFF2-40B4-BE49-F238E27FC236}">
                <a16:creationId xmlns:a16="http://schemas.microsoft.com/office/drawing/2014/main" id="{216D9C2E-0D64-5E47-B3FD-92B1FA453364}"/>
              </a:ext>
            </a:extLst>
          </p:cNvPr>
          <p:cNvGrpSpPr>
            <a:grpSpLocks/>
          </p:cNvGrpSpPr>
          <p:nvPr/>
        </p:nvGrpSpPr>
        <p:grpSpPr bwMode="auto">
          <a:xfrm>
            <a:off x="2793451" y="2206397"/>
            <a:ext cx="398909" cy="326580"/>
            <a:chOff x="-44" y="1473"/>
            <a:chExt cx="981" cy="1105"/>
          </a:xfrm>
        </p:grpSpPr>
        <p:pic>
          <p:nvPicPr>
            <p:cNvPr id="377" name="Picture 402" descr="desktop_computer_stylized_medium">
              <a:extLst>
                <a:ext uri="{FF2B5EF4-FFF2-40B4-BE49-F238E27FC236}">
                  <a16:creationId xmlns:a16="http://schemas.microsoft.com/office/drawing/2014/main" id="{7B843EDE-21F6-3447-B5AB-5FA8D30015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8" name="Freeform 403">
              <a:extLst>
                <a:ext uri="{FF2B5EF4-FFF2-40B4-BE49-F238E27FC236}">
                  <a16:creationId xmlns:a16="http://schemas.microsoft.com/office/drawing/2014/main" id="{CA3AAF42-95E2-F94C-AEA5-D68A152C1DE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200"/>
            </a:p>
          </p:txBody>
        </p:sp>
      </p:grpSp>
      <p:grpSp>
        <p:nvGrpSpPr>
          <p:cNvPr id="379" name="Group 404">
            <a:extLst>
              <a:ext uri="{FF2B5EF4-FFF2-40B4-BE49-F238E27FC236}">
                <a16:creationId xmlns:a16="http://schemas.microsoft.com/office/drawing/2014/main" id="{71F2F2F9-9859-2F4A-B7C5-8CBDD6A3A3EF}"/>
              </a:ext>
            </a:extLst>
          </p:cNvPr>
          <p:cNvGrpSpPr>
            <a:grpSpLocks/>
          </p:cNvGrpSpPr>
          <p:nvPr/>
        </p:nvGrpSpPr>
        <p:grpSpPr bwMode="auto">
          <a:xfrm>
            <a:off x="3109254" y="2213412"/>
            <a:ext cx="398909" cy="326581"/>
            <a:chOff x="-44" y="1473"/>
            <a:chExt cx="981" cy="1105"/>
          </a:xfrm>
        </p:grpSpPr>
        <p:pic>
          <p:nvPicPr>
            <p:cNvPr id="380" name="Picture 405" descr="desktop_computer_stylized_medium">
              <a:extLst>
                <a:ext uri="{FF2B5EF4-FFF2-40B4-BE49-F238E27FC236}">
                  <a16:creationId xmlns:a16="http://schemas.microsoft.com/office/drawing/2014/main" id="{2D98BDF3-7E55-BD4F-A14E-C9CFF9C71B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1" name="Freeform 406">
              <a:extLst>
                <a:ext uri="{FF2B5EF4-FFF2-40B4-BE49-F238E27FC236}">
                  <a16:creationId xmlns:a16="http://schemas.microsoft.com/office/drawing/2014/main" id="{ACDA8376-3C3F-9041-98EB-1F7B7F4EFF7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200"/>
            </a:p>
          </p:txBody>
        </p:sp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F717C28A-9467-D947-A38C-692D5D85A6B7}"/>
              </a:ext>
            </a:extLst>
          </p:cNvPr>
          <p:cNvGrpSpPr/>
          <p:nvPr/>
        </p:nvGrpSpPr>
        <p:grpSpPr>
          <a:xfrm>
            <a:off x="4322608" y="1318798"/>
            <a:ext cx="656971" cy="286661"/>
            <a:chOff x="7493876" y="2774731"/>
            <a:chExt cx="1481958" cy="894622"/>
          </a:xfrm>
        </p:grpSpPr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A1CB3C7B-EE14-8A40-8F81-643CED72C67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                   </a:t>
              </a:r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35D3F5D2-9919-304A-B981-CF776FEF77C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              </a:t>
              </a:r>
            </a:p>
          </p:txBody>
        </p: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515934EB-C679-D746-B27A-91B74192C8D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7" name="Freeform 406">
                <a:extLst>
                  <a:ext uri="{FF2B5EF4-FFF2-40B4-BE49-F238E27FC236}">
                    <a16:creationId xmlns:a16="http://schemas.microsoft.com/office/drawing/2014/main" id="{CC966F1C-A1E3-5C45-96A2-6B1B09E683C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97ECA770-694E-E24F-9999-797A6C07ED7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09" name="Freeform 408">
                <a:extLst>
                  <a:ext uri="{FF2B5EF4-FFF2-40B4-BE49-F238E27FC236}">
                    <a16:creationId xmlns:a16="http://schemas.microsoft.com/office/drawing/2014/main" id="{E5D3E3BF-0513-2E4E-931E-7CA1937C203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10" name="Freeform 409">
                <a:extLst>
                  <a:ext uri="{FF2B5EF4-FFF2-40B4-BE49-F238E27FC236}">
                    <a16:creationId xmlns:a16="http://schemas.microsoft.com/office/drawing/2014/main" id="{412C650F-C0FA-0248-97F7-9D9A70090BD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A4FCD720-9796-A341-878E-FA6795923656}"/>
              </a:ext>
            </a:extLst>
          </p:cNvPr>
          <p:cNvGrpSpPr/>
          <p:nvPr/>
        </p:nvGrpSpPr>
        <p:grpSpPr>
          <a:xfrm>
            <a:off x="4357562" y="1724816"/>
            <a:ext cx="661403" cy="234396"/>
            <a:chOff x="3668110" y="2448910"/>
            <a:chExt cx="3794234" cy="2165130"/>
          </a:xfrm>
        </p:grpSpPr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7A60DFA1-F48E-1D4C-B020-75699DFB0A2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682A9A56-08F9-894A-9036-9420C61FD9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399" name="Group 398">
              <a:extLst>
                <a:ext uri="{FF2B5EF4-FFF2-40B4-BE49-F238E27FC236}">
                  <a16:creationId xmlns:a16="http://schemas.microsoft.com/office/drawing/2014/main" id="{7F9B9834-8459-A643-B4AB-42560D2CD9E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00" name="Freeform 399">
                <a:extLst>
                  <a:ext uri="{FF2B5EF4-FFF2-40B4-BE49-F238E27FC236}">
                    <a16:creationId xmlns:a16="http://schemas.microsoft.com/office/drawing/2014/main" id="{14D64483-06E3-A049-8E3D-0DAB33C318E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01" name="Freeform 400">
                <a:extLst>
                  <a:ext uri="{FF2B5EF4-FFF2-40B4-BE49-F238E27FC236}">
                    <a16:creationId xmlns:a16="http://schemas.microsoft.com/office/drawing/2014/main" id="{F8D997CC-88FB-274A-93F1-94C03E437884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02" name="Freeform 401">
                <a:extLst>
                  <a:ext uri="{FF2B5EF4-FFF2-40B4-BE49-F238E27FC236}">
                    <a16:creationId xmlns:a16="http://schemas.microsoft.com/office/drawing/2014/main" id="{7C3A9D2D-28D6-5D45-85B4-8A8761DA346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03" name="Freeform 402">
                <a:extLst>
                  <a:ext uri="{FF2B5EF4-FFF2-40B4-BE49-F238E27FC236}">
                    <a16:creationId xmlns:a16="http://schemas.microsoft.com/office/drawing/2014/main" id="{A5D8BF35-9324-D34D-A712-0563EFB0298C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p:sp>
        <p:nvSpPr>
          <p:cNvPr id="319" name="Line 342">
            <a:extLst>
              <a:ext uri="{FF2B5EF4-FFF2-40B4-BE49-F238E27FC236}">
                <a16:creationId xmlns:a16="http://schemas.microsoft.com/office/drawing/2014/main" id="{34E502BA-8B29-C043-B1AD-12ABDB9B5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8524" y="2017776"/>
            <a:ext cx="277312" cy="1629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369" name="Line 393">
            <a:extLst>
              <a:ext uri="{FF2B5EF4-FFF2-40B4-BE49-F238E27FC236}">
                <a16:creationId xmlns:a16="http://schemas.microsoft.com/office/drawing/2014/main" id="{EBCDBB71-5533-E348-ABDC-6A7616B095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0571" y="1940613"/>
            <a:ext cx="434777" cy="247079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00"/>
          </a:p>
        </p:txBody>
      </p: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46FE21B0-2A14-E543-8E0F-33BD68214A67}"/>
              </a:ext>
            </a:extLst>
          </p:cNvPr>
          <p:cNvGrpSpPr/>
          <p:nvPr/>
        </p:nvGrpSpPr>
        <p:grpSpPr>
          <a:xfrm>
            <a:off x="3006875" y="1815650"/>
            <a:ext cx="661403" cy="234396"/>
            <a:chOff x="3668110" y="2448910"/>
            <a:chExt cx="3794234" cy="2165130"/>
          </a:xfrm>
        </p:grpSpPr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F274DFC4-75C5-A14F-A595-4447E11F651E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B6C04F47-B628-C640-B4BD-852D0B9CA9D9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422" name="Group 421">
              <a:extLst>
                <a:ext uri="{FF2B5EF4-FFF2-40B4-BE49-F238E27FC236}">
                  <a16:creationId xmlns:a16="http://schemas.microsoft.com/office/drawing/2014/main" id="{8FD10A4C-5BC1-4440-9E47-289CC78F147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23" name="Freeform 422">
                <a:extLst>
                  <a:ext uri="{FF2B5EF4-FFF2-40B4-BE49-F238E27FC236}">
                    <a16:creationId xmlns:a16="http://schemas.microsoft.com/office/drawing/2014/main" id="{5F5ABFA5-A0FA-A948-9FB8-59F9335417BE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24" name="Freeform 423">
                <a:extLst>
                  <a:ext uri="{FF2B5EF4-FFF2-40B4-BE49-F238E27FC236}">
                    <a16:creationId xmlns:a16="http://schemas.microsoft.com/office/drawing/2014/main" id="{548E1035-CD49-5744-ADCA-210B41B34D74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AA015B4B-F15A-C24D-A122-28F325D8135C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B7A4BCD1-2CF2-7640-82EE-BA8AB602F3B7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p:sp>
        <p:nvSpPr>
          <p:cNvPr id="274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16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02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Links: physical media</a:t>
            </a:r>
            <a:endParaRPr lang="en-US" dirty="0"/>
          </a:p>
        </p:txBody>
      </p:sp>
      <p:sp>
        <p:nvSpPr>
          <p:cNvPr id="145" name="Content Placeholder 52">
            <a:extLst>
              <a:ext uri="{FF2B5EF4-FFF2-40B4-BE49-F238E27FC236}">
                <a16:creationId xmlns:a16="http://schemas.microsoft.com/office/drawing/2014/main" id="{48955155-F4D7-1E4F-B411-D5E3FDA9D978}"/>
              </a:ext>
            </a:extLst>
          </p:cNvPr>
          <p:cNvSpPr txBox="1">
            <a:spLocks/>
          </p:cNvSpPr>
          <p:nvPr/>
        </p:nvSpPr>
        <p:spPr>
          <a:xfrm>
            <a:off x="734640" y="1006455"/>
            <a:ext cx="8491862" cy="3905758"/>
          </a:xfrm>
          <a:prstGeom prst="rect">
            <a:avLst/>
          </a:prstGeom>
        </p:spPr>
        <p:txBody>
          <a:bodyPr vert="horz" lIns="68580" tIns="34290" rIns="68580" bIns="34290" rtlCol="0">
            <a:normAutofit fontScale="77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/>
              <a:t>Consider a bit traveling from one end system, through a series of links and routers, to another </a:t>
            </a:r>
            <a:r>
              <a:rPr lang="en-US" sz="2100" dirty="0" smtClean="0"/>
              <a:t>end system</a:t>
            </a:r>
            <a:r>
              <a:rPr lang="en-US" sz="2100" dirty="0"/>
              <a:t>.</a:t>
            </a:r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 smtClean="0"/>
              <a:t>The </a:t>
            </a:r>
            <a:r>
              <a:rPr lang="en-US" sz="2100" dirty="0"/>
              <a:t>source end system first transmits the bit, and shortly thereafter the first router in the series </a:t>
            </a:r>
            <a:r>
              <a:rPr lang="en-US" sz="2100" dirty="0" smtClean="0"/>
              <a:t>receives the </a:t>
            </a:r>
            <a:r>
              <a:rPr lang="en-US" sz="2100" dirty="0"/>
              <a:t>bit;</a:t>
            </a:r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 smtClean="0"/>
              <a:t>The </a:t>
            </a:r>
            <a:r>
              <a:rPr lang="en-US" sz="2100" dirty="0"/>
              <a:t>first router then transmits the bit, and shortly thereafter the second router receives the bit; and </a:t>
            </a:r>
            <a:r>
              <a:rPr lang="en-US" sz="2100" dirty="0" smtClean="0"/>
              <a:t>so on…</a:t>
            </a:r>
            <a:endParaRPr lang="en-US" sz="2100" dirty="0"/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 smtClean="0"/>
              <a:t>From </a:t>
            </a:r>
            <a:r>
              <a:rPr lang="en-US" sz="2100" dirty="0"/>
              <a:t>source to destination, it passes through a series of transmitter-receiver pairs.</a:t>
            </a:r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 smtClean="0"/>
              <a:t>For </a:t>
            </a:r>
            <a:r>
              <a:rPr lang="en-US" sz="2100" dirty="0"/>
              <a:t>each transmitter receiver pair, the bit is sent by propagating electromagnetic waves or </a:t>
            </a:r>
            <a:r>
              <a:rPr lang="en-US" sz="2100" dirty="0" smtClean="0"/>
              <a:t>optical pulses across </a:t>
            </a:r>
            <a:r>
              <a:rPr lang="en-US" sz="2100" dirty="0"/>
              <a:t>a physical medium.</a:t>
            </a:r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 smtClean="0"/>
              <a:t>The </a:t>
            </a:r>
            <a:r>
              <a:rPr lang="en-US" sz="2100" dirty="0"/>
              <a:t>physical medium can twisted-pair copper wire, coaxial cable, multimode fiber-optic cable, </a:t>
            </a:r>
            <a:r>
              <a:rPr lang="en-US" sz="2100" dirty="0" smtClean="0"/>
              <a:t>and satellite </a:t>
            </a:r>
            <a:r>
              <a:rPr lang="en-US" sz="2100" dirty="0"/>
              <a:t>radio spectrum.</a:t>
            </a:r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 smtClean="0"/>
              <a:t>Physical </a:t>
            </a:r>
            <a:r>
              <a:rPr lang="en-US" sz="2100" dirty="0"/>
              <a:t>media fall into two categories: </a:t>
            </a:r>
            <a:r>
              <a:rPr lang="en-US" sz="2100" b="1" dirty="0"/>
              <a:t>guided media and unguided media</a:t>
            </a:r>
            <a:r>
              <a:rPr lang="en-US" sz="2100" dirty="0"/>
              <a:t>.</a:t>
            </a:r>
          </a:p>
          <a:p>
            <a:pPr marL="551260" lvl="2" indent="-215504">
              <a:buClr>
                <a:srgbClr val="0000A8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/>
              <a:t>With guided media, the waves are guided along a solid medium, such as a fiber-optic cable, </a:t>
            </a:r>
            <a:r>
              <a:rPr lang="en-US" sz="2100" dirty="0" smtClean="0"/>
              <a:t>a twisted-pair </a:t>
            </a:r>
            <a:r>
              <a:rPr lang="en-US" sz="2100" dirty="0"/>
              <a:t>copper wire, or a coaxial cable.</a:t>
            </a:r>
          </a:p>
          <a:p>
            <a:pPr marL="551260" lvl="2" indent="-215504">
              <a:buClr>
                <a:srgbClr val="0000A8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 smtClean="0"/>
              <a:t>With </a:t>
            </a:r>
            <a:r>
              <a:rPr lang="en-US" sz="2100" dirty="0"/>
              <a:t>unguided media, the waves propagate in the atmosphere and in outer space, such as in </a:t>
            </a:r>
            <a:r>
              <a:rPr lang="en-US" sz="2100" dirty="0" smtClean="0"/>
              <a:t>a wireless </a:t>
            </a:r>
            <a:r>
              <a:rPr lang="en-US" sz="2100" dirty="0"/>
              <a:t>LAN or a digital satellite channel</a:t>
            </a:r>
            <a:r>
              <a:rPr lang="en-US" altLang="en-US" sz="2100" dirty="0" smtClean="0"/>
              <a:t> </a:t>
            </a:r>
            <a:endParaRPr lang="en-US" sz="2100" dirty="0"/>
          </a:p>
        </p:txBody>
      </p:sp>
      <p:sp>
        <p:nvSpPr>
          <p:cNvPr id="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17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58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Links: physical media</a:t>
            </a:r>
            <a:endParaRPr lang="en-US" dirty="0"/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B41BDD21-3AA2-5A47-848F-E5981CBA9334}"/>
              </a:ext>
            </a:extLst>
          </p:cNvPr>
          <p:cNvSpPr txBox="1">
            <a:spLocks noChangeArrowheads="1"/>
          </p:cNvSpPr>
          <p:nvPr/>
        </p:nvSpPr>
        <p:spPr>
          <a:xfrm>
            <a:off x="714376" y="1253933"/>
            <a:ext cx="3479252" cy="3486150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1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bit:</a:t>
            </a:r>
            <a:r>
              <a:rPr lang="en-US" altLang="en-US" sz="21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propagates between</a:t>
            </a:r>
            <a:br>
              <a:rPr lang="en-US" altLang="en-US" sz="2100" dirty="0">
                <a:ea typeface="ＭＳ Ｐゴシック" panose="020B0600070205080204" pitchFamily="34" charset="-128"/>
              </a:rPr>
            </a:br>
            <a:r>
              <a:rPr lang="en-US" altLang="en-US" sz="2100" dirty="0">
                <a:ea typeface="ＭＳ Ｐゴシック" panose="020B0600070205080204" pitchFamily="34" charset="-128"/>
              </a:rPr>
              <a:t>transmitter/receiver pairs</a:t>
            </a:r>
            <a:endParaRPr lang="en-US" altLang="en-US" sz="21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marL="215504" indent="-215504"/>
            <a:r>
              <a:rPr lang="en-US" altLang="en-US" sz="21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physical link:</a:t>
            </a:r>
            <a:r>
              <a:rPr lang="en-US" altLang="en-US" sz="2100" dirty="0">
                <a:ea typeface="ＭＳ Ｐゴシック" panose="020B0600070205080204" pitchFamily="34" charset="-128"/>
              </a:rPr>
              <a:t> what lies between transmitter &amp; receiver</a:t>
            </a:r>
          </a:p>
          <a:p>
            <a:pPr marL="215504" indent="-215504"/>
            <a:r>
              <a:rPr lang="en-US" altLang="en-US" sz="21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guided media: 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signals propagate in solid media: copper, fiber, coax</a:t>
            </a:r>
          </a:p>
          <a:p>
            <a:pPr marL="215504" indent="-215504"/>
            <a:r>
              <a:rPr lang="en-US" altLang="en-US" sz="21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unguided media:</a:t>
            </a:r>
            <a:r>
              <a:rPr lang="en-US" altLang="en-US" sz="2100" dirty="0">
                <a:ea typeface="ＭＳ Ｐゴシック" panose="020B0600070205080204" pitchFamily="34" charset="-128"/>
              </a:rPr>
              <a:t> 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signals propagate freely, e.g., radio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986260-6BBE-5549-A319-09906DD70AAA}"/>
              </a:ext>
            </a:extLst>
          </p:cNvPr>
          <p:cNvGrpSpPr/>
          <p:nvPr/>
        </p:nvGrpSpPr>
        <p:grpSpPr>
          <a:xfrm>
            <a:off x="4749917" y="1253934"/>
            <a:ext cx="4222195" cy="2708465"/>
            <a:chOff x="6333223" y="1671911"/>
            <a:chExt cx="5123052" cy="3611287"/>
          </a:xfrm>
        </p:grpSpPr>
        <p:sp>
          <p:nvSpPr>
            <p:cNvPr id="43" name="Rectangle 4">
              <a:extLst>
                <a:ext uri="{FF2B5EF4-FFF2-40B4-BE49-F238E27FC236}">
                  <a16:creationId xmlns:a16="http://schemas.microsoft.com/office/drawing/2014/main" id="{9573907E-68CA-1046-A0DB-1869CFA3841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11036" y="1671911"/>
              <a:ext cx="5045239" cy="3346450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257175">
                <a:buNone/>
                <a:defRPr/>
              </a:pPr>
              <a:r>
                <a:rPr lang="en-US" sz="2400" dirty="0">
                  <a:solidFill>
                    <a:srgbClr val="CC0000"/>
                  </a:solidFill>
                </a:rPr>
                <a:t>Twisted pair (TP</a:t>
              </a:r>
              <a:r>
                <a:rPr lang="en-US" sz="2400" dirty="0">
                  <a:solidFill>
                    <a:srgbClr val="FF0000"/>
                  </a:solidFill>
                </a:rPr>
                <a:t>)</a:t>
              </a:r>
              <a:endParaRPr lang="en-US" sz="2400" dirty="0"/>
            </a:p>
            <a:p>
              <a:pPr marL="171450" indent="-171450">
                <a:buFont typeface="Wingdings" charset="2"/>
                <a:buChar char="§"/>
                <a:defRPr/>
              </a:pPr>
              <a:r>
                <a:rPr lang="en-US" sz="1800" dirty="0"/>
                <a:t>two insulated copper wires</a:t>
              </a:r>
            </a:p>
            <a:p>
              <a:pPr marL="511969" lvl="1">
                <a:buSzPct val="100000"/>
                <a:buFont typeface="Arial"/>
                <a:buChar char="•"/>
                <a:defRPr/>
              </a:pPr>
              <a:r>
                <a:rPr lang="en-US" sz="1500" dirty="0"/>
                <a:t>Category 5: 100 Mbps, 1 Gbps Ethernet</a:t>
              </a:r>
            </a:p>
            <a:p>
              <a:pPr marL="511969" lvl="1">
                <a:buSzPct val="100000"/>
                <a:buFont typeface="Arial"/>
                <a:buChar char="•"/>
                <a:defRPr/>
              </a:pPr>
              <a:r>
                <a:rPr lang="en-US" sz="1500" dirty="0"/>
                <a:t>Category 6: 10Gbps Ethernet</a:t>
              </a:r>
            </a:p>
          </p:txBody>
        </p:sp>
        <p:pic>
          <p:nvPicPr>
            <p:cNvPr id="11266" name="Picture 2" descr="Twisted_Pair_Cables">
              <a:extLst>
                <a:ext uri="{FF2B5EF4-FFF2-40B4-BE49-F238E27FC236}">
                  <a16:creationId xmlns:a16="http://schemas.microsoft.com/office/drawing/2014/main" id="{D6B65C46-A39A-504A-B7AF-C7226316E1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3223" y="3476662"/>
              <a:ext cx="2220035" cy="1709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68" name="Picture 4" descr="Image result for twisted pair">
              <a:extLst>
                <a:ext uri="{FF2B5EF4-FFF2-40B4-BE49-F238E27FC236}">
                  <a16:creationId xmlns:a16="http://schemas.microsoft.com/office/drawing/2014/main" id="{BD4509EA-366C-1C41-A7BB-9925F1143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05176" y="3594371"/>
              <a:ext cx="2359134" cy="16888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18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50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Links: physical media</a:t>
            </a:r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ECEA851-800B-1A42-B1E6-3BCEBBFF06DD}"/>
              </a:ext>
            </a:extLst>
          </p:cNvPr>
          <p:cNvSpPr txBox="1">
            <a:spLocks noChangeArrowheads="1"/>
          </p:cNvSpPr>
          <p:nvPr/>
        </p:nvSpPr>
        <p:spPr>
          <a:xfrm>
            <a:off x="736696" y="990690"/>
            <a:ext cx="3731225" cy="324564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64306">
              <a:buNone/>
              <a:defRPr/>
            </a:pPr>
            <a:r>
              <a:rPr lang="en-US" sz="2400" dirty="0">
                <a:solidFill>
                  <a:srgbClr val="CC0000"/>
                </a:solidFill>
              </a:rPr>
              <a:t>Coaxial cable:</a:t>
            </a:r>
          </a:p>
          <a:p>
            <a:pPr marL="171450" indent="-171450">
              <a:buFont typeface="Wingdings" charset="2"/>
              <a:buChar char="§"/>
              <a:defRPr/>
            </a:pPr>
            <a:r>
              <a:rPr lang="en-US" sz="1800" dirty="0"/>
              <a:t>two concentric copper conductors</a:t>
            </a:r>
          </a:p>
          <a:p>
            <a:pPr marL="171450" indent="-171450">
              <a:buFont typeface="Wingdings" charset="2"/>
              <a:buChar char="§"/>
              <a:defRPr/>
            </a:pPr>
            <a:r>
              <a:rPr lang="en-US" sz="1800" dirty="0"/>
              <a:t>bidirectional</a:t>
            </a:r>
          </a:p>
          <a:p>
            <a:pPr marL="171450" indent="-171450">
              <a:buFont typeface="Wingdings" charset="2"/>
              <a:buChar char="§"/>
              <a:defRPr/>
            </a:pPr>
            <a:r>
              <a:rPr lang="en-US" sz="1800" dirty="0"/>
              <a:t>broadband:</a:t>
            </a:r>
          </a:p>
          <a:p>
            <a:pPr marL="511969" lvl="1" indent="-169069">
              <a:buFont typeface="Arial"/>
              <a:buChar char="•"/>
              <a:defRPr/>
            </a:pPr>
            <a:r>
              <a:rPr lang="en-US" sz="1500" dirty="0"/>
              <a:t>multiple frequency channels on cable</a:t>
            </a:r>
          </a:p>
          <a:p>
            <a:pPr marL="511969" lvl="1" indent="-169069">
              <a:buFont typeface="Arial"/>
              <a:buChar char="•"/>
              <a:defRPr/>
            </a:pPr>
            <a:r>
              <a:rPr lang="en-US" sz="1500" dirty="0"/>
              <a:t>100’s Mbps per channel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4259C2-0AA0-BE4D-A5F7-362CC0D6A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692153">
            <a:off x="1306567" y="2875950"/>
            <a:ext cx="1390815" cy="139081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F6FF9DA-97F1-3A4B-8FA4-5FF000565416}"/>
              </a:ext>
            </a:extLst>
          </p:cNvPr>
          <p:cNvGrpSpPr/>
          <p:nvPr/>
        </p:nvGrpSpPr>
        <p:grpSpPr>
          <a:xfrm>
            <a:off x="4594302" y="957430"/>
            <a:ext cx="4377811" cy="3989729"/>
            <a:chOff x="6360527" y="1276574"/>
            <a:chExt cx="5602289" cy="5319638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0636A257-4BF5-0D40-8994-53C8EDAFC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0527" y="1276574"/>
              <a:ext cx="5602289" cy="3438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682625" indent="-2254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itchFamily="2" charset="2"/>
                <a:buNone/>
              </a:pPr>
              <a:r>
                <a:rPr lang="en-US" altLang="en-US" dirty="0">
                  <a:solidFill>
                    <a:srgbClr val="CC0000"/>
                  </a:solidFill>
                  <a:latin typeface="+mn-lt"/>
                </a:rPr>
                <a:t>Fiber optic cable:</a:t>
              </a:r>
            </a:p>
            <a:p>
              <a: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itchFamily="2" charset="2"/>
                <a:buChar char="§"/>
              </a:pPr>
              <a:r>
                <a:rPr lang="en-US" altLang="en-US" sz="1800" dirty="0">
                  <a:latin typeface="+mn-lt"/>
                </a:rPr>
                <a:t>glass fiber carrying light pulses, each pulse a bit</a:t>
              </a:r>
            </a:p>
            <a:p>
              <a: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itchFamily="2" charset="2"/>
                <a:buChar char="§"/>
              </a:pPr>
              <a:r>
                <a:rPr lang="en-US" altLang="en-US" sz="1800" dirty="0">
                  <a:latin typeface="+mn-lt"/>
                </a:rPr>
                <a:t>high-speed operation:</a:t>
              </a:r>
            </a:p>
            <a:p>
              <a:pPr lvl="1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</a:pPr>
              <a:r>
                <a:rPr lang="en-US" altLang="en-US" sz="1800" dirty="0">
                  <a:latin typeface="+mn-lt"/>
                </a:rPr>
                <a:t>high-speed point-to-point transmission (10’</a:t>
              </a:r>
              <a:r>
                <a:rPr lang="en-US" altLang="ja-JP" sz="1800" dirty="0">
                  <a:latin typeface="+mn-lt"/>
                </a:rPr>
                <a:t>s-100’s Gbps)</a:t>
              </a:r>
            </a:p>
            <a:p>
              <a: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itchFamily="2" charset="2"/>
                <a:buChar char="§"/>
              </a:pPr>
              <a:r>
                <a:rPr lang="en-US" altLang="en-US" sz="1800" dirty="0">
                  <a:latin typeface="+mn-lt"/>
                </a:rPr>
                <a:t>low error rate: </a:t>
              </a:r>
            </a:p>
            <a:p>
              <a:pPr lvl="1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</a:pPr>
              <a:r>
                <a:rPr lang="en-US" altLang="en-US" sz="1800" dirty="0">
                  <a:latin typeface="+mn-lt"/>
                </a:rPr>
                <a:t>repeaters spaced far apart </a:t>
              </a:r>
            </a:p>
            <a:p>
              <a:pPr lvl="1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</a:pPr>
              <a:r>
                <a:rPr lang="en-US" altLang="en-US" sz="1800" dirty="0">
                  <a:latin typeface="+mn-lt"/>
                </a:rPr>
                <a:t>immune to electromagnetic noise</a:t>
              </a:r>
            </a:p>
          </p:txBody>
        </p:sp>
        <p:pic>
          <p:nvPicPr>
            <p:cNvPr id="12290" name="Picture 2" descr="Image result for optical fiber">
              <a:extLst>
                <a:ext uri="{FF2B5EF4-FFF2-40B4-BE49-F238E27FC236}">
                  <a16:creationId xmlns:a16="http://schemas.microsoft.com/office/drawing/2014/main" id="{DE83E3CC-89A7-4743-A47D-FE0D94F681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5119" y="4700678"/>
              <a:ext cx="2872373" cy="1895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19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62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Links: physical media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FE4FCF6-C044-7F40-BE10-AF4FF95479A4}"/>
              </a:ext>
            </a:extLst>
          </p:cNvPr>
          <p:cNvSpPr txBox="1">
            <a:spLocks noChangeArrowheads="1"/>
          </p:cNvSpPr>
          <p:nvPr/>
        </p:nvSpPr>
        <p:spPr>
          <a:xfrm>
            <a:off x="714375" y="1015815"/>
            <a:ext cx="3619732" cy="3657600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Wireless radio</a:t>
            </a:r>
          </a:p>
          <a:p>
            <a:pPr marL="217885" indent="-171450"/>
            <a:r>
              <a:rPr lang="en-US" altLang="en-US" sz="2100" dirty="0">
                <a:ea typeface="ＭＳ Ｐゴシック" panose="020B0600070205080204" pitchFamily="34" charset="-128"/>
              </a:rPr>
              <a:t>signal carried in electromagnetic spectrum</a:t>
            </a:r>
          </a:p>
          <a:p>
            <a:pPr marL="217885" indent="-171450"/>
            <a:r>
              <a:rPr lang="en-US" altLang="en-US" sz="2100" dirty="0">
                <a:ea typeface="ＭＳ Ｐゴシック" panose="020B0600070205080204" pitchFamily="34" charset="-128"/>
              </a:rPr>
              <a:t>no physical “</a:t>
            </a:r>
            <a:r>
              <a:rPr lang="en-US" altLang="ja-JP" sz="2100" dirty="0">
                <a:ea typeface="ＭＳ Ｐゴシック" panose="020B0600070205080204" pitchFamily="34" charset="-128"/>
              </a:rPr>
              <a:t>wire”</a:t>
            </a:r>
          </a:p>
          <a:p>
            <a:pPr marL="217885" indent="-171450"/>
            <a:r>
              <a:rPr lang="en-US" altLang="en-US" sz="2100" dirty="0">
                <a:ea typeface="ＭＳ Ｐゴシック" panose="020B0600070205080204" pitchFamily="34" charset="-128"/>
              </a:rPr>
              <a:t>broadcast and “half-duplex” </a:t>
            </a:r>
            <a:r>
              <a:rPr lang="en-US" altLang="en-US" sz="1800" dirty="0">
                <a:ea typeface="ＭＳ Ｐゴシック" panose="020B0600070205080204" pitchFamily="34" charset="-128"/>
              </a:rPr>
              <a:t>(sender to receiver)</a:t>
            </a:r>
          </a:p>
          <a:p>
            <a:pPr marL="217885" indent="-171450">
              <a:spcBef>
                <a:spcPts val="45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propagation environment effects:</a:t>
            </a:r>
          </a:p>
          <a:p>
            <a:pPr marL="476250" lvl="1" indent="-172641">
              <a:spcBef>
                <a:spcPts val="225"/>
              </a:spcBef>
            </a:pPr>
            <a:r>
              <a:rPr lang="en-US" altLang="en-US" sz="2100" dirty="0">
                <a:ea typeface="Arial" panose="020B0604020202020204" pitchFamily="34" charset="0"/>
              </a:rPr>
              <a:t>reflection </a:t>
            </a:r>
          </a:p>
          <a:p>
            <a:pPr marL="476250" lvl="1" indent="-172641">
              <a:spcBef>
                <a:spcPts val="225"/>
              </a:spcBef>
            </a:pPr>
            <a:r>
              <a:rPr lang="en-US" altLang="en-US" sz="2100" dirty="0">
                <a:ea typeface="Arial" panose="020B0604020202020204" pitchFamily="34" charset="0"/>
              </a:rPr>
              <a:t>obstruction by objects</a:t>
            </a:r>
          </a:p>
          <a:p>
            <a:pPr marL="476250" lvl="1" indent="-172641">
              <a:spcBef>
                <a:spcPts val="225"/>
              </a:spcBef>
            </a:pPr>
            <a:r>
              <a:rPr lang="en-US" altLang="en-US" sz="2100" dirty="0">
                <a:ea typeface="Arial" panose="020B0604020202020204" pitchFamily="34" charset="0"/>
              </a:rPr>
              <a:t>interference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111B3EB7-227E-F543-AA3C-890766F25AA8}"/>
              </a:ext>
            </a:extLst>
          </p:cNvPr>
          <p:cNvSpPr txBox="1">
            <a:spLocks noChangeArrowheads="1"/>
          </p:cNvSpPr>
          <p:nvPr/>
        </p:nvSpPr>
        <p:spPr>
          <a:xfrm>
            <a:off x="4762171" y="1015815"/>
            <a:ext cx="3526550" cy="383871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spcBef>
                <a:spcPct val="20000"/>
              </a:spcBef>
              <a:buClr>
                <a:schemeClr val="accent2"/>
              </a:buClr>
              <a:buSzPct val="85000"/>
              <a:buNone/>
              <a:defRPr/>
            </a:pPr>
            <a:r>
              <a:rPr lang="en-US" sz="2400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Radio link types:</a:t>
            </a:r>
          </a:p>
          <a:p>
            <a:pPr marL="257175" indent="-21074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terrestrial  microwave</a:t>
            </a:r>
          </a:p>
          <a:p>
            <a:pPr marL="476250" lvl="1" indent="-17264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defRPr/>
            </a:pPr>
            <a:r>
              <a:rPr lang="en-US" sz="15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up to 45 </a:t>
            </a:r>
            <a:r>
              <a:rPr lang="en-US" sz="18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Mbps</a:t>
            </a:r>
            <a:r>
              <a:rPr lang="en-US" sz="15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channels</a:t>
            </a:r>
          </a:p>
          <a:p>
            <a:pPr marL="257175" indent="-21074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Wireless LAN</a:t>
            </a:r>
            <a:r>
              <a:rPr lang="en-US" sz="21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(</a:t>
            </a:r>
            <a:r>
              <a:rPr lang="en-US" sz="2100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WiFi</a:t>
            </a:r>
            <a:r>
              <a:rPr lang="en-US" sz="21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)</a:t>
            </a:r>
          </a:p>
          <a:p>
            <a:pPr marL="476250" lvl="1" indent="-17264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Up to 100’s Mbps</a:t>
            </a:r>
          </a:p>
          <a:p>
            <a:pPr marL="257175" indent="-21074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wide-area</a:t>
            </a:r>
            <a:r>
              <a:rPr lang="en-US" sz="21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(e.g., cellular)</a:t>
            </a:r>
          </a:p>
          <a:p>
            <a:pPr marL="476250" lvl="1" indent="-17264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4G cellular: ~ 10’s Mbps</a:t>
            </a:r>
          </a:p>
          <a:p>
            <a:pPr marL="257175" indent="-21074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satellite</a:t>
            </a:r>
          </a:p>
          <a:p>
            <a:pPr marL="514350" lvl="1" indent="-1714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up to 45 Mbps per channel</a:t>
            </a:r>
          </a:p>
          <a:p>
            <a:pPr marL="514350" lvl="1" indent="-1714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270 msec end-end delay</a:t>
            </a:r>
          </a:p>
          <a:p>
            <a:pPr marL="514350" lvl="1" indent="-1714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geosynchronous versus low-earth-orbit </a:t>
            </a:r>
            <a:endParaRPr lang="en-US" sz="1500" dirty="0"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20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47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Links: physical media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FE4FCF6-C044-7F40-BE10-AF4FF95479A4}"/>
              </a:ext>
            </a:extLst>
          </p:cNvPr>
          <p:cNvSpPr txBox="1">
            <a:spLocks noChangeArrowheads="1"/>
          </p:cNvSpPr>
          <p:nvPr/>
        </p:nvSpPr>
        <p:spPr>
          <a:xfrm>
            <a:off x="714375" y="1015815"/>
            <a:ext cx="3619732" cy="36576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LAN (e.g., </a:t>
            </a:r>
            <a:r>
              <a:rPr lang="en-US" altLang="en-US" sz="2400" dirty="0" err="1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WiFi</a:t>
            </a:r>
            <a:r>
              <a:rPr lang="en-US" altLang="en-US" sz="2400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)</a:t>
            </a:r>
            <a:endParaRPr lang="en-US" altLang="en-US" sz="24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pPr marL="217885" indent="-171450"/>
            <a:r>
              <a:rPr lang="en-US" altLang="en-US" sz="2100" dirty="0" smtClean="0">
                <a:ea typeface="ＭＳ Ｐゴシック" panose="020B0600070205080204" pitchFamily="34" charset="-128"/>
              </a:rPr>
              <a:t>54 Mbps</a:t>
            </a:r>
            <a:endParaRPr lang="en-US" altLang="en-US" sz="2100" dirty="0">
              <a:ea typeface="ＭＳ Ｐゴシック" panose="020B0600070205080204" pitchFamily="34" charset="-128"/>
            </a:endParaRPr>
          </a:p>
          <a:p>
            <a:pPr marL="217885" indent="-171450"/>
            <a:r>
              <a:rPr lang="en-US" altLang="en-US" sz="2100" dirty="0" smtClean="0">
                <a:ea typeface="ＭＳ Ｐゴシック" panose="020B0600070205080204" pitchFamily="34" charset="-128"/>
              </a:rPr>
              <a:t>A building</a:t>
            </a:r>
          </a:p>
          <a:p>
            <a:pPr marL="217885" indent="-171450"/>
            <a:r>
              <a:rPr lang="en-US" altLang="en-US" sz="2100" dirty="0" smtClean="0">
                <a:ea typeface="ＭＳ Ｐゴシック" panose="020B0600070205080204" pitchFamily="34" charset="-128"/>
              </a:rPr>
              <a:t>Penetrate through walls</a:t>
            </a:r>
            <a:endParaRPr lang="en-US" altLang="en-US" sz="2100" dirty="0">
              <a:ea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883" y="1589042"/>
            <a:ext cx="4027852" cy="2900456"/>
          </a:xfrm>
          <a:prstGeom prst="rect">
            <a:avLst/>
          </a:prstGeom>
        </p:spPr>
      </p:pic>
      <p:sp>
        <p:nvSpPr>
          <p:cNvPr id="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21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13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Links: physical media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FE4FCF6-C044-7F40-BE10-AF4FF95479A4}"/>
              </a:ext>
            </a:extLst>
          </p:cNvPr>
          <p:cNvSpPr txBox="1">
            <a:spLocks noChangeArrowheads="1"/>
          </p:cNvSpPr>
          <p:nvPr/>
        </p:nvSpPr>
        <p:spPr>
          <a:xfrm>
            <a:off x="714375" y="1015815"/>
            <a:ext cx="7302094" cy="178238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Microwave</a:t>
            </a:r>
            <a:endParaRPr lang="en-US" altLang="en-US" sz="24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pPr marL="217885" indent="-171450"/>
            <a:r>
              <a:rPr lang="en-US" altLang="en-US" sz="2100" dirty="0" smtClean="0">
                <a:ea typeface="ＭＳ Ｐゴシック" panose="020B0600070205080204" pitchFamily="34" charset="-128"/>
              </a:rPr>
              <a:t>Used for long distance telephone service</a:t>
            </a:r>
            <a:endParaRPr lang="en-US" altLang="en-US" sz="2100" dirty="0">
              <a:ea typeface="ＭＳ Ｐゴシック" panose="020B0600070205080204" pitchFamily="34" charset="-128"/>
            </a:endParaRPr>
          </a:p>
          <a:p>
            <a:pPr marL="217885" indent="-171450"/>
            <a:r>
              <a:rPr lang="en-US" altLang="en-US" sz="2100" dirty="0" smtClean="0">
                <a:ea typeface="ＭＳ Ｐゴシック" panose="020B0600070205080204" pitchFamily="34" charset="-128"/>
              </a:rPr>
              <a:t>Parabolic dish mounted high</a:t>
            </a:r>
          </a:p>
          <a:p>
            <a:pPr marL="217885" indent="-171450"/>
            <a:r>
              <a:rPr lang="en-US" altLang="en-US" sz="2100" dirty="0" smtClean="0">
                <a:ea typeface="ＭＳ Ｐゴシック" panose="020B0600070205080204" pitchFamily="34" charset="-128"/>
              </a:rPr>
              <a:t>Used for both voice and TV transmission</a:t>
            </a:r>
            <a:endParaRPr lang="en-US" altLang="en-US" sz="2100" dirty="0">
              <a:ea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092" y="2683592"/>
            <a:ext cx="5624047" cy="2263336"/>
          </a:xfrm>
          <a:prstGeom prst="rect">
            <a:avLst/>
          </a:prstGeom>
        </p:spPr>
      </p:pic>
      <p:sp>
        <p:nvSpPr>
          <p:cNvPr id="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46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Links: physical media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FE4FCF6-C044-7F40-BE10-AF4FF95479A4}"/>
              </a:ext>
            </a:extLst>
          </p:cNvPr>
          <p:cNvSpPr txBox="1">
            <a:spLocks noChangeArrowheads="1"/>
          </p:cNvSpPr>
          <p:nvPr/>
        </p:nvSpPr>
        <p:spPr>
          <a:xfrm>
            <a:off x="714375" y="1015815"/>
            <a:ext cx="7302094" cy="135612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Satellite</a:t>
            </a:r>
            <a:endParaRPr lang="en-US" altLang="en-US" sz="24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pPr marL="217885" indent="-171450"/>
            <a:r>
              <a:rPr lang="en-US" altLang="en-US" sz="2100" dirty="0" smtClean="0">
                <a:ea typeface="ＭＳ Ｐゴシック" panose="020B0600070205080204" pitchFamily="34" charset="-128"/>
              </a:rPr>
              <a:t>Kbps to 45 Mbps channel (or multiple smaller channels</a:t>
            </a:r>
            <a:endParaRPr lang="en-US" altLang="en-US" sz="2100" dirty="0">
              <a:ea typeface="ＭＳ Ｐゴシック" panose="020B0600070205080204" pitchFamily="34" charset="-128"/>
            </a:endParaRPr>
          </a:p>
          <a:p>
            <a:pPr marL="217885" indent="-171450"/>
            <a:r>
              <a:rPr lang="en-US" altLang="en-US" sz="2100" dirty="0" smtClean="0">
                <a:ea typeface="ＭＳ Ｐゴシック" panose="020B0600070205080204" pitchFamily="34" charset="-128"/>
              </a:rPr>
              <a:t>270 msec end-end delay</a:t>
            </a:r>
            <a:endParaRPr lang="en-US" altLang="en-US" sz="2100" dirty="0">
              <a:ea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698" y="2187948"/>
            <a:ext cx="5121084" cy="2644369"/>
          </a:xfrm>
          <a:prstGeom prst="rect">
            <a:avLst/>
          </a:prstGeom>
        </p:spPr>
      </p:pic>
      <p:sp>
        <p:nvSpPr>
          <p:cNvPr id="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23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67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1551</Words>
  <Application>Microsoft Office PowerPoint</Application>
  <PresentationFormat>On-screen Show (16:9)</PresentationFormat>
  <Paragraphs>532</Paragraphs>
  <Slides>23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Source Sans Pro</vt:lpstr>
      <vt:lpstr>Roboto Slab</vt:lpstr>
      <vt:lpstr>Calibri</vt:lpstr>
      <vt:lpstr>ＭＳ Ｐゴシック</vt:lpstr>
      <vt:lpstr>Wingdings</vt:lpstr>
      <vt:lpstr>ＭＳ Ｐゴシック</vt:lpstr>
      <vt:lpstr>Gill Sans MT</vt:lpstr>
      <vt:lpstr>Arial</vt:lpstr>
      <vt:lpstr>Times New Roman</vt:lpstr>
      <vt:lpstr>Cordelia template</vt:lpstr>
      <vt:lpstr>Clip</vt:lpstr>
      <vt:lpstr> </vt:lpstr>
      <vt:lpstr>Chapter 1: Computer Networks and the Internet</vt:lpstr>
      <vt:lpstr>A closer look at Internet structure</vt:lpstr>
      <vt:lpstr>A closer look at Internet structure</vt:lpstr>
      <vt:lpstr>A closer look at Internet structure</vt:lpstr>
      <vt:lpstr>Access networks and physical media</vt:lpstr>
      <vt:lpstr>Access networks: digital subscriber line (DSL)</vt:lpstr>
      <vt:lpstr>Access networks: digital subscriber line (DSL)</vt:lpstr>
      <vt:lpstr>Access networks: cable-based access</vt:lpstr>
      <vt:lpstr>Access networks: cable-based access</vt:lpstr>
      <vt:lpstr>Access networks: cable-based access</vt:lpstr>
      <vt:lpstr>Access networks: Fiber to the home internet access</vt:lpstr>
      <vt:lpstr>Access networks: Fiber to the home internet access</vt:lpstr>
      <vt:lpstr>Access networks: home networks</vt:lpstr>
      <vt:lpstr>Wireless access networks</vt:lpstr>
      <vt:lpstr>Access networks: enterprise networks</vt:lpstr>
      <vt:lpstr>Links: physical media</vt:lpstr>
      <vt:lpstr>Links: physical media</vt:lpstr>
      <vt:lpstr>Links: physical media</vt:lpstr>
      <vt:lpstr>Links: physical media</vt:lpstr>
      <vt:lpstr>Links: physical media</vt:lpstr>
      <vt:lpstr>Links: physical media</vt:lpstr>
      <vt:lpstr>Links: physical media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cp:lastModifiedBy>user</cp:lastModifiedBy>
  <cp:revision>35</cp:revision>
  <dcterms:modified xsi:type="dcterms:W3CDTF">2025-04-28T03:29:37Z</dcterms:modified>
</cp:coreProperties>
</file>