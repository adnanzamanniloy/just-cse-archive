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8173-E9A9-146E-E8A4-13545042DA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3344BE-FDDF-F3F8-10C0-57ADBACF5C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9696DC-61FD-35B6-A090-5F1C8BC278C7}"/>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1F1F9102-652A-2EA9-730B-3342DAE7C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DF863-17F4-A535-503C-CBD78949C0E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33303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FCFA-1CE1-3B2D-D828-B04C4696A0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1B550-ADB7-27A6-7C77-860684CE2F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1A407-D985-CC8B-0F80-66F3823C92D5}"/>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54622415-58D0-82A9-53AF-93565AB6A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73E70-36E3-BE58-7CBF-FE46E04DEE5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3716403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BC86-4C88-37AD-B59F-B2DDB2FC2C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C0C00B-6F82-9F59-54B6-17F7BC40B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DC5066-0182-1A7A-5035-AF36C7B8D668}"/>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84D696B8-60E9-3BE7-9F39-58E915925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2BE66-09EB-C9EE-E6DA-129B8CC92354}"/>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689205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79C4-AF08-71A1-4976-349D0F2C71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51FF14-7679-B71A-CA3C-DDCE632424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EBD809-B7CB-B155-D188-C4BBDAFB6B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6C5D57-8E44-8F57-57D8-E1E99CA4DB55}"/>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6" name="Footer Placeholder 5">
            <a:extLst>
              <a:ext uri="{FF2B5EF4-FFF2-40B4-BE49-F238E27FC236}">
                <a16:creationId xmlns:a16="http://schemas.microsoft.com/office/drawing/2014/main" id="{078A4214-4EEB-C16C-80AD-ABE6DAC9A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2CAEB-30D7-BC48-9E8F-ABA16032019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180571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F6A0-F65D-2206-8918-8EDE8B4DB6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F2E19-1354-3922-6449-507DBF0BF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342B9-80CC-F3E5-CE94-6E806BD610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73A060-D93E-5F7A-AE2F-4598C6BECF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6C84E2-A1CB-F774-E055-366A6CF39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26BB27-C3F4-335F-DA98-2DEAE46023B7}"/>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8" name="Footer Placeholder 7">
            <a:extLst>
              <a:ext uri="{FF2B5EF4-FFF2-40B4-BE49-F238E27FC236}">
                <a16:creationId xmlns:a16="http://schemas.microsoft.com/office/drawing/2014/main" id="{D00F0086-D729-BADA-4A09-9366CEC7D6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1B6D73-920E-C000-0711-8293C9515290}"/>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183679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EA815-9A7E-C9CF-1382-98FFC3369C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3794AE-D6EB-1A1D-3124-B32EF948B866}"/>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4" name="Footer Placeholder 3">
            <a:extLst>
              <a:ext uri="{FF2B5EF4-FFF2-40B4-BE49-F238E27FC236}">
                <a16:creationId xmlns:a16="http://schemas.microsoft.com/office/drawing/2014/main" id="{B9F0086C-62EE-6833-024F-AB311D2695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F95142-85FF-98B3-1AE9-0FC431BD128B}"/>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2541136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AF6EDA-C984-80D1-CDC8-9A541BBDF9EB}"/>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3" name="Footer Placeholder 2">
            <a:extLst>
              <a:ext uri="{FF2B5EF4-FFF2-40B4-BE49-F238E27FC236}">
                <a16:creationId xmlns:a16="http://schemas.microsoft.com/office/drawing/2014/main" id="{529F64E1-5078-BEA1-4BD6-00F9033460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344B1D-BCB2-BCF4-6D55-97590BA66C1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91199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114C-D203-245C-39DA-4F555B132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D84B43-87BA-977D-9746-4C6C78B702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23183E-7565-F5CE-CF89-A54982C33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1A959A-B131-1ABE-F8E4-6839EAB195C4}"/>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6" name="Footer Placeholder 5">
            <a:extLst>
              <a:ext uri="{FF2B5EF4-FFF2-40B4-BE49-F238E27FC236}">
                <a16:creationId xmlns:a16="http://schemas.microsoft.com/office/drawing/2014/main" id="{CAB4432D-AA29-7C09-3BCC-3DBAAC63B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0BC39-5D6F-4151-E731-F29A4E814238}"/>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40040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1A53-0E72-A77C-216A-2391EA255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8DCD3E-1AB8-A796-C093-C7793E832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073DE4-D0CC-9672-30E8-488E678D0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84B55D-43A8-F2E5-2DC3-FC56BFA254A0}"/>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6" name="Footer Placeholder 5">
            <a:extLst>
              <a:ext uri="{FF2B5EF4-FFF2-40B4-BE49-F238E27FC236}">
                <a16:creationId xmlns:a16="http://schemas.microsoft.com/office/drawing/2014/main" id="{F6E126F9-8A9C-972D-6907-9D332720F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D546F0-D6D9-FC22-5B2D-76C707A60332}"/>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077765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AAE3D-1715-7215-7994-FC15CCE337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25E6A1-0E13-5A5E-59F4-6CAE974188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35BF9-FCA6-E2DD-FADD-6A888A9A9289}"/>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5E852D08-244D-B52D-1B1B-3A779C86D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1CAD0-5C97-2464-9592-C6DC9F46BFF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3666469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C46D4-D6C4-60C5-EB4D-E236D87334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9F2938-C86F-0B11-AB46-F55D2D5841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DC173-6C4D-C02D-6E77-D3FEF39309B4}"/>
              </a:ext>
            </a:extLst>
          </p:cNvPr>
          <p:cNvSpPr>
            <a:spLocks noGrp="1"/>
          </p:cNvSpPr>
          <p:nvPr>
            <p:ph type="dt" sz="half" idx="10"/>
          </p:nvPr>
        </p:nvSpPr>
        <p:spPr/>
        <p:txBody>
          <a:body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605F8340-D8AA-FEEB-1C88-47C73994B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CC298-FB71-D7EE-72A1-8C3B4E0DB62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256545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B1D3E5-3C21-002F-40A5-A144BBEF15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80BC4C-A9B6-760E-E476-D3039F66C6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FA363-6A80-7409-2FE1-F55277AF6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439F61-3D69-4DFA-8CAC-014831A48E7F}" type="datetimeFigureOut">
              <a:rPr lang="en-US" smtClean="0"/>
              <a:t>7/11/2025</a:t>
            </a:fld>
            <a:endParaRPr lang="en-US"/>
          </a:p>
        </p:txBody>
      </p:sp>
      <p:sp>
        <p:nvSpPr>
          <p:cNvPr id="5" name="Footer Placeholder 4">
            <a:extLst>
              <a:ext uri="{FF2B5EF4-FFF2-40B4-BE49-F238E27FC236}">
                <a16:creationId xmlns:a16="http://schemas.microsoft.com/office/drawing/2014/main" id="{528E6DD6-387A-A231-AB89-04D6A0937C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F63D9D-0857-7009-D5D0-F64D986AC8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064ED3-533E-4E43-979A-F0AB66A5A5AB}" type="slidenum">
              <a:rPr lang="en-US" smtClean="0"/>
              <a:t>‹#›</a:t>
            </a:fld>
            <a:endParaRPr lang="en-US"/>
          </a:p>
        </p:txBody>
      </p:sp>
    </p:spTree>
    <p:extLst>
      <p:ext uri="{BB962C8B-B14F-4D97-AF65-F5344CB8AC3E}">
        <p14:creationId xmlns:p14="http://schemas.microsoft.com/office/powerpoint/2010/main" val="556701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8555-AED5-9E53-D152-AFE736393F11}"/>
              </a:ext>
            </a:extLst>
          </p:cNvPr>
          <p:cNvSpPr>
            <a:spLocks noGrp="1"/>
          </p:cNvSpPr>
          <p:nvPr>
            <p:ph type="ctrTitle"/>
          </p:nvPr>
        </p:nvSpPr>
        <p:spPr/>
        <p:txBody>
          <a:bodyPr/>
          <a:lstStyle/>
          <a:p>
            <a:r>
              <a:rPr lang="en-US" dirty="0"/>
              <a:t>Software Engineering</a:t>
            </a:r>
          </a:p>
        </p:txBody>
      </p:sp>
      <p:sp>
        <p:nvSpPr>
          <p:cNvPr id="3" name="Subtitle 2">
            <a:extLst>
              <a:ext uri="{FF2B5EF4-FFF2-40B4-BE49-F238E27FC236}">
                <a16:creationId xmlns:a16="http://schemas.microsoft.com/office/drawing/2014/main" id="{C43C4949-6B3F-6F24-4578-8D4DD25A2853}"/>
              </a:ext>
            </a:extLst>
          </p:cNvPr>
          <p:cNvSpPr>
            <a:spLocks noGrp="1"/>
          </p:cNvSpPr>
          <p:nvPr>
            <p:ph type="subTitle" idx="1"/>
          </p:nvPr>
        </p:nvSpPr>
        <p:spPr/>
        <p:txBody>
          <a:bodyPr/>
          <a:lstStyle/>
          <a:p>
            <a:r>
              <a:rPr lang="en-US" dirty="0"/>
              <a:t>Dr. Md. Nasim Adnan</a:t>
            </a:r>
          </a:p>
        </p:txBody>
      </p:sp>
    </p:spTree>
    <p:extLst>
      <p:ext uri="{BB962C8B-B14F-4D97-AF65-F5344CB8AC3E}">
        <p14:creationId xmlns:p14="http://schemas.microsoft.com/office/powerpoint/2010/main" val="353539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3CDA7-0070-AF7D-6617-4185FB1DB43B}"/>
              </a:ext>
            </a:extLst>
          </p:cNvPr>
          <p:cNvSpPr>
            <a:spLocks noGrp="1"/>
          </p:cNvSpPr>
          <p:nvPr>
            <p:ph type="title"/>
          </p:nvPr>
        </p:nvSpPr>
        <p:spPr/>
        <p:txBody>
          <a:bodyPr/>
          <a:lstStyle/>
          <a:p>
            <a:r>
              <a:rPr lang="en-US" dirty="0"/>
              <a:t>Code Smells</a:t>
            </a:r>
          </a:p>
        </p:txBody>
      </p:sp>
      <p:sp>
        <p:nvSpPr>
          <p:cNvPr id="3" name="Content Placeholder 2">
            <a:extLst>
              <a:ext uri="{FF2B5EF4-FFF2-40B4-BE49-F238E27FC236}">
                <a16:creationId xmlns:a16="http://schemas.microsoft.com/office/drawing/2014/main" id="{EB6BA0B5-FC38-E210-7B3E-99B4079CDF71}"/>
              </a:ext>
            </a:extLst>
          </p:cNvPr>
          <p:cNvSpPr>
            <a:spLocks noGrp="1"/>
          </p:cNvSpPr>
          <p:nvPr>
            <p:ph idx="1"/>
          </p:nvPr>
        </p:nvSpPr>
        <p:spPr>
          <a:xfrm>
            <a:off x="838200" y="1445342"/>
            <a:ext cx="10515600" cy="5047533"/>
          </a:xfrm>
        </p:spPr>
        <p:txBody>
          <a:bodyPr>
            <a:normAutofit lnSpcReduction="10000"/>
          </a:bodyPr>
          <a:lstStyle/>
          <a:p>
            <a:pPr algn="just"/>
            <a:r>
              <a:rPr lang="en-US" dirty="0"/>
              <a:t>Code smell refers to symptoms in code that indicate deeper problems in its design or structure. While code smells don’t necessarily break functionality, they suggest areas that could lead to maintenance difficulties, bugs, or poor performance down the line.</a:t>
            </a:r>
          </a:p>
          <a:p>
            <a:pPr algn="just"/>
            <a:r>
              <a:rPr lang="en-US" dirty="0"/>
              <a:t>Some common types of code smells:</a:t>
            </a:r>
          </a:p>
          <a:p>
            <a:pPr lvl="1" algn="just"/>
            <a:r>
              <a:rPr lang="en-US" dirty="0"/>
              <a:t>Inappropriate Naming</a:t>
            </a:r>
          </a:p>
          <a:p>
            <a:pPr lvl="1" algn="just"/>
            <a:r>
              <a:rPr lang="en-US" dirty="0"/>
              <a:t>Comments</a:t>
            </a:r>
          </a:p>
          <a:p>
            <a:pPr lvl="1" algn="just"/>
            <a:r>
              <a:rPr lang="en-US" dirty="0"/>
              <a:t>Dead code</a:t>
            </a:r>
          </a:p>
          <a:p>
            <a:pPr lvl="1" algn="just"/>
            <a:r>
              <a:rPr lang="en-US"/>
              <a:t>Primitive </a:t>
            </a:r>
            <a:r>
              <a:rPr lang="en-US" dirty="0"/>
              <a:t>obsession</a:t>
            </a:r>
          </a:p>
          <a:p>
            <a:pPr lvl="1" algn="just"/>
            <a:r>
              <a:rPr lang="en-US" dirty="0"/>
              <a:t>Large class </a:t>
            </a:r>
          </a:p>
          <a:p>
            <a:pPr lvl="1" algn="just"/>
            <a:r>
              <a:rPr lang="en-US" dirty="0"/>
              <a:t>God class</a:t>
            </a:r>
          </a:p>
          <a:p>
            <a:pPr lvl="1" algn="just"/>
            <a:r>
              <a:rPr lang="en-US" dirty="0"/>
              <a:t>Lazy class</a:t>
            </a:r>
          </a:p>
          <a:p>
            <a:pPr lvl="1" algn="just"/>
            <a:r>
              <a:rPr lang="en-US" dirty="0"/>
              <a:t>Black sheep</a:t>
            </a:r>
          </a:p>
        </p:txBody>
      </p:sp>
    </p:spTree>
    <p:extLst>
      <p:ext uri="{BB962C8B-B14F-4D97-AF65-F5344CB8AC3E}">
        <p14:creationId xmlns:p14="http://schemas.microsoft.com/office/powerpoint/2010/main" val="348384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2254-BB23-A744-4B5D-B3F383AB07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F03BE0-836D-F550-2609-593CC53209BC}"/>
              </a:ext>
            </a:extLst>
          </p:cNvPr>
          <p:cNvSpPr>
            <a:spLocks noGrp="1"/>
          </p:cNvSpPr>
          <p:nvPr>
            <p:ph idx="1"/>
          </p:nvPr>
        </p:nvSpPr>
        <p:spPr/>
        <p:txBody>
          <a:bodyPr/>
          <a:lstStyle/>
          <a:p>
            <a:pPr lvl="1"/>
            <a:r>
              <a:rPr lang="en-US" dirty="0"/>
              <a:t>Long method</a:t>
            </a:r>
          </a:p>
          <a:p>
            <a:pPr lvl="1"/>
            <a:r>
              <a:rPr lang="en-US" dirty="0"/>
              <a:t>Long parameter list</a:t>
            </a:r>
          </a:p>
          <a:p>
            <a:pPr lvl="1"/>
            <a:r>
              <a:rPr lang="en-US" dirty="0"/>
              <a:t>Feature envy</a:t>
            </a:r>
          </a:p>
          <a:p>
            <a:pPr lvl="1"/>
            <a:r>
              <a:rPr lang="en-US" dirty="0"/>
              <a:t>Contrived complexity</a:t>
            </a:r>
          </a:p>
          <a:p>
            <a:pPr lvl="1"/>
            <a:r>
              <a:rPr lang="en-US" dirty="0"/>
              <a:t>Magic Numbers and Hardcoded Values</a:t>
            </a:r>
          </a:p>
          <a:p>
            <a:pPr lvl="1"/>
            <a:r>
              <a:rPr lang="en-US" dirty="0"/>
              <a:t>Duplicate codes</a:t>
            </a:r>
          </a:p>
          <a:p>
            <a:pPr lvl="1"/>
            <a:r>
              <a:rPr lang="en-US" dirty="0"/>
              <a:t>Switch statements</a:t>
            </a:r>
          </a:p>
        </p:txBody>
      </p:sp>
    </p:spTree>
    <p:extLst>
      <p:ext uri="{BB962C8B-B14F-4D97-AF65-F5344CB8AC3E}">
        <p14:creationId xmlns:p14="http://schemas.microsoft.com/office/powerpoint/2010/main" val="428918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BD59-EECB-B67E-5A5B-03C8ED7E3DFF}"/>
              </a:ext>
            </a:extLst>
          </p:cNvPr>
          <p:cNvSpPr>
            <a:spLocks noGrp="1"/>
          </p:cNvSpPr>
          <p:nvPr>
            <p:ph type="title"/>
          </p:nvPr>
        </p:nvSpPr>
        <p:spPr/>
        <p:txBody>
          <a:bodyPr/>
          <a:lstStyle/>
          <a:p>
            <a:r>
              <a:rPr lang="en-US" dirty="0"/>
              <a:t>Refactoring</a:t>
            </a:r>
          </a:p>
        </p:txBody>
      </p:sp>
      <p:sp>
        <p:nvSpPr>
          <p:cNvPr id="3" name="Content Placeholder 2">
            <a:extLst>
              <a:ext uri="{FF2B5EF4-FFF2-40B4-BE49-F238E27FC236}">
                <a16:creationId xmlns:a16="http://schemas.microsoft.com/office/drawing/2014/main" id="{A1263189-235B-1442-E403-66FCB03D1B25}"/>
              </a:ext>
            </a:extLst>
          </p:cNvPr>
          <p:cNvSpPr>
            <a:spLocks noGrp="1"/>
          </p:cNvSpPr>
          <p:nvPr>
            <p:ph idx="1"/>
          </p:nvPr>
        </p:nvSpPr>
        <p:spPr/>
        <p:txBody>
          <a:bodyPr>
            <a:normAutofit/>
          </a:bodyPr>
          <a:lstStyle/>
          <a:p>
            <a:pPr algn="just"/>
            <a:r>
              <a:rPr lang="en-US" dirty="0"/>
              <a:t>"Refactoring is the process of changing a software system in such a way that it does not alter the external behavior of the code yet improves its internal structure." – Martin Fowler</a:t>
            </a:r>
          </a:p>
          <a:p>
            <a:pPr algn="just"/>
            <a:r>
              <a:rPr lang="en-US" dirty="0"/>
              <a:t>Appropriate use of OOP is the biggest strength here…</a:t>
            </a:r>
          </a:p>
        </p:txBody>
      </p:sp>
    </p:spTree>
    <p:extLst>
      <p:ext uri="{BB962C8B-B14F-4D97-AF65-F5344CB8AC3E}">
        <p14:creationId xmlns:p14="http://schemas.microsoft.com/office/powerpoint/2010/main" val="317391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99AD-0895-D03A-877D-8AA8EDAEE4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93E78E-E2C7-B6CF-BBA2-9A0BA40D2A85}"/>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D94FCFE4-945A-34FD-BDC4-964DEC36DB5A}"/>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3473187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139</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Software Engineering</vt:lpstr>
      <vt:lpstr>Code Smells</vt:lpstr>
      <vt:lpstr>PowerPoint Presentation</vt:lpstr>
      <vt:lpstr>Refactoring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5</cp:revision>
  <dcterms:created xsi:type="dcterms:W3CDTF">2025-06-02T05:45:02Z</dcterms:created>
  <dcterms:modified xsi:type="dcterms:W3CDTF">2025-07-11T09:03:33Z</dcterms:modified>
</cp:coreProperties>
</file>