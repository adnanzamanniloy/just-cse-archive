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65857-B5F5-46BD-9BAC-F4CA1FE2BB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AFD9C0-427F-4742-ABDD-79EBCE238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C7EB6-05A0-40DC-80D8-66095DC1A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0BC6A-9EE8-4770-8373-399CC9D9B2B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A9B2A-77E1-4D20-91FA-5FC4000FC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DC867-C6D2-42A2-9214-FD9EE6FF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76E3-143B-4A0A-A4F6-F39F42FD0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467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7F24D-9040-4A53-9605-DC77232A3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B9CB4-2C08-4BC1-BEF5-6F98F6186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20458D-40BA-486B-95CC-A722FDCF6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0BC6A-9EE8-4770-8373-399CC9D9B2B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39466-3E8C-42B9-A88E-1BB1EC4FD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4659C-DF60-4755-9D01-F02662FA6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76E3-143B-4A0A-A4F6-F39F42FD0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416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A31E6-0CBE-494C-BB5F-807F4B65A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D0A21D-FAE7-4AD8-9D74-22DAFFDDE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CC0DA-A2C2-4699-995A-FE67A0705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0BC6A-9EE8-4770-8373-399CC9D9B2B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56BB2-8469-4EA4-B4BF-FA0861670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8D596-C2CA-45CA-9A3D-3892194F6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76E3-143B-4A0A-A4F6-F39F42FD0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32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7866F-2547-40A2-BBBE-F17E0B84F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4DB89-1DCE-49AB-8A61-5C6EB0AD2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7F3AAC-0158-4046-A500-AA87E2DC4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B56B6-FAE8-4D01-A916-A5CA4D06A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0BC6A-9EE8-4770-8373-399CC9D9B2B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31BBA-6585-48A8-8311-022E8E701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A9A247-105D-45E0-8492-5471391CA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76E3-143B-4A0A-A4F6-F39F42FD0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233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97876-B23B-4572-B0CE-EA25EEAB7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777C3-BB18-455A-B1F0-282224964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157B70-7099-4EC4-9FD4-E0BBDD2B3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42AB08-7EB8-4A0E-9AEB-4012C33101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5330D5-AD1D-4E5A-A856-58FB7574B6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A7799C-BE54-4AC2-855F-92E8A347D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0BC6A-9EE8-4770-8373-399CC9D9B2B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825C8-13E6-4015-B9F3-20DD9B1B2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B443E2-1037-4BD7-B038-0B2BCE05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76E3-143B-4A0A-A4F6-F39F42FD0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664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316F2-BEA9-4DE1-9069-EC74D6BAA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C78F7F-1BE9-4831-8F85-EF1B8A213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0BC6A-9EE8-4770-8373-399CC9D9B2B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6697A-34D4-47D0-BC7E-440C5B8DE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72709-09D8-4DB7-A4CA-BD6DCBFCF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76E3-143B-4A0A-A4F6-F39F42FD0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202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17B8B0-316F-4EC7-BF54-1C8CF7984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0BC6A-9EE8-4770-8373-399CC9D9B2B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0074AC-268B-40F2-A5C4-435580AD9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59FAC-F745-4970-BD0A-E34744C12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76E3-143B-4A0A-A4F6-F39F42FD0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023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D387F-D0CE-4759-A5FD-E83CBE69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32A00-9F95-429C-B9D2-FC2DF4785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C350B3-B673-4D9F-B436-7AF9EAD34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F11B6-BF37-4573-B15C-EDB194425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0BC6A-9EE8-4770-8373-399CC9D9B2B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489B60-E7D5-4982-9757-6C7286F78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1EA85-85A4-4B60-8E2C-3DC37FF82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76E3-143B-4A0A-A4F6-F39F42FD0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483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617D7-0E3F-4299-A9BC-0E7057A0E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857ABF-EEF6-4943-A26B-AF3A391FC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8E6605-1CC2-43D0-B7E9-2F2ED1F81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0E190F-5E2F-4EB1-9DE4-F066582A2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0BC6A-9EE8-4770-8373-399CC9D9B2B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A6A6BC-1B75-4319-BA69-E38E51AAB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9424A0-BFF3-4C35-A953-FDF4FEF0C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76E3-143B-4A0A-A4F6-F39F42FD0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4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53F5A-F4C5-4383-B906-9DA85AB9D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851C0D-ECDE-494C-99F5-4D0A32B66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FAA9-67A8-422B-974D-4259ED8D6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0BC6A-9EE8-4770-8373-399CC9D9B2B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060B-324A-401C-98B6-85DCFE16F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96E39-08BE-460A-B5C0-78AA136C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76E3-143B-4A0A-A4F6-F39F42FD0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74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0EF384-DB13-47B0-9ED5-B49EC2C23E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BE825-4BC2-4ABE-ACFD-DED44C47F7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A9CA3C-668F-462F-B8F1-2D9955B0B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0BC6A-9EE8-4770-8373-399CC9D9B2B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CDCE0-77C7-4091-B193-61952C669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CE551-212A-43A3-BBEE-DFE58DD8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4576E3-143B-4A0A-A4F6-F39F42FD0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808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57AF9F-6C27-4F3A-BA86-6A4E85AFB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6FBDCC-AA17-4E29-B7F9-8D282F5AE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BEF8A-8250-4860-B7CD-C8D7A43586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C0BC6A-9EE8-4770-8373-399CC9D9B2B3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AAE1E-08F0-4F11-87F7-A75CB22306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A4DA90-B01C-48FB-9732-C6AA6BE4E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576E3-143B-4A0A-A4F6-F39F42FD0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44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6D6CD-D593-4AF4-B63B-940483D911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Simulation Modeling and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0CAAE7-615C-4BCE-A703-9BDCCF90B6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err="1"/>
              <a:t>Dr.</a:t>
            </a:r>
            <a:r>
              <a:rPr lang="en-GB" dirty="0"/>
              <a:t> Md. Nasim Adnan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252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A1058-4DF5-4BC8-8459-55689404E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06831-7350-42B4-A079-1F83F994A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GB" dirty="0"/>
              <a:t>To carry out a simulation using random inputs such as interarrival times or demand sizes, we have to specify their probability distributions.</a:t>
            </a:r>
          </a:p>
          <a:p>
            <a:pPr algn="just"/>
            <a:r>
              <a:rPr lang="en-GB" dirty="0"/>
              <a:t>For example, in the simulation of the single-server queueing system, the interarrival times can be taken to be IID exponential random variables with a mean of 1 minute; the demand sizes in the inventory simulation were specified to be 1, 2, 3, or 4 items with respective probabilities 1/6, 1/3, 1/3, and 1/6.</a:t>
            </a:r>
          </a:p>
          <a:p>
            <a:pPr algn="just"/>
            <a:r>
              <a:rPr lang="en-GB" dirty="0"/>
              <a:t>Given that the input random variables to a simulation model follow particular distributions, the simulation proceeds through time by generating random values from those particular distributions.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623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A776E-0DB0-4F26-985E-9AE2CB130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histogram for 856 ship-loading times (in days)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76E995-E324-4C6C-97E9-13FA125FA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237" y="1825625"/>
            <a:ext cx="6043525" cy="4351338"/>
          </a:xfrm>
        </p:spPr>
      </p:pic>
    </p:spTree>
    <p:extLst>
      <p:ext uri="{BB962C8B-B14F-4D97-AF65-F5344CB8AC3E}">
        <p14:creationId xmlns:p14="http://schemas.microsoft.com/office/powerpoint/2010/main" val="2928779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E57AB-6354-40F8-B73D-8F6A55A9D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PROBABILITY DISTRIBUTIONS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EC3C5-DF8D-4937-B352-B656E1061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purpose of this study is to discuss a variety of distributions that have been found to be useful in simulation </a:t>
            </a:r>
            <a:r>
              <a:rPr lang="en-GB" dirty="0" err="1"/>
              <a:t>modeling</a:t>
            </a:r>
            <a:r>
              <a:rPr lang="en-GB" dirty="0"/>
              <a:t>.</a:t>
            </a:r>
          </a:p>
          <a:p>
            <a:pPr lvl="1"/>
            <a:r>
              <a:rPr lang="en-US" dirty="0"/>
              <a:t>Continuous distributions</a:t>
            </a:r>
          </a:p>
          <a:p>
            <a:pPr lvl="1"/>
            <a:r>
              <a:rPr lang="en-US" dirty="0"/>
              <a:t>Discrete distributions</a:t>
            </a:r>
          </a:p>
        </p:txBody>
      </p:sp>
    </p:spTree>
    <p:extLst>
      <p:ext uri="{BB962C8B-B14F-4D97-AF65-F5344CB8AC3E}">
        <p14:creationId xmlns:p14="http://schemas.microsoft.com/office/powerpoint/2010/main" val="2097873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457E-659F-4C7F-BF0C-FF4E31E5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Distributions: Uniform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8B18A-D924-4B67-81F7-E9C0A84E1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642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457E-659F-4C7F-BF0C-FF4E31E5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Distributions: Exponential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8B18A-D924-4B67-81F7-E9C0A84E1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810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4897B-436D-4A30-9314-ED7CE5707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Distributions</a:t>
            </a:r>
            <a:r>
              <a:rPr lang="en-US"/>
              <a:t>: Bernoulli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42B1C-6698-40D7-8148-24219F37D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288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2591</TotalTime>
  <Words>178</Words>
  <Application>Microsoft Office PowerPoint</Application>
  <PresentationFormat>Widescreen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Simulation Modeling and Analysis</vt:lpstr>
      <vt:lpstr>Introduction</vt:lpstr>
      <vt:lpstr>A histogram for 856 ship-loading times (in days)</vt:lpstr>
      <vt:lpstr>USEFUL PROBABILITY DISTRIBUTIONS</vt:lpstr>
      <vt:lpstr>Continuous Distributions: Uniform</vt:lpstr>
      <vt:lpstr>Continuous Distributions: Exponential</vt:lpstr>
      <vt:lpstr>Discrete Distributions: Bernoulli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Md. Nasim Adnan</dc:creator>
  <cp:lastModifiedBy>Md. Nasim Adnan</cp:lastModifiedBy>
  <cp:revision>17</cp:revision>
  <dcterms:created xsi:type="dcterms:W3CDTF">2023-10-03T09:06:30Z</dcterms:created>
  <dcterms:modified xsi:type="dcterms:W3CDTF">2025-11-29T06:40:47Z</dcterms:modified>
</cp:coreProperties>
</file>